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9" r:id="rId5"/>
    <p:sldId id="301" r:id="rId6"/>
    <p:sldId id="260" r:id="rId7"/>
    <p:sldId id="310" r:id="rId8"/>
    <p:sldId id="311" r:id="rId9"/>
    <p:sldId id="303" r:id="rId10"/>
    <p:sldId id="357" r:id="rId11"/>
    <p:sldId id="358" r:id="rId12"/>
    <p:sldId id="361" r:id="rId13"/>
    <p:sldId id="362" r:id="rId14"/>
    <p:sldId id="364" r:id="rId15"/>
    <p:sldId id="359" r:id="rId16"/>
    <p:sldId id="360" r:id="rId17"/>
    <p:sldId id="341" r:id="rId18"/>
    <p:sldId id="300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808080"/>
    <a:srgbClr val="CCFFFF"/>
    <a:srgbClr val="FFFFCC"/>
    <a:srgbClr val="FFFF66"/>
    <a:srgbClr val="E6E6E6"/>
    <a:srgbClr val="FFFFFF"/>
    <a:srgbClr val="707070"/>
    <a:srgbClr val="00B389"/>
    <a:srgbClr val="F1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12" autoAdjust="0"/>
  </p:normalViewPr>
  <p:slideViewPr>
    <p:cSldViewPr snapToGrid="0" showGuides="1">
      <p:cViewPr varScale="1">
        <p:scale>
          <a:sx n="107" d="100"/>
          <a:sy n="107" d="100"/>
        </p:scale>
        <p:origin x="78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05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56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77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27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3" animBg="1"/>
      <p:bldP spid="10" grpId="0" animBg="1"/>
      <p:bldP spid="10" grpId="1" animBg="1"/>
      <p:bldP spid="10" grpId="3" animBg="1"/>
      <p:bldP spid="3" grpId="0" animBg="1"/>
      <p:bldP spid="12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23462-6B27-4736-8FD4-1786EE0BB6CA}" type="datetime1">
              <a:rPr lang="nl-NL" smtClean="0"/>
              <a:t>2-10-2024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8C096-3EE4-4BEC-940C-289F6535919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515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Dia</a:t>
            </a:r>
            <a:r>
              <a:rPr lang="en-GB" dirty="0"/>
              <a:t> met </a:t>
            </a:r>
            <a:r>
              <a:rPr lang="en-GB" dirty="0" err="1"/>
              <a:t>tekst</a:t>
            </a:r>
            <a:r>
              <a:rPr lang="en-GB" dirty="0"/>
              <a:t>. </a:t>
            </a:r>
            <a:r>
              <a:rPr lang="en-GB" dirty="0" err="1"/>
              <a:t>Voorbeeld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tekst</a:t>
            </a:r>
            <a:r>
              <a:rPr lang="en-GB" dirty="0"/>
              <a:t>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dirty="0"/>
              <a:t>Level 1, default bullets</a:t>
            </a:r>
          </a:p>
          <a:p>
            <a:pPr lvl="1"/>
            <a:r>
              <a:rPr lang="en-GB" dirty="0"/>
              <a:t>Level 2, (sub bullets)</a:t>
            </a:r>
          </a:p>
          <a:p>
            <a:pPr lvl="2"/>
            <a:r>
              <a:rPr lang="en-GB" dirty="0"/>
              <a:t>Level 3 (</a:t>
            </a:r>
            <a:r>
              <a:rPr lang="en-GB" dirty="0" err="1"/>
              <a:t>bodytext</a:t>
            </a:r>
            <a:r>
              <a:rPr lang="en-GB" dirty="0"/>
              <a:t>)</a:t>
            </a:r>
          </a:p>
          <a:p>
            <a:pPr lvl="3"/>
            <a:r>
              <a:rPr lang="en-GB" dirty="0"/>
              <a:t>Level 4 (Subtitle)</a:t>
            </a:r>
          </a:p>
          <a:p>
            <a:pPr lvl="4"/>
            <a:r>
              <a:rPr lang="en-GB" dirty="0"/>
              <a:t>Level 5 (numbers)</a:t>
            </a:r>
          </a:p>
          <a:p>
            <a:pPr lvl="5"/>
            <a:r>
              <a:rPr lang="en-GB" dirty="0"/>
              <a:t>Level (sub numbers)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  <p:sldLayoutId id="2147483755" r:id="rId2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ob.brinkman@deltares.n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hyperlink" Target="mailto:edwin.spee@deltares.n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BEDE333-FBE5-41FF-92E3-3CED59DF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0DE5847-2B0D-4E4F-AD42-A74B0A67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4825659-D616-4781-9C2B-94E8CE3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869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A85E4E0-2BC9-4B4F-995C-59B6840B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4C28F8A-5043-4E5F-B10A-AB48319A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3BD31E1-20C9-4C1B-95D4-04A193DF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2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AA69BC65-8AFE-4119-BE77-AE1B7096E43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" r="42"/>
          <a:stretch>
            <a:fillRect/>
          </a:stretch>
        </p:blipFill>
        <p:spPr/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B7F9F16-38F3-4C18-8CF0-49A766FBC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Edwin Spee		Karolina Wojciechowska</a:t>
            </a:r>
          </a:p>
          <a:p>
            <a:r>
              <a:rPr lang="en-GB" dirty="0"/>
              <a:t>Rob Brinkman	Arjen Markus</a:t>
            </a:r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38C8FD7-55FC-4DBD-825A-309E45D66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D510B812-7AC5-475D-ACB5-69A9EF3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 </a:t>
            </a:r>
            <a:r>
              <a:rPr lang="en-GB" dirty="0" err="1"/>
              <a:t>oktober</a:t>
            </a:r>
            <a:r>
              <a:rPr lang="en-GB" dirty="0"/>
              <a:t> 2024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8D4A5E8-322A-4392-899C-82090DB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010081-142B-471A-8A79-433EA62F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Probabilistic Library</a:t>
            </a:r>
            <a:br>
              <a:rPr lang="en-GB" dirty="0"/>
            </a:br>
            <a:endParaRPr lang="en-GB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7F40214-05A9-459B-91CB-FE5EED0528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Naam </a:t>
            </a:r>
            <a:r>
              <a:rPr lang="en-GB" dirty="0" err="1"/>
              <a:t>Achternaam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31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Situatie</a:t>
            </a:r>
            <a:r>
              <a:rPr lang="en-US" dirty="0"/>
              <a:t> </a:t>
            </a:r>
            <a:r>
              <a:rPr lang="en-US" dirty="0" err="1"/>
              <a:t>januari</a:t>
            </a:r>
            <a:r>
              <a:rPr lang="en-US" dirty="0"/>
              <a:t> 2024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C6CB-E7A7-1363-6339-360A5AC88C7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2420000" y="4157669"/>
            <a:ext cx="153888" cy="1485895"/>
          </a:xfrm>
        </p:spPr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2F1F21-2BA6-D253-4705-24D70A78CD7D}"/>
              </a:ext>
            </a:extLst>
          </p:cNvPr>
          <p:cNvSpPr/>
          <p:nvPr/>
        </p:nvSpPr>
        <p:spPr>
          <a:xfrm>
            <a:off x="3682399" y="264493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Statistiek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5563241" y="387983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1340418" y="130995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A48E2C-6C38-4410-3398-AAF0C300C962}"/>
              </a:ext>
            </a:extLst>
          </p:cNvPr>
          <p:cNvSpPr/>
          <p:nvPr/>
        </p:nvSpPr>
        <p:spPr>
          <a:xfrm>
            <a:off x="4244802" y="58350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3B75A3-BD83-A750-00AA-580D34EBDD5F}"/>
              </a:ext>
            </a:extLst>
          </p:cNvPr>
          <p:cNvSpPr/>
          <p:nvPr/>
        </p:nvSpPr>
        <p:spPr>
          <a:xfrm>
            <a:off x="7776264" y="566454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4472678" y="102815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7230AC-B009-3D95-5B32-1F7667C8473A}"/>
              </a:ext>
            </a:extLst>
          </p:cNvPr>
          <p:cNvSpPr/>
          <p:nvPr/>
        </p:nvSpPr>
        <p:spPr>
          <a:xfrm>
            <a:off x="2633133" y="391360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 </a:t>
            </a:r>
          </a:p>
          <a:p>
            <a:pPr algn="ctr"/>
            <a:r>
              <a:rPr lang="en-US" dirty="0"/>
              <a:t>library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D8B961-162E-134C-1160-BE9C6A705165}"/>
              </a:ext>
            </a:extLst>
          </p:cNvPr>
          <p:cNvSpPr/>
          <p:nvPr/>
        </p:nvSpPr>
        <p:spPr>
          <a:xfrm>
            <a:off x="8684979" y="393654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 library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1031116" y="560054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9DD871-0456-2E30-847B-F74C03303496}"/>
              </a:ext>
            </a:extLst>
          </p:cNvPr>
          <p:cNvSpPr/>
          <p:nvPr/>
        </p:nvSpPr>
        <p:spPr>
          <a:xfrm>
            <a:off x="7453178" y="21998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Waterstand</a:t>
            </a:r>
            <a:r>
              <a:rPr lang="en-US" dirty="0"/>
              <a:t> </a:t>
            </a:r>
            <a:r>
              <a:rPr lang="en-US" dirty="0" err="1"/>
              <a:t>statistiek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45" idx="7"/>
            <a:endCxn id="9" idx="4"/>
          </p:cNvCxnSpPr>
          <p:nvPr/>
        </p:nvCxnSpPr>
        <p:spPr>
          <a:xfrm flipV="1">
            <a:off x="2141185" y="2224350"/>
            <a:ext cx="373610" cy="48308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14" idx="4"/>
            <a:endCxn id="16" idx="7"/>
          </p:cNvCxnSpPr>
          <p:nvPr/>
        </p:nvCxnSpPr>
        <p:spPr>
          <a:xfrm flipH="1">
            <a:off x="3035902" y="4828008"/>
            <a:ext cx="771608" cy="90644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14" idx="6"/>
            <a:endCxn id="8" idx="2"/>
          </p:cNvCxnSpPr>
          <p:nvPr/>
        </p:nvCxnSpPr>
        <p:spPr>
          <a:xfrm flipV="1">
            <a:off x="4981886" y="4337039"/>
            <a:ext cx="581355" cy="3376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17" idx="5"/>
            <a:endCxn id="15" idx="0"/>
          </p:cNvCxnSpPr>
          <p:nvPr/>
        </p:nvCxnSpPr>
        <p:spPr>
          <a:xfrm>
            <a:off x="9457964" y="2980321"/>
            <a:ext cx="401392" cy="95622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7911994" y="4337039"/>
            <a:ext cx="772985" cy="5670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14" idx="0"/>
            <a:endCxn id="7" idx="3"/>
          </p:cNvCxnSpPr>
          <p:nvPr/>
        </p:nvCxnSpPr>
        <p:spPr>
          <a:xfrm flipV="1">
            <a:off x="3807510" y="3425427"/>
            <a:ext cx="218856" cy="48818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7" idx="0"/>
            <a:endCxn id="13" idx="4"/>
          </p:cNvCxnSpPr>
          <p:nvPr/>
        </p:nvCxnSpPr>
        <p:spPr>
          <a:xfrm flipV="1">
            <a:off x="4856776" y="1942558"/>
            <a:ext cx="790279" cy="70238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14" idx="5"/>
            <a:endCxn id="10" idx="0"/>
          </p:cNvCxnSpPr>
          <p:nvPr/>
        </p:nvCxnSpPr>
        <p:spPr>
          <a:xfrm>
            <a:off x="4637919" y="4694097"/>
            <a:ext cx="781260" cy="114093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FACDA-0D92-4A2A-DEA9-FB03E57D9670}"/>
              </a:ext>
            </a:extLst>
          </p:cNvPr>
          <p:cNvCxnSpPr>
            <a:cxnSpLocks/>
            <a:stCxn id="12" idx="7"/>
            <a:endCxn id="15" idx="4"/>
          </p:cNvCxnSpPr>
          <p:nvPr/>
        </p:nvCxnSpPr>
        <p:spPr>
          <a:xfrm flipV="1">
            <a:off x="9781050" y="4850948"/>
            <a:ext cx="78306" cy="94751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3F962B-8ECE-9490-F08C-DAE22658A9D3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H="1">
            <a:off x="6031152" y="2657032"/>
            <a:ext cx="1422026" cy="445106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E9F195-DBE2-DFE0-7D56-7321739BFEAA}"/>
              </a:ext>
            </a:extLst>
          </p:cNvPr>
          <p:cNvCxnSpPr>
            <a:cxnSpLocks/>
            <a:stCxn id="12" idx="2"/>
            <a:endCxn id="10" idx="6"/>
          </p:cNvCxnSpPr>
          <p:nvPr/>
        </p:nvCxnSpPr>
        <p:spPr>
          <a:xfrm flipH="1">
            <a:off x="6593555" y="6121749"/>
            <a:ext cx="1182709" cy="170483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7C2AE7-20AA-282B-EA20-BA8BF46C9DC6}"/>
              </a:ext>
            </a:extLst>
          </p:cNvPr>
          <p:cNvCxnSpPr>
            <a:cxnSpLocks/>
            <a:stCxn id="15" idx="3"/>
            <a:endCxn id="16" idx="6"/>
          </p:cNvCxnSpPr>
          <p:nvPr/>
        </p:nvCxnSpPr>
        <p:spPr>
          <a:xfrm flipH="1">
            <a:off x="3379869" y="4717037"/>
            <a:ext cx="5649077" cy="13407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15" idx="1"/>
            <a:endCxn id="9" idx="6"/>
          </p:cNvCxnSpPr>
          <p:nvPr/>
        </p:nvCxnSpPr>
        <p:spPr>
          <a:xfrm flipH="1" flipV="1">
            <a:off x="3689171" y="1767150"/>
            <a:ext cx="5339775" cy="23033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77F76C0-B093-C241-6290-F4FE5926FC60}"/>
              </a:ext>
            </a:extLst>
          </p:cNvPr>
          <p:cNvSpPr txBox="1"/>
          <p:nvPr/>
        </p:nvSpPr>
        <p:spPr>
          <a:xfrm rot="20692404">
            <a:off x="6060223" y="5191013"/>
            <a:ext cx="6399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371166">
            <a:off x="7137163" y="3220370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BCF7DA-AC12-6E2F-5C02-BD46EAE87D20}"/>
              </a:ext>
            </a:extLst>
          </p:cNvPr>
          <p:cNvSpPr txBox="1"/>
          <p:nvPr/>
        </p:nvSpPr>
        <p:spPr>
          <a:xfrm rot="21004464">
            <a:off x="7070632" y="6037842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91DBD6-73D6-48A2-FAEF-95C974850882}"/>
              </a:ext>
            </a:extLst>
          </p:cNvPr>
          <p:cNvSpPr txBox="1"/>
          <p:nvPr/>
        </p:nvSpPr>
        <p:spPr>
          <a:xfrm rot="20542582">
            <a:off x="6874188" y="2616695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B63E438-0EE0-026D-CFD1-22DE6AB26C37}"/>
              </a:ext>
            </a:extLst>
          </p:cNvPr>
          <p:cNvSpPr/>
          <p:nvPr/>
        </p:nvSpPr>
        <p:spPr>
          <a:xfrm>
            <a:off x="136399" y="257352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AB230A-6A68-E433-190A-8E2F615800DD}"/>
              </a:ext>
            </a:extLst>
          </p:cNvPr>
          <p:cNvSpPr/>
          <p:nvPr/>
        </p:nvSpPr>
        <p:spPr>
          <a:xfrm>
            <a:off x="9274178" y="121295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181421F-3F45-A5B3-9647-6FB9C6047633}"/>
              </a:ext>
            </a:extLst>
          </p:cNvPr>
          <p:cNvCxnSpPr>
            <a:cxnSpLocks/>
            <a:stCxn id="14" idx="1"/>
            <a:endCxn id="45" idx="5"/>
          </p:cNvCxnSpPr>
          <p:nvPr/>
        </p:nvCxnSpPr>
        <p:spPr>
          <a:xfrm flipH="1" flipV="1">
            <a:off x="2141185" y="3354011"/>
            <a:ext cx="835915" cy="69350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7757B04-FE1F-F38B-1501-391E65120176}"/>
              </a:ext>
            </a:extLst>
          </p:cNvPr>
          <p:cNvCxnSpPr>
            <a:cxnSpLocks/>
            <a:stCxn id="50" idx="5"/>
            <a:endCxn id="15" idx="7"/>
          </p:cNvCxnSpPr>
          <p:nvPr/>
        </p:nvCxnSpPr>
        <p:spPr>
          <a:xfrm flipH="1">
            <a:off x="10689765" y="1993440"/>
            <a:ext cx="589199" cy="20770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CF9E2DF-9BBB-0AA4-E52C-82A039A014FE}"/>
              </a:ext>
            </a:extLst>
          </p:cNvPr>
          <p:cNvSpPr/>
          <p:nvPr/>
        </p:nvSpPr>
        <p:spPr>
          <a:xfrm>
            <a:off x="97171" y="439581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F1CE9A2-9121-CD4F-DCA7-A42BABB07DCD}"/>
              </a:ext>
            </a:extLst>
          </p:cNvPr>
          <p:cNvCxnSpPr>
            <a:cxnSpLocks/>
            <a:stCxn id="14" idx="2"/>
            <a:endCxn id="34" idx="7"/>
          </p:cNvCxnSpPr>
          <p:nvPr/>
        </p:nvCxnSpPr>
        <p:spPr>
          <a:xfrm flipH="1">
            <a:off x="2101957" y="4370808"/>
            <a:ext cx="531176" cy="15891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5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5" grpId="0" animBg="1"/>
      <p:bldP spid="86" grpId="0" animBg="1"/>
      <p:bldP spid="87" grpId="0" animBg="1"/>
      <p:bldP spid="88" grpId="0" animBg="1"/>
      <p:bldP spid="45" grpId="0" animBg="1"/>
      <p:bldP spid="50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Situatie</a:t>
            </a:r>
            <a:r>
              <a:rPr lang="en-US" dirty="0"/>
              <a:t> </a:t>
            </a:r>
            <a:r>
              <a:rPr lang="en-US" dirty="0" err="1"/>
              <a:t>oktober</a:t>
            </a:r>
            <a:r>
              <a:rPr lang="en-US" dirty="0"/>
              <a:t> 2024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5177195" y="568376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2644793" y="168651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8708501" y="791895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2103038" y="556103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82" idx="7"/>
            <a:endCxn id="9" idx="3"/>
          </p:cNvCxnSpPr>
          <p:nvPr/>
        </p:nvCxnSpPr>
        <p:spPr>
          <a:xfrm flipV="1">
            <a:off x="2732125" y="2467007"/>
            <a:ext cx="256635" cy="63484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77" idx="3"/>
            <a:endCxn id="16" idx="7"/>
          </p:cNvCxnSpPr>
          <p:nvPr/>
        </p:nvCxnSpPr>
        <p:spPr>
          <a:xfrm flipH="1">
            <a:off x="4107824" y="4208258"/>
            <a:ext cx="492973" cy="148668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77" idx="4"/>
            <a:endCxn id="8" idx="0"/>
          </p:cNvCxnSpPr>
          <p:nvPr/>
        </p:nvCxnSpPr>
        <p:spPr>
          <a:xfrm>
            <a:off x="5440127" y="4342169"/>
            <a:ext cx="911445" cy="134159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77" idx="6"/>
            <a:endCxn id="83" idx="2"/>
          </p:cNvCxnSpPr>
          <p:nvPr/>
        </p:nvCxnSpPr>
        <p:spPr>
          <a:xfrm flipV="1">
            <a:off x="6627118" y="3838524"/>
            <a:ext cx="1797660" cy="4644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16" idx="0"/>
            <a:endCxn id="82" idx="5"/>
          </p:cNvCxnSpPr>
          <p:nvPr/>
        </p:nvCxnSpPr>
        <p:spPr>
          <a:xfrm flipH="1" flipV="1">
            <a:off x="2732125" y="3748429"/>
            <a:ext cx="545290" cy="1812604"/>
          </a:xfrm>
          <a:prstGeom prst="line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77" idx="0"/>
            <a:endCxn id="55" idx="3"/>
          </p:cNvCxnSpPr>
          <p:nvPr/>
        </p:nvCxnSpPr>
        <p:spPr>
          <a:xfrm flipV="1">
            <a:off x="5440127" y="2140607"/>
            <a:ext cx="625444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55" idx="7"/>
            <a:endCxn id="13" idx="2"/>
          </p:cNvCxnSpPr>
          <p:nvPr/>
        </p:nvCxnSpPr>
        <p:spPr>
          <a:xfrm flipV="1">
            <a:off x="7744230" y="1249095"/>
            <a:ext cx="964271" cy="24493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77" idx="5"/>
            <a:endCxn id="56" idx="1"/>
          </p:cNvCxnSpPr>
          <p:nvPr/>
        </p:nvCxnSpPr>
        <p:spPr>
          <a:xfrm>
            <a:off x="6279456" y="4208258"/>
            <a:ext cx="2195265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83" idx="1"/>
            <a:endCxn id="9" idx="6"/>
          </p:cNvCxnSpPr>
          <p:nvPr/>
        </p:nvCxnSpPr>
        <p:spPr>
          <a:xfrm flipH="1" flipV="1">
            <a:off x="4993546" y="2143718"/>
            <a:ext cx="3775199" cy="137151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199496">
            <a:off x="6794730" y="2740989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83B72FB-6E43-C2C7-4357-423BECFF7A0D}"/>
              </a:ext>
            </a:extLst>
          </p:cNvPr>
          <p:cNvSpPr/>
          <p:nvPr/>
        </p:nvSpPr>
        <p:spPr>
          <a:xfrm>
            <a:off x="5717909" y="1360118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(Waterstand) Statistiek</a:t>
            </a: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FA8DB40-B607-4DD1-8CF8-5357065327FB}"/>
              </a:ext>
            </a:extLst>
          </p:cNvPr>
          <p:cNvSpPr/>
          <p:nvPr/>
        </p:nvSpPr>
        <p:spPr>
          <a:xfrm>
            <a:off x="8127059" y="536150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/ 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95E3C32-E9CE-B7F9-A998-5F3C77142A23}"/>
              </a:ext>
            </a:extLst>
          </p:cNvPr>
          <p:cNvSpPr/>
          <p:nvPr/>
        </p:nvSpPr>
        <p:spPr>
          <a:xfrm>
            <a:off x="4253135" y="342776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2C69527-C319-312B-D930-E371300448AC}"/>
              </a:ext>
            </a:extLst>
          </p:cNvPr>
          <p:cNvSpPr/>
          <p:nvPr/>
        </p:nvSpPr>
        <p:spPr>
          <a:xfrm>
            <a:off x="727339" y="296794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  <a:endParaRPr lang="en-US" b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B97B86F-678F-82F8-8AF8-D4810E354824}"/>
              </a:ext>
            </a:extLst>
          </p:cNvPr>
          <p:cNvSpPr/>
          <p:nvPr/>
        </p:nvSpPr>
        <p:spPr>
          <a:xfrm>
            <a:off x="8424778" y="338132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ED9F69-52C2-115C-CD8A-C4D13D8DDD62}"/>
              </a:ext>
            </a:extLst>
          </p:cNvPr>
          <p:cNvCxnSpPr>
            <a:cxnSpLocks/>
            <a:stCxn id="77" idx="1"/>
            <a:endCxn id="82" idx="6"/>
          </p:cNvCxnSpPr>
          <p:nvPr/>
        </p:nvCxnSpPr>
        <p:spPr>
          <a:xfrm flipH="1" flipV="1">
            <a:off x="3076092" y="3425140"/>
            <a:ext cx="1524705" cy="1365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C0502F1-5329-7ECC-FE2D-E74CB20C56CD}"/>
              </a:ext>
            </a:extLst>
          </p:cNvPr>
          <p:cNvSpPr/>
          <p:nvPr/>
        </p:nvSpPr>
        <p:spPr>
          <a:xfrm>
            <a:off x="272222" y="428738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  <a:endParaRPr lang="en-US" b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F33D9C-42AF-1B32-5CB0-2FE72663BF09}"/>
              </a:ext>
            </a:extLst>
          </p:cNvPr>
          <p:cNvCxnSpPr>
            <a:cxnSpLocks/>
            <a:stCxn id="77" idx="2"/>
            <a:endCxn id="18" idx="6"/>
          </p:cNvCxnSpPr>
          <p:nvPr/>
        </p:nvCxnSpPr>
        <p:spPr>
          <a:xfrm flipH="1">
            <a:off x="2620975" y="3884969"/>
            <a:ext cx="1632160" cy="8596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BBE45-7E6A-FFAE-9A16-40A86C479B30}"/>
              </a:ext>
            </a:extLst>
          </p:cNvPr>
          <p:cNvCxnSpPr>
            <a:cxnSpLocks/>
            <a:stCxn id="83" idx="3"/>
            <a:endCxn id="16" idx="6"/>
          </p:cNvCxnSpPr>
          <p:nvPr/>
        </p:nvCxnSpPr>
        <p:spPr>
          <a:xfrm flipH="1">
            <a:off x="4451791" y="4161813"/>
            <a:ext cx="4316954" cy="185642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3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6" grpId="0" animBg="1"/>
      <p:bldP spid="86" grpId="0" animBg="1"/>
      <p:bldP spid="55" grpId="0" animBg="1"/>
      <p:bldP spid="56" grpId="0" animBg="1"/>
      <p:bldP spid="77" grpId="0" animBg="1"/>
      <p:bldP spid="82" grpId="0" animBg="1"/>
      <p:bldP spid="83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3689-79D4-A1E4-74B0-40C3CABF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Probabilistic </a:t>
            </a:r>
            <a:r>
              <a:rPr lang="nl-NL" dirty="0" err="1"/>
              <a:t>library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FDB1-9579-30EE-6962-0441219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5BDFD-41A4-074D-966D-5CADAD9C32A3}"/>
              </a:ext>
            </a:extLst>
          </p:cNvPr>
          <p:cNvSpPr/>
          <p:nvPr/>
        </p:nvSpPr>
        <p:spPr>
          <a:xfrm>
            <a:off x="594837" y="1606734"/>
            <a:ext cx="7530680" cy="4709571"/>
          </a:xfrm>
          <a:prstGeom prst="rect">
            <a:avLst/>
          </a:prstGeom>
          <a:solidFill>
            <a:srgbClr val="CCECFF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Probabilistic toolkit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A7C89-401E-6B62-660A-63365991004B}"/>
              </a:ext>
            </a:extLst>
          </p:cNvPr>
          <p:cNvSpPr/>
          <p:nvPr/>
        </p:nvSpPr>
        <p:spPr>
          <a:xfrm>
            <a:off x="4497355" y="1177092"/>
            <a:ext cx="7015277" cy="3814786"/>
          </a:xfrm>
          <a:prstGeom prst="rect">
            <a:avLst/>
          </a:prstGeom>
          <a:solidFill>
            <a:srgbClr val="FFFFCC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Hydra-Ring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8E526-285E-4A0E-E37E-77E4B1BF0390}"/>
              </a:ext>
            </a:extLst>
          </p:cNvPr>
          <p:cNvSpPr/>
          <p:nvPr/>
        </p:nvSpPr>
        <p:spPr>
          <a:xfrm>
            <a:off x="2792760" y="1963663"/>
            <a:ext cx="6941241" cy="3961276"/>
          </a:xfrm>
          <a:prstGeom prst="rect">
            <a:avLst/>
          </a:prstGeom>
          <a:solidFill>
            <a:srgbClr val="339966">
              <a:alpha val="3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Probabilistic library in C++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5ACB1-449D-03A3-238A-ED2954E18062}"/>
              </a:ext>
            </a:extLst>
          </p:cNvPr>
          <p:cNvSpPr/>
          <p:nvPr/>
        </p:nvSpPr>
        <p:spPr>
          <a:xfrm>
            <a:off x="4688235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Directional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BBE27-272C-4552-EC67-C04021508F5E}"/>
              </a:ext>
            </a:extLst>
          </p:cNvPr>
          <p:cNvSpPr/>
          <p:nvPr/>
        </p:nvSpPr>
        <p:spPr>
          <a:xfrm>
            <a:off x="6506620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A460F-D915-E6E9-C70F-BAD8ED48D234}"/>
              </a:ext>
            </a:extLst>
          </p:cNvPr>
          <p:cNvSpPr/>
          <p:nvPr/>
        </p:nvSpPr>
        <p:spPr>
          <a:xfrm>
            <a:off x="4655643" y="239867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Statistische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684A6-FA04-DF90-7118-7FD769C34977}"/>
              </a:ext>
            </a:extLst>
          </p:cNvPr>
          <p:cNvSpPr/>
          <p:nvPr/>
        </p:nvSpPr>
        <p:spPr>
          <a:xfrm>
            <a:off x="2889756" y="2395921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stat.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conditionele</a:t>
            </a:r>
            <a:r>
              <a:rPr lang="en-US" sz="1400" dirty="0">
                <a:solidFill>
                  <a:schemeClr val="tx1"/>
                </a:solidFill>
              </a:rPr>
              <a:t> dis.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54FC63-5C86-FAE7-2D9C-69CC925B6EE7}"/>
              </a:ext>
            </a:extLst>
          </p:cNvPr>
          <p:cNvSpPr/>
          <p:nvPr/>
        </p:nvSpPr>
        <p:spPr>
          <a:xfrm>
            <a:off x="4661868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Importance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B6F47-7BB4-9D52-D3AD-B605BA81740D}"/>
              </a:ext>
            </a:extLst>
          </p:cNvPr>
          <p:cNvSpPr/>
          <p:nvPr/>
        </p:nvSpPr>
        <p:spPr>
          <a:xfrm>
            <a:off x="2889754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Adaptive Imp.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72D82-86E3-7F01-8987-77053F8020A8}"/>
              </a:ext>
            </a:extLst>
          </p:cNvPr>
          <p:cNvSpPr/>
          <p:nvPr/>
        </p:nvSpPr>
        <p:spPr>
          <a:xfrm>
            <a:off x="6503806" y="5109305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Pearson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C12F97-8D75-857C-5187-AF101C7EEE9A}"/>
              </a:ext>
            </a:extLst>
          </p:cNvPr>
          <p:cNvSpPr/>
          <p:nvPr/>
        </p:nvSpPr>
        <p:spPr>
          <a:xfrm>
            <a:off x="9867363" y="307954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Volker/PCR/CS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1E239B-02ED-8E0D-7AC8-3F6380E5F9BD}"/>
              </a:ext>
            </a:extLst>
          </p:cNvPr>
          <p:cNvSpPr/>
          <p:nvPr/>
        </p:nvSpPr>
        <p:spPr>
          <a:xfrm>
            <a:off x="2905682" y="51111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Subset simulation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96C61-FB1E-FF3D-5086-25EC486E6325}"/>
              </a:ext>
            </a:extLst>
          </p:cNvPr>
          <p:cNvSpPr/>
          <p:nvPr/>
        </p:nvSpPr>
        <p:spPr>
          <a:xfrm>
            <a:off x="9813374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Hydraulische</a:t>
            </a:r>
            <a:r>
              <a:rPr lang="en-US" sz="1400" dirty="0">
                <a:solidFill>
                  <a:schemeClr val="tx1"/>
                </a:solidFill>
              </a:rPr>
              <a:t> stat.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A96871-A08D-B8A8-F70A-5A478E806988}"/>
              </a:ext>
            </a:extLst>
          </p:cNvPr>
          <p:cNvSpPr/>
          <p:nvPr/>
        </p:nvSpPr>
        <p:spPr>
          <a:xfrm>
            <a:off x="9813374" y="3767334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Belastingmodel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E4FE3-3E8E-029A-D355-BA9945C83685}"/>
              </a:ext>
            </a:extLst>
          </p:cNvPr>
          <p:cNvSpPr/>
          <p:nvPr/>
        </p:nvSpPr>
        <p:spPr>
          <a:xfrm>
            <a:off x="1033299" y="37603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Generieke</a:t>
            </a:r>
            <a:r>
              <a:rPr lang="en-GB" sz="1400" dirty="0">
                <a:solidFill>
                  <a:schemeClr val="tx1"/>
                </a:solidFill>
              </a:rPr>
              <a:t> model </a:t>
            </a:r>
            <a:r>
              <a:rPr lang="en-GB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B9DD78-21CE-0AC6-7830-6755D309F6C8}"/>
              </a:ext>
            </a:extLst>
          </p:cNvPr>
          <p:cNvSpPr/>
          <p:nvPr/>
        </p:nvSpPr>
        <p:spPr>
          <a:xfrm>
            <a:off x="6522459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Crude Monte Carlo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4DC85-8EB0-33F7-F6EE-41A59239C9CC}"/>
              </a:ext>
            </a:extLst>
          </p:cNvPr>
          <p:cNvSpPr/>
          <p:nvPr/>
        </p:nvSpPr>
        <p:spPr>
          <a:xfrm>
            <a:off x="1021097" y="30839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Gevoeligheids</a:t>
            </a:r>
            <a:r>
              <a:rPr lang="en-GB" sz="1400" dirty="0">
                <a:solidFill>
                  <a:schemeClr val="tx1"/>
                </a:solidFill>
              </a:rPr>
              <a:t>-analyse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5F36C-91ED-F903-302A-5BB794C1C61F}"/>
              </a:ext>
            </a:extLst>
          </p:cNvPr>
          <p:cNvSpPr/>
          <p:nvPr/>
        </p:nvSpPr>
        <p:spPr>
          <a:xfrm>
            <a:off x="1031877" y="2397834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Model-</a:t>
            </a:r>
            <a:r>
              <a:rPr lang="en-GB" sz="1400" dirty="0" err="1">
                <a:solidFill>
                  <a:schemeClr val="tx1"/>
                </a:solidFill>
              </a:rPr>
              <a:t>onzekerheid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BCAE9-0BF4-0CC4-7735-E4FE5FA3C34C}"/>
              </a:ext>
            </a:extLst>
          </p:cNvPr>
          <p:cNvSpPr/>
          <p:nvPr/>
        </p:nvSpPr>
        <p:spPr>
          <a:xfrm>
            <a:off x="2889754" y="31052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Statistische</a:t>
            </a:r>
            <a:r>
              <a:rPr lang="en-GB" sz="1400" dirty="0">
                <a:solidFill>
                  <a:schemeClr val="tx1"/>
                </a:solidFill>
              </a:rPr>
              <a:t> analyse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78CB80-EF25-597D-6103-C58751AE5333}"/>
              </a:ext>
            </a:extLst>
          </p:cNvPr>
          <p:cNvSpPr/>
          <p:nvPr/>
        </p:nvSpPr>
        <p:spPr>
          <a:xfrm>
            <a:off x="6506620" y="378630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Numerieke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err="1">
                <a:solidFill>
                  <a:schemeClr val="tx1"/>
                </a:solidFill>
              </a:rPr>
              <a:t>integratie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17FA79-F5FC-9434-24FB-88F020289007}"/>
              </a:ext>
            </a:extLst>
          </p:cNvPr>
          <p:cNvSpPr/>
          <p:nvPr/>
        </p:nvSpPr>
        <p:spPr>
          <a:xfrm>
            <a:off x="1033299" y="44367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Kalibratie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3559A-D4E7-BF72-9461-B0216E2991DE}"/>
              </a:ext>
            </a:extLst>
          </p:cNvPr>
          <p:cNvSpPr/>
          <p:nvPr/>
        </p:nvSpPr>
        <p:spPr>
          <a:xfrm>
            <a:off x="1031877" y="5111149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Surrogate modelling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4B90E-E32A-BA5C-7BF4-E65072C82092}"/>
              </a:ext>
            </a:extLst>
          </p:cNvPr>
          <p:cNvSpPr/>
          <p:nvPr/>
        </p:nvSpPr>
        <p:spPr>
          <a:xfrm>
            <a:off x="4647639" y="44443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Hohenbichler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9E452B-46E7-12FF-C43B-DDA62AA9BAC3}"/>
              </a:ext>
            </a:extLst>
          </p:cNvPr>
          <p:cNvSpPr/>
          <p:nvPr/>
        </p:nvSpPr>
        <p:spPr>
          <a:xfrm>
            <a:off x="2889753" y="443673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</a:t>
            </a:r>
            <a:r>
              <a:rPr lang="en-US" sz="1400" dirty="0" err="1">
                <a:solidFill>
                  <a:schemeClr val="tx1"/>
                </a:solidFill>
              </a:rPr>
              <a:t>combin-methodes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762395-D545-63CD-5FBE-3EA976747D7B}"/>
              </a:ext>
            </a:extLst>
          </p:cNvPr>
          <p:cNvSpPr/>
          <p:nvPr/>
        </p:nvSpPr>
        <p:spPr>
          <a:xfrm>
            <a:off x="8197212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FORM+DS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EB3806-C680-4C48-6949-B617408081AD}"/>
              </a:ext>
            </a:extLst>
          </p:cNvPr>
          <p:cNvSpPr/>
          <p:nvPr/>
        </p:nvSpPr>
        <p:spPr>
          <a:xfrm>
            <a:off x="8186940" y="30926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Fortran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D992A3-639E-A32E-7396-79EF2289AAA7}"/>
              </a:ext>
            </a:extLst>
          </p:cNvPr>
          <p:cNvSpPr/>
          <p:nvPr/>
        </p:nvSpPr>
        <p:spPr>
          <a:xfrm>
            <a:off x="4621763" y="51111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.Net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30486F-294E-ED26-EF05-C891BD31A650}"/>
              </a:ext>
            </a:extLst>
          </p:cNvPr>
          <p:cNvSpPr/>
          <p:nvPr/>
        </p:nvSpPr>
        <p:spPr>
          <a:xfrm>
            <a:off x="6506620" y="444434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Startmethodes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9623E2-F89C-3F59-2BB1-E3C096BF62E1}"/>
              </a:ext>
            </a:extLst>
          </p:cNvPr>
          <p:cNvSpPr/>
          <p:nvPr/>
        </p:nvSpPr>
        <p:spPr>
          <a:xfrm>
            <a:off x="9813373" y="443673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Config database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3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08281C5-4BCB-6785-9B7F-99751CCC1DC1}"/>
              </a:ext>
            </a:extLst>
          </p:cNvPr>
          <p:cNvSpPr/>
          <p:nvPr/>
        </p:nvSpPr>
        <p:spPr>
          <a:xfrm>
            <a:off x="301260" y="3535465"/>
            <a:ext cx="11262090" cy="3191614"/>
          </a:xfrm>
          <a:prstGeom prst="rect">
            <a:avLst/>
          </a:prstGeom>
          <a:solidFill>
            <a:srgbClr val="99FF99">
              <a:alpha val="40000"/>
            </a:srgbClr>
          </a:solidFill>
          <a:ln>
            <a:solidFill>
              <a:srgbClr val="99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Probabilistic library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465C822-A491-3F4A-7FC9-61A92F7DA9A1}"/>
              </a:ext>
            </a:extLst>
          </p:cNvPr>
          <p:cNvSpPr/>
          <p:nvPr/>
        </p:nvSpPr>
        <p:spPr>
          <a:xfrm>
            <a:off x="3307819" y="3592507"/>
            <a:ext cx="4999809" cy="1463404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C++/CLI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64912E-DB74-A03F-80D0-87CDD12B64CB}"/>
              </a:ext>
            </a:extLst>
          </p:cNvPr>
          <p:cNvSpPr/>
          <p:nvPr/>
        </p:nvSpPr>
        <p:spPr>
          <a:xfrm>
            <a:off x="3294575" y="5174503"/>
            <a:ext cx="4999809" cy="1352553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E62D98-F208-5E5F-1B44-F0F1B6EE2718}"/>
              </a:ext>
            </a:extLst>
          </p:cNvPr>
          <p:cNvSpPr/>
          <p:nvPr/>
        </p:nvSpPr>
        <p:spPr>
          <a:xfrm>
            <a:off x="8495591" y="1266825"/>
            <a:ext cx="277717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C/Fortran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0890-B117-E274-AE54-55CCFC2CDC6A}"/>
              </a:ext>
            </a:extLst>
          </p:cNvPr>
          <p:cNvSpPr/>
          <p:nvPr/>
        </p:nvSpPr>
        <p:spPr>
          <a:xfrm>
            <a:off x="3294576" y="1266825"/>
            <a:ext cx="4999809" cy="2220272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307394-7526-FA83-7FFB-8C9875D647BD}"/>
              </a:ext>
            </a:extLst>
          </p:cNvPr>
          <p:cNvSpPr/>
          <p:nvPr/>
        </p:nvSpPr>
        <p:spPr>
          <a:xfrm>
            <a:off x="554444" y="1266825"/>
            <a:ext cx="259121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182FA-E216-F5B5-85A6-19B688C4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Probabilististic</a:t>
            </a:r>
            <a:r>
              <a:rPr lang="en-US" dirty="0"/>
              <a:t> library - </a:t>
            </a:r>
            <a:r>
              <a:rPr lang="en-US" dirty="0" err="1"/>
              <a:t>implementatie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F7F5-1179-ACD8-655E-AEB0B0C7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52713" y="6994523"/>
            <a:ext cx="450000" cy="184666"/>
          </a:xfrm>
        </p:spPr>
        <p:txBody>
          <a:bodyPr/>
          <a:lstStyle/>
          <a:p>
            <a:fld id="{F42B3F14-D836-496B-80A2-23BE75BD68CB}" type="slidenum">
              <a:rPr lang="nl-NL" smtClean="0"/>
              <a:t>7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1F893A-5B4E-1DDB-980C-28B476991BDE}"/>
              </a:ext>
            </a:extLst>
          </p:cNvPr>
          <p:cNvSpPr/>
          <p:nvPr/>
        </p:nvSpPr>
        <p:spPr>
          <a:xfrm>
            <a:off x="4381500" y="5514975"/>
            <a:ext cx="2686050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 kernel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7218E7-E285-3004-B5A8-4620F91C596D}"/>
              </a:ext>
            </a:extLst>
          </p:cNvPr>
          <p:cNvSpPr/>
          <p:nvPr/>
        </p:nvSpPr>
        <p:spPr>
          <a:xfrm>
            <a:off x="703362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BDE4C6-94B9-8718-D124-DEB0A37BDE62}"/>
              </a:ext>
            </a:extLst>
          </p:cNvPr>
          <p:cNvSpPr/>
          <p:nvPr/>
        </p:nvSpPr>
        <p:spPr>
          <a:xfrm>
            <a:off x="4542254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.Net</a:t>
            </a:r>
            <a:r>
              <a:rPr lang="en-US" dirty="0"/>
              <a:t> interface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431E76-8788-1A10-6DF1-8E8B0BC83CD3}"/>
              </a:ext>
            </a:extLst>
          </p:cNvPr>
          <p:cNvSpPr/>
          <p:nvPr/>
        </p:nvSpPr>
        <p:spPr>
          <a:xfrm>
            <a:off x="8615819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C-interface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974868-9651-3FD4-DC4D-2C2C510CE5A1}"/>
              </a:ext>
            </a:extLst>
          </p:cNvPr>
          <p:cNvSpPr/>
          <p:nvPr/>
        </p:nvSpPr>
        <p:spPr>
          <a:xfrm>
            <a:off x="8615819" y="211399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20ABD-6CC2-5FCF-B73E-95ACBE3961D9}"/>
              </a:ext>
            </a:extLst>
          </p:cNvPr>
          <p:cNvSpPr/>
          <p:nvPr/>
        </p:nvSpPr>
        <p:spPr>
          <a:xfrm>
            <a:off x="3333520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1F2078-BA63-3004-AF81-EC56B8AF5CE6}"/>
              </a:ext>
            </a:extLst>
          </p:cNvPr>
          <p:cNvSpPr/>
          <p:nvPr/>
        </p:nvSpPr>
        <p:spPr>
          <a:xfrm>
            <a:off x="5796711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 Suite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BA7DC-DFD4-C8BD-C0D0-D56BFE7DD7AB}"/>
              </a:ext>
            </a:extLst>
          </p:cNvPr>
          <p:cNvSpPr/>
          <p:nvPr/>
        </p:nvSpPr>
        <p:spPr>
          <a:xfrm>
            <a:off x="703361" y="203257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tools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0DB0B9-4185-393D-0546-6F29B0B3AFD5}"/>
              </a:ext>
            </a:extLst>
          </p:cNvPr>
          <p:cNvCxnSpPr>
            <a:stCxn id="15" idx="4"/>
            <a:endCxn id="8" idx="0"/>
          </p:cNvCxnSpPr>
          <p:nvPr/>
        </p:nvCxnSpPr>
        <p:spPr>
          <a:xfrm>
            <a:off x="1877738" y="2946976"/>
            <a:ext cx="1" cy="926624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12941-2B8A-4A47-4ECF-BB5E13365E01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5716631" y="4788000"/>
            <a:ext cx="7894" cy="726975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4540FF-332A-CEAC-8546-D6E5A3549423}"/>
              </a:ext>
            </a:extLst>
          </p:cNvPr>
          <p:cNvCxnSpPr>
            <a:cxnSpLocks/>
            <a:stCxn id="12" idx="4"/>
            <a:endCxn id="11" idx="0"/>
          </p:cNvCxnSpPr>
          <p:nvPr/>
        </p:nvCxnSpPr>
        <p:spPr>
          <a:xfrm>
            <a:off x="9790196" y="3028391"/>
            <a:ext cx="0" cy="845209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90C4802-2129-05D8-C760-9607B1026947}"/>
              </a:ext>
            </a:extLst>
          </p:cNvPr>
          <p:cNvCxnSpPr>
            <a:cxnSpLocks/>
            <a:stCxn id="8" idx="4"/>
            <a:endCxn id="7" idx="2"/>
          </p:cNvCxnSpPr>
          <p:nvPr/>
        </p:nvCxnSpPr>
        <p:spPr>
          <a:xfrm rot="16200000" flipH="1">
            <a:off x="2537532" y="4128206"/>
            <a:ext cx="1184175" cy="2503761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AC609E2-263B-CA38-5FFF-9ED9107AB248}"/>
              </a:ext>
            </a:extLst>
          </p:cNvPr>
          <p:cNvCxnSpPr>
            <a:cxnSpLocks/>
            <a:stCxn id="13" idx="4"/>
            <a:endCxn id="10" idx="0"/>
          </p:cNvCxnSpPr>
          <p:nvPr/>
        </p:nvCxnSpPr>
        <p:spPr>
          <a:xfrm rot="16200000" flipH="1">
            <a:off x="4665756" y="2822725"/>
            <a:ext cx="893016" cy="1208734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A00F31F-66A3-567E-D29C-DD79FD5B1775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 rot="5400000">
            <a:off x="5897352" y="2799864"/>
            <a:ext cx="893016" cy="1254457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CBF005A-9913-7776-5E05-268460A47DF2}"/>
              </a:ext>
            </a:extLst>
          </p:cNvPr>
          <p:cNvCxnSpPr>
            <a:cxnSpLocks/>
            <a:stCxn id="11" idx="4"/>
            <a:endCxn id="7" idx="6"/>
          </p:cNvCxnSpPr>
          <p:nvPr/>
        </p:nvCxnSpPr>
        <p:spPr>
          <a:xfrm rot="5400000">
            <a:off x="7836786" y="4018764"/>
            <a:ext cx="1184175" cy="2722646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2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2" grpId="0" animBg="1"/>
      <p:bldP spid="45" grpId="0" animBg="1"/>
      <p:bldP spid="44" grpId="0" animBg="1"/>
      <p:bldP spid="43" grpId="0" animBg="1"/>
      <p:bldP spid="42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82FA-E216-F5B5-85A6-19B688C4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51170"/>
            <a:ext cx="10517113" cy="936000"/>
          </a:xfrm>
        </p:spPr>
        <p:txBody>
          <a:bodyPr/>
          <a:lstStyle/>
          <a:p>
            <a:r>
              <a:rPr lang="en-US" dirty="0" err="1"/>
              <a:t>Probabilististic</a:t>
            </a:r>
            <a:r>
              <a:rPr lang="en-US" dirty="0"/>
              <a:t> library – Python interface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F7F5-1179-ACD8-655E-AEB0B0C7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663" y="6603998"/>
            <a:ext cx="450000" cy="184666"/>
          </a:xfrm>
        </p:spPr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1F893A-5B4E-1DDB-980C-28B476991BDE}"/>
              </a:ext>
            </a:extLst>
          </p:cNvPr>
          <p:cNvSpPr/>
          <p:nvPr/>
        </p:nvSpPr>
        <p:spPr>
          <a:xfrm>
            <a:off x="5992483" y="4715153"/>
            <a:ext cx="2686050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 kernel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974868-9651-3FD4-DC4D-2C2C510CE5A1}"/>
              </a:ext>
            </a:extLst>
          </p:cNvPr>
          <p:cNvSpPr/>
          <p:nvPr/>
        </p:nvSpPr>
        <p:spPr>
          <a:xfrm>
            <a:off x="9280120" y="471647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20ABD-6CC2-5FCF-B73E-95ACBE3961D9}"/>
              </a:ext>
            </a:extLst>
          </p:cNvPr>
          <p:cNvSpPr/>
          <p:nvPr/>
        </p:nvSpPr>
        <p:spPr>
          <a:xfrm>
            <a:off x="218102" y="464980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 model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BA7DC-DFD4-C8BD-C0D0-D56BFE7DD7AB}"/>
              </a:ext>
            </a:extLst>
          </p:cNvPr>
          <p:cNvSpPr/>
          <p:nvPr/>
        </p:nvSpPr>
        <p:spPr>
          <a:xfrm>
            <a:off x="3042143" y="471515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your python 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CC3250-F13B-319C-88B0-99480B227C9D}"/>
              </a:ext>
            </a:extLst>
          </p:cNvPr>
          <p:cNvSpPr/>
          <p:nvPr/>
        </p:nvSpPr>
        <p:spPr>
          <a:xfrm>
            <a:off x="4620753" y="269703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streams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name to be discussed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1EEBC8-CC34-F8C6-4758-121CAD49EEA0}"/>
              </a:ext>
            </a:extLst>
          </p:cNvPr>
          <p:cNvSpPr/>
          <p:nvPr/>
        </p:nvSpPr>
        <p:spPr>
          <a:xfrm>
            <a:off x="1275296" y="269703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ptk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C8FEEA-60B9-9DE9-492E-1037B7C8F8D8}"/>
              </a:ext>
            </a:extLst>
          </p:cNvPr>
          <p:cNvSpPr/>
          <p:nvPr/>
        </p:nvSpPr>
        <p:spPr>
          <a:xfrm>
            <a:off x="8340455" y="2697034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hydra-ring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1FCAAD4-A2FC-22D2-E5C1-2BB7DFCBEE2F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 rot="16200000" flipH="1">
            <a:off x="6013460" y="3393105"/>
            <a:ext cx="1103718" cy="15403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5FC4112-2EED-40EA-0471-FE1813A2EA3C}"/>
              </a:ext>
            </a:extLst>
          </p:cNvPr>
          <p:cNvCxnSpPr>
            <a:cxnSpLocks/>
            <a:stCxn id="3" idx="4"/>
            <a:endCxn id="15" idx="0"/>
          </p:cNvCxnSpPr>
          <p:nvPr/>
        </p:nvCxnSpPr>
        <p:spPr>
          <a:xfrm rot="5400000">
            <a:off x="4453966" y="3373989"/>
            <a:ext cx="1103718" cy="15786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26DC3C1-D12C-B814-9DBE-54C230190B00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 rot="5400000">
            <a:off x="1401893" y="3602021"/>
            <a:ext cx="1038366" cy="10571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90BAF7E-3045-5FE9-57B4-C59888D43348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16200000" flipH="1">
            <a:off x="9432143" y="3694122"/>
            <a:ext cx="1105042" cy="9396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DAC4072-6555-FA9A-7ED8-C2159B853EF1}"/>
              </a:ext>
            </a:extLst>
          </p:cNvPr>
          <p:cNvSpPr/>
          <p:nvPr/>
        </p:nvSpPr>
        <p:spPr>
          <a:xfrm>
            <a:off x="4620753" y="113611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your script</a:t>
            </a:r>
            <a:endParaRPr lang="en-US" sz="1200" i="1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2E0EBD5-D0C1-6A17-D5E9-B8F22789F009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3624049" y="3154235"/>
            <a:ext cx="9967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0D1B76-5164-D3E0-8375-CB8FC0BF91F2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>
            <a:off x="6969506" y="3154234"/>
            <a:ext cx="137094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4635B-8056-6605-7237-CE99A2F5A298}"/>
              </a:ext>
            </a:extLst>
          </p:cNvPr>
          <p:cNvCxnSpPr>
            <a:cxnSpLocks/>
            <a:stCxn id="38" idx="4"/>
            <a:endCxn id="3" idx="0"/>
          </p:cNvCxnSpPr>
          <p:nvPr/>
        </p:nvCxnSpPr>
        <p:spPr>
          <a:xfrm>
            <a:off x="5795130" y="2050515"/>
            <a:ext cx="0" cy="646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045B84-7694-FFAE-A6F1-AA6F63B941C9}"/>
              </a:ext>
            </a:extLst>
          </p:cNvPr>
          <p:cNvCxnSpPr>
            <a:cxnSpLocks/>
            <a:stCxn id="38" idx="6"/>
            <a:endCxn id="5" idx="0"/>
          </p:cNvCxnSpPr>
          <p:nvPr/>
        </p:nvCxnSpPr>
        <p:spPr>
          <a:xfrm>
            <a:off x="6969506" y="1593315"/>
            <a:ext cx="2545326" cy="1103719"/>
          </a:xfrm>
          <a:prstGeom prst="bentConnector2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CAAB5E6-2982-CD04-C666-56DEBBB4FD7C}"/>
              </a:ext>
            </a:extLst>
          </p:cNvPr>
          <p:cNvCxnSpPr>
            <a:cxnSpLocks/>
            <a:stCxn id="38" idx="2"/>
            <a:endCxn id="4" idx="0"/>
          </p:cNvCxnSpPr>
          <p:nvPr/>
        </p:nvCxnSpPr>
        <p:spPr>
          <a:xfrm rot="10800000" flipV="1">
            <a:off x="2449673" y="1593315"/>
            <a:ext cx="2171080" cy="1103720"/>
          </a:xfrm>
          <a:prstGeom prst="bentConnector2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9A2BC83-4701-6195-43FC-5B0CF71241B0}"/>
              </a:ext>
            </a:extLst>
          </p:cNvPr>
          <p:cNvSpPr/>
          <p:nvPr/>
        </p:nvSpPr>
        <p:spPr>
          <a:xfrm>
            <a:off x="6521246" y="3866082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c-</a:t>
            </a:r>
            <a:r>
              <a:rPr lang="en-US" sz="1400" dirty="0" err="1">
                <a:solidFill>
                  <a:schemeClr val="tx1"/>
                </a:solidFill>
              </a:rPr>
              <a:t>dll</a:t>
            </a:r>
            <a:r>
              <a:rPr lang="en-US" sz="1400" dirty="0">
                <a:solidFill>
                  <a:schemeClr val="tx1"/>
                </a:solidFill>
              </a:rPr>
              <a:t> interface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F6074F3-F3A5-5D29-4A84-4EB54E065C5B}"/>
              </a:ext>
            </a:extLst>
          </p:cNvPr>
          <p:cNvSpPr/>
          <p:nvPr/>
        </p:nvSpPr>
        <p:spPr>
          <a:xfrm>
            <a:off x="8718748" y="3908702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c-</a:t>
            </a:r>
            <a:r>
              <a:rPr lang="en-US" sz="1400" dirty="0" err="1">
                <a:solidFill>
                  <a:schemeClr val="tx1"/>
                </a:solidFill>
              </a:rPr>
              <a:t>dll</a:t>
            </a:r>
            <a:r>
              <a:rPr lang="en-US" sz="1400" dirty="0">
                <a:solidFill>
                  <a:schemeClr val="tx1"/>
                </a:solidFill>
              </a:rPr>
              <a:t> interface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272BE74-9AC5-B9E8-390C-D2384776D831}"/>
              </a:ext>
            </a:extLst>
          </p:cNvPr>
          <p:cNvSpPr/>
          <p:nvPr/>
        </p:nvSpPr>
        <p:spPr>
          <a:xfrm>
            <a:off x="3535213" y="3882135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callback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AAA1D37-FFBF-44B0-E1AB-313B6E06BDD8}"/>
              </a:ext>
            </a:extLst>
          </p:cNvPr>
          <p:cNvSpPr/>
          <p:nvPr/>
        </p:nvSpPr>
        <p:spPr>
          <a:xfrm>
            <a:off x="450016" y="3822482"/>
            <a:ext cx="1650560" cy="444223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process with socket connection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844D1A2-F25C-B253-0968-CF6C0DE76018}"/>
              </a:ext>
            </a:extLst>
          </p:cNvPr>
          <p:cNvSpPr/>
          <p:nvPr/>
        </p:nvSpPr>
        <p:spPr>
          <a:xfrm>
            <a:off x="4374954" y="5385690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F273CFD-9284-CFC1-5FA0-F56F37278395}"/>
              </a:ext>
            </a:extLst>
          </p:cNvPr>
          <p:cNvSpPr/>
          <p:nvPr/>
        </p:nvSpPr>
        <p:spPr>
          <a:xfrm>
            <a:off x="7824413" y="5452364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7F4F412-4BA3-92F4-5305-B83D0818EABE}"/>
              </a:ext>
            </a:extLst>
          </p:cNvPr>
          <p:cNvSpPr/>
          <p:nvPr/>
        </p:nvSpPr>
        <p:spPr>
          <a:xfrm>
            <a:off x="1786094" y="5385688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E4FFE8C-F340-1FE2-7B55-533757BA0B9A}"/>
              </a:ext>
            </a:extLst>
          </p:cNvPr>
          <p:cNvSpPr/>
          <p:nvPr/>
        </p:nvSpPr>
        <p:spPr>
          <a:xfrm>
            <a:off x="9468638" y="5988301"/>
            <a:ext cx="1971716" cy="80503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Hydra-Ring exe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0D8220D-60C0-C96B-A180-A50B858D69FE}"/>
              </a:ext>
            </a:extLst>
          </p:cNvPr>
          <p:cNvSpPr/>
          <p:nvPr/>
        </p:nvSpPr>
        <p:spPr>
          <a:xfrm>
            <a:off x="406620" y="5942140"/>
            <a:ext cx="1971716" cy="80503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D-Stability exe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6B1F8E-364D-4685-4D71-D766124ABF80}"/>
              </a:ext>
            </a:extLst>
          </p:cNvPr>
          <p:cNvCxnSpPr>
            <a:cxnSpLocks/>
            <a:stCxn id="13" idx="4"/>
            <a:endCxn id="75" idx="0"/>
          </p:cNvCxnSpPr>
          <p:nvPr/>
        </p:nvCxnSpPr>
        <p:spPr>
          <a:xfrm flipH="1">
            <a:off x="1392478" y="5564201"/>
            <a:ext cx="1" cy="37793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C0A6670-6614-76B4-B844-6011846A4D82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10454496" y="5629553"/>
            <a:ext cx="0" cy="358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A099123-C9C7-6B4E-905B-A84A8026798A}"/>
              </a:ext>
            </a:extLst>
          </p:cNvPr>
          <p:cNvSpPr/>
          <p:nvPr/>
        </p:nvSpPr>
        <p:spPr>
          <a:xfrm>
            <a:off x="10314711" y="5452364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18526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5" grpId="0" animBg="1"/>
      <p:bldP spid="3" grpId="0" animBg="1"/>
      <p:bldP spid="4" grpId="0" animBg="1"/>
      <p:bldP spid="5" grpId="0" animBg="1"/>
      <p:bldP spid="38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4" grpId="0" animBg="1"/>
      <p:bldP spid="75" grpId="0" animBg="1"/>
      <p:bldP spid="7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C9D-932E-557C-2120-11E9F3EB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5" y="326571"/>
            <a:ext cx="10517113" cy="936000"/>
          </a:xfrm>
        </p:spPr>
        <p:txBody>
          <a:bodyPr/>
          <a:lstStyle/>
          <a:p>
            <a:r>
              <a:rPr lang="en-US" dirty="0"/>
              <a:t>Probabilistic library – Language interface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0ED6-04EE-86B4-DB69-829AEE69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79ADE-81B7-788D-829D-C538ADF4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2F73D3-F9D1-31D4-F0C9-B0652FC49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6" y="1858870"/>
            <a:ext cx="4628839" cy="2983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45A888-BD21-05B7-3E5E-F6CFF173C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544" y="1711845"/>
            <a:ext cx="3577727" cy="18975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CB46B-D313-87B6-0E1E-4FA39FD50821}"/>
              </a:ext>
            </a:extLst>
          </p:cNvPr>
          <p:cNvSpPr/>
          <p:nvPr/>
        </p:nvSpPr>
        <p:spPr>
          <a:xfrm>
            <a:off x="377729" y="1356240"/>
            <a:ext cx="4106889" cy="4102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0E1E41-2552-3B7A-8CF9-8D4824548DAF}"/>
              </a:ext>
            </a:extLst>
          </p:cNvPr>
          <p:cNvSpPr/>
          <p:nvPr/>
        </p:nvSpPr>
        <p:spPr>
          <a:xfrm>
            <a:off x="8451713" y="1356239"/>
            <a:ext cx="3249616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6C91F7-E3C2-50F9-D315-FC4EFDF39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82" y="1777574"/>
            <a:ext cx="3638831" cy="324872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E1FDD8-2975-C11D-3ED4-3718FFD921B8}"/>
              </a:ext>
            </a:extLst>
          </p:cNvPr>
          <p:cNvSpPr/>
          <p:nvPr/>
        </p:nvSpPr>
        <p:spPr>
          <a:xfrm>
            <a:off x="4734071" y="1356241"/>
            <a:ext cx="3577727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 DLL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4AA8E-872E-1F82-A5CE-218B6FB74BF0}"/>
              </a:ext>
            </a:extLst>
          </p:cNvPr>
          <p:cNvSpPr/>
          <p:nvPr/>
        </p:nvSpPr>
        <p:spPr>
          <a:xfrm>
            <a:off x="1493446" y="5803073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Shadow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1A91C-A46D-C45B-964E-41360D66F2C4}"/>
              </a:ext>
            </a:extLst>
          </p:cNvPr>
          <p:cNvSpPr/>
          <p:nvPr/>
        </p:nvSpPr>
        <p:spPr>
          <a:xfrm>
            <a:off x="9138794" y="5803074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 class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9272A9E7-F80E-99E9-9568-0572E6BC706E}"/>
              </a:ext>
            </a:extLst>
          </p:cNvPr>
          <p:cNvSpPr/>
          <p:nvPr/>
        </p:nvSpPr>
        <p:spPr>
          <a:xfrm>
            <a:off x="3368899" y="5979624"/>
            <a:ext cx="5769895" cy="18791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FD0FB980-9FBD-FAE9-EB53-9D05B223ACAE}"/>
              </a:ext>
            </a:extLst>
          </p:cNvPr>
          <p:cNvSpPr/>
          <p:nvPr/>
        </p:nvSpPr>
        <p:spPr>
          <a:xfrm rot="16200000">
            <a:off x="2265476" y="5560432"/>
            <a:ext cx="331392" cy="1538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1EF2E0B3-4D18-BEB6-E14B-6343DC46EECC}"/>
              </a:ext>
            </a:extLst>
          </p:cNvPr>
          <p:cNvSpPr/>
          <p:nvPr/>
        </p:nvSpPr>
        <p:spPr>
          <a:xfrm rot="16200000">
            <a:off x="9910824" y="5553796"/>
            <a:ext cx="331392" cy="1538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0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C9D-932E-557C-2120-11E9F3EB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5" y="326571"/>
            <a:ext cx="10517113" cy="936000"/>
          </a:xfrm>
        </p:spPr>
        <p:txBody>
          <a:bodyPr/>
          <a:lstStyle/>
          <a:p>
            <a:r>
              <a:rPr lang="en-US" dirty="0"/>
              <a:t>Probabilistic library – Language interface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0ED6-04EE-86B4-DB69-829AEE69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79ADE-81B7-788D-829D-C538ADF4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45A888-BD21-05B7-3E5E-F6CFF173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544" y="1711845"/>
            <a:ext cx="3577727" cy="1897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0E1E41-2552-3B7A-8CF9-8D4824548DAF}"/>
              </a:ext>
            </a:extLst>
          </p:cNvPr>
          <p:cNvSpPr/>
          <p:nvPr/>
        </p:nvSpPr>
        <p:spPr>
          <a:xfrm>
            <a:off x="8451713" y="1356239"/>
            <a:ext cx="3249616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4AA8E-872E-1F82-A5CE-218B6FB74BF0}"/>
              </a:ext>
            </a:extLst>
          </p:cNvPr>
          <p:cNvSpPr/>
          <p:nvPr/>
        </p:nvSpPr>
        <p:spPr>
          <a:xfrm>
            <a:off x="1493446" y="5803073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Shadow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1A91C-A46D-C45B-964E-41360D66F2C4}"/>
              </a:ext>
            </a:extLst>
          </p:cNvPr>
          <p:cNvSpPr/>
          <p:nvPr/>
        </p:nvSpPr>
        <p:spPr>
          <a:xfrm>
            <a:off x="9138794" y="5803074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 class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9272A9E7-F80E-99E9-9568-0572E6BC706E}"/>
              </a:ext>
            </a:extLst>
          </p:cNvPr>
          <p:cNvSpPr/>
          <p:nvPr/>
        </p:nvSpPr>
        <p:spPr>
          <a:xfrm>
            <a:off x="3368899" y="5979624"/>
            <a:ext cx="5769895" cy="18791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FD0FB980-9FBD-FAE9-EB53-9D05B223ACAE}"/>
              </a:ext>
            </a:extLst>
          </p:cNvPr>
          <p:cNvSpPr/>
          <p:nvPr/>
        </p:nvSpPr>
        <p:spPr>
          <a:xfrm rot="16200000">
            <a:off x="2265476" y="5560432"/>
            <a:ext cx="331392" cy="1538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1EF2E0B3-4D18-BEB6-E14B-6343DC46EECC}"/>
              </a:ext>
            </a:extLst>
          </p:cNvPr>
          <p:cNvSpPr/>
          <p:nvPr/>
        </p:nvSpPr>
        <p:spPr>
          <a:xfrm rot="16200000">
            <a:off x="9910824" y="5553796"/>
            <a:ext cx="331392" cy="1538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EB443E-99DA-D66C-EE40-9730D58E0408}"/>
              </a:ext>
            </a:extLst>
          </p:cNvPr>
          <p:cNvSpPr/>
          <p:nvPr/>
        </p:nvSpPr>
        <p:spPr>
          <a:xfrm>
            <a:off x="377730" y="1350855"/>
            <a:ext cx="7858814" cy="4102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 / CLI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0B000B-3421-BFC7-82C0-03938C921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81" y="1707103"/>
            <a:ext cx="6299213" cy="330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0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C9D-932E-557C-2120-11E9F3EB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5" y="326571"/>
            <a:ext cx="10517113" cy="936000"/>
          </a:xfrm>
        </p:spPr>
        <p:txBody>
          <a:bodyPr/>
          <a:lstStyle/>
          <a:p>
            <a:r>
              <a:rPr lang="en-US" dirty="0"/>
              <a:t>Probabilistic library – Language interface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0ED6-04EE-86B4-DB69-829AEE69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79ADE-81B7-788D-829D-C538ADF4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11</a:t>
            </a:fld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4AA8E-872E-1F82-A5CE-218B6FB74BF0}"/>
              </a:ext>
            </a:extLst>
          </p:cNvPr>
          <p:cNvSpPr/>
          <p:nvPr/>
        </p:nvSpPr>
        <p:spPr>
          <a:xfrm>
            <a:off x="4542671" y="5821949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Shadow 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1A91C-A46D-C45B-964E-41360D66F2C4}"/>
              </a:ext>
            </a:extLst>
          </p:cNvPr>
          <p:cNvSpPr/>
          <p:nvPr/>
        </p:nvSpPr>
        <p:spPr>
          <a:xfrm>
            <a:off x="802662" y="5813511"/>
            <a:ext cx="1875453" cy="503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 class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9272A9E7-F80E-99E9-9568-0572E6BC706E}"/>
              </a:ext>
            </a:extLst>
          </p:cNvPr>
          <p:cNvSpPr/>
          <p:nvPr/>
        </p:nvSpPr>
        <p:spPr>
          <a:xfrm>
            <a:off x="2678116" y="5979624"/>
            <a:ext cx="1875454" cy="21699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FD0FB980-9FBD-FAE9-EB53-9D05B223ACAE}"/>
              </a:ext>
            </a:extLst>
          </p:cNvPr>
          <p:cNvSpPr/>
          <p:nvPr/>
        </p:nvSpPr>
        <p:spPr>
          <a:xfrm rot="16200000">
            <a:off x="1619683" y="5538914"/>
            <a:ext cx="395303" cy="15389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BC2D74-4F07-6A8A-51E2-57AD8226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05" y="1794712"/>
            <a:ext cx="3464207" cy="29541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513A12-2007-DDD0-9691-1EE655A0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3" y="1853154"/>
            <a:ext cx="3272165" cy="28957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0E1E41-2552-3B7A-8CF9-8D4824548DAF}"/>
              </a:ext>
            </a:extLst>
          </p:cNvPr>
          <p:cNvSpPr/>
          <p:nvPr/>
        </p:nvSpPr>
        <p:spPr>
          <a:xfrm>
            <a:off x="204358" y="1316041"/>
            <a:ext cx="3249616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C# / PTK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CB46B-D313-87B6-0E1E-4FA39FD50821}"/>
              </a:ext>
            </a:extLst>
          </p:cNvPr>
          <p:cNvSpPr/>
          <p:nvPr/>
        </p:nvSpPr>
        <p:spPr>
          <a:xfrm>
            <a:off x="3609202" y="1316041"/>
            <a:ext cx="3359770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 PTK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C5C19402-0397-8FCD-9E3E-29A75E577A32}"/>
              </a:ext>
            </a:extLst>
          </p:cNvPr>
          <p:cNvSpPr/>
          <p:nvPr/>
        </p:nvSpPr>
        <p:spPr>
          <a:xfrm rot="16200000">
            <a:off x="5241965" y="5547352"/>
            <a:ext cx="395303" cy="15389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3761BF-3317-0838-BC03-FC580CC0F664}"/>
              </a:ext>
            </a:extLst>
          </p:cNvPr>
          <p:cNvSpPr/>
          <p:nvPr/>
        </p:nvSpPr>
        <p:spPr>
          <a:xfrm>
            <a:off x="7180841" y="1316041"/>
            <a:ext cx="3436852" cy="4102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 Streams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3FE9AF-31C2-3894-9E09-39B97764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812" y="1856462"/>
            <a:ext cx="3248662" cy="2830662"/>
          </a:xfrm>
          <a:prstGeom prst="rect">
            <a:avLst/>
          </a:prstGeom>
        </p:spPr>
      </p:pic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31B404F3-143C-3F91-7102-33A705D6B5C3}"/>
              </a:ext>
            </a:extLst>
          </p:cNvPr>
          <p:cNvSpPr/>
          <p:nvPr/>
        </p:nvSpPr>
        <p:spPr>
          <a:xfrm>
            <a:off x="6418124" y="5426645"/>
            <a:ext cx="2684556" cy="769969"/>
          </a:xfrm>
          <a:prstGeom prst="bentUpArrow">
            <a:avLst>
              <a:gd name="adj1" fmla="val 15776"/>
              <a:gd name="adj2" fmla="val 10588"/>
              <a:gd name="adj3" fmla="val 215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DAA828-9203-1F78-D3B1-DA435F38032A}"/>
              </a:ext>
            </a:extLst>
          </p:cNvPr>
          <p:cNvSpPr/>
          <p:nvPr/>
        </p:nvSpPr>
        <p:spPr>
          <a:xfrm>
            <a:off x="2678117" y="6414533"/>
            <a:ext cx="1875453" cy="36726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 </a:t>
            </a:r>
            <a:r>
              <a:rPr lang="en-US" dirty="0" err="1">
                <a:solidFill>
                  <a:schemeClr val="tx1"/>
                </a:solidFill>
              </a:rPr>
              <a:t>proces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B66D43-A019-FF74-2568-04B726000EEF}"/>
              </a:ext>
            </a:extLst>
          </p:cNvPr>
          <p:cNvSpPr/>
          <p:nvPr/>
        </p:nvSpPr>
        <p:spPr>
          <a:xfrm>
            <a:off x="8164953" y="6316770"/>
            <a:ext cx="2378639" cy="36726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Model in model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4DC0D-3C6B-BF11-8944-91BE0A37F9D3}"/>
              </a:ext>
            </a:extLst>
          </p:cNvPr>
          <p:cNvSpPr/>
          <p:nvPr/>
        </p:nvSpPr>
        <p:spPr>
          <a:xfrm>
            <a:off x="10829561" y="1356239"/>
            <a:ext cx="665753" cy="4102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275125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11" grpId="0" animBg="1"/>
      <p:bldP spid="10" grpId="0" animBg="1"/>
      <p:bldP spid="24" grpId="0" animBg="1"/>
      <p:bldP spid="26" grpId="0" animBg="1"/>
      <p:bldP spid="29" grpId="0" animBg="1"/>
      <p:bldP spid="30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9449-A158-8C12-0348-DC8253F5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59F3-3FD4-5A84-5932-05F4C2BC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Notebooks:</a:t>
            </a:r>
          </a:p>
          <a:p>
            <a:pPr lvl="1"/>
            <a:r>
              <a:rPr lang="en-US" dirty="0"/>
              <a:t>Run up example</a:t>
            </a:r>
          </a:p>
          <a:p>
            <a:pPr lvl="1"/>
            <a:r>
              <a:rPr lang="en-US" dirty="0"/>
              <a:t>Hydra-Ring</a:t>
            </a:r>
          </a:p>
          <a:p>
            <a:pPr lvl="1"/>
            <a:r>
              <a:rPr lang="en-US" dirty="0"/>
              <a:t>Probabilistic toolkit connection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D9947-7CDC-DD44-8BE1-E815C3CF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8012C-BFB9-4159-DAF5-E688817C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0504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C182-D1B0-6615-245D-1CB692AA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4C8B-4F73-CF9F-CD48-3ECD1890C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JIRA</a:t>
            </a:r>
          </a:p>
          <a:p>
            <a:r>
              <a:rPr lang="nl-NL" dirty="0"/>
              <a:t>Github</a:t>
            </a:r>
          </a:p>
          <a:p>
            <a:r>
              <a:rPr lang="nl-NL" dirty="0" err="1"/>
              <a:t>TeamCity</a:t>
            </a:r>
            <a:endParaRPr lang="nl-NL" dirty="0"/>
          </a:p>
          <a:p>
            <a:pPr lvl="1"/>
            <a:r>
              <a:rPr lang="nl-NL" dirty="0" err="1"/>
              <a:t>Sig</a:t>
            </a:r>
            <a:r>
              <a:rPr lang="nl-NL" dirty="0"/>
              <a:t> </a:t>
            </a:r>
            <a:r>
              <a:rPr lang="nl-NL" dirty="0" err="1"/>
              <a:t>build</a:t>
            </a:r>
            <a:endParaRPr lang="nl-NL" dirty="0"/>
          </a:p>
          <a:p>
            <a:pPr lvl="1"/>
            <a:r>
              <a:rPr lang="nl-NL" dirty="0"/>
              <a:t>Code </a:t>
            </a:r>
            <a:r>
              <a:rPr lang="nl-NL" dirty="0" err="1"/>
              <a:t>coverage</a:t>
            </a:r>
            <a:r>
              <a:rPr lang="nl-NL" dirty="0"/>
              <a:t> </a:t>
            </a:r>
            <a:r>
              <a:rPr lang="nl-NL" dirty="0" err="1"/>
              <a:t>build</a:t>
            </a:r>
            <a:endParaRPr lang="nl-NL" dirty="0"/>
          </a:p>
          <a:p>
            <a:pPr lvl="1"/>
            <a:r>
              <a:rPr lang="nl-NL" dirty="0"/>
              <a:t>Treintje voor python </a:t>
            </a:r>
            <a:r>
              <a:rPr lang="nl-NL" dirty="0" err="1"/>
              <a:t>build</a:t>
            </a:r>
            <a:r>
              <a:rPr lang="nl-NL" dirty="0"/>
              <a:t>/tests</a:t>
            </a:r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D9FF-1EE5-0105-9F10-EA4A882C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5CE8E-A704-55EA-BE47-06F62FF0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1593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5F0D-9B06-4661-87FD-72E5A2AC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Probabilistic Library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01D2-AB88-4764-AF47-9D5D7CA3A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Wheels available</a:t>
            </a:r>
          </a:p>
          <a:p>
            <a:pPr lvl="1"/>
            <a:r>
              <a:rPr lang="en-US" dirty="0"/>
              <a:t>ask us</a:t>
            </a:r>
            <a:endParaRPr lang="en-GB" dirty="0"/>
          </a:p>
          <a:p>
            <a:pPr lvl="1"/>
            <a:endParaRPr lang="en-US" dirty="0"/>
          </a:p>
          <a:p>
            <a:r>
              <a:rPr lang="en-US" dirty="0"/>
              <a:t>Pizza course</a:t>
            </a:r>
          </a:p>
          <a:p>
            <a:pPr lvl="1"/>
            <a:r>
              <a:rPr lang="en-US" dirty="0"/>
              <a:t>Start of November, to be announced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54F2-890A-4CBA-AC9A-D821D451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3462-6B27-4736-8FD4-1786EE0BB6CA}" type="datetime1">
              <a:rPr lang="nl-NL" smtClean="0"/>
              <a:t>2-10-2024</a:t>
            </a:fld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DEEFE-283E-4B6D-8890-028F3D89B320}"/>
              </a:ext>
            </a:extLst>
          </p:cNvPr>
          <p:cNvSpPr/>
          <p:nvPr/>
        </p:nvSpPr>
        <p:spPr>
          <a:xfrm>
            <a:off x="419093" y="1477695"/>
            <a:ext cx="8190753" cy="9745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868AE-0979-473C-9987-F07D6840F256}"/>
              </a:ext>
            </a:extLst>
          </p:cNvPr>
          <p:cNvSpPr/>
          <p:nvPr/>
        </p:nvSpPr>
        <p:spPr>
          <a:xfrm>
            <a:off x="419093" y="2602344"/>
            <a:ext cx="8190753" cy="9745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94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jdelijke aanduiding voor afbeelding 128">
            <a:extLst>
              <a:ext uri="{FF2B5EF4-FFF2-40B4-BE49-F238E27FC236}">
                <a16:creationId xmlns:a16="http://schemas.microsoft.com/office/drawing/2014/main" id="{FA1B1A6D-3A86-4F95-8D24-AF1A478F45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E853615-DEEB-4AE7-AF32-85B217A8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B139452-27B1-41DF-AF0F-C8980743A8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facebook.com/</a:t>
            </a:r>
            <a:r>
              <a:rPr lang="en-GB" dirty="0" err="1"/>
              <a:t>deltaresNL</a:t>
            </a:r>
            <a:endParaRPr lang="en-GB" dirty="0"/>
          </a:p>
          <a:p>
            <a:r>
              <a:rPr lang="en-GB" dirty="0"/>
              <a:t>linkedin.com/company/</a:t>
            </a:r>
            <a:r>
              <a:rPr lang="en-GB" dirty="0" err="1"/>
              <a:t>deltares</a:t>
            </a:r>
            <a:endParaRPr lang="en-GB" dirty="0"/>
          </a:p>
          <a:p>
            <a:r>
              <a:rPr lang="en-GB" dirty="0"/>
              <a:t>@</a:t>
            </a:r>
            <a:r>
              <a:rPr lang="en-GB" dirty="0" err="1"/>
              <a:t>deltares</a:t>
            </a:r>
            <a:endParaRPr lang="en-GB" dirty="0"/>
          </a:p>
          <a:p>
            <a:r>
              <a:rPr lang="en-GB" dirty="0"/>
              <a:t>@</a:t>
            </a:r>
            <a:r>
              <a:rPr lang="en-GB" dirty="0" err="1"/>
              <a:t>deltaresNL</a:t>
            </a:r>
            <a:endParaRPr lang="en-GB" dirty="0"/>
          </a:p>
        </p:txBody>
      </p:sp>
      <p:sp>
        <p:nvSpPr>
          <p:cNvPr id="130" name="Tijdelijke aanduiding voor tekst 129">
            <a:extLst>
              <a:ext uri="{FF2B5EF4-FFF2-40B4-BE49-F238E27FC236}">
                <a16:creationId xmlns:a16="http://schemas.microsoft.com/office/drawing/2014/main" id="{97498EAD-D9BC-4497-809D-90BAC7FC8F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E748CDC-89CE-4868-BBD3-314EE3C75CA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C527063-DA4D-4620-ABD9-F492B543D31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8BAE38E2-1983-4050-827C-41B7773A60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59999" y="1764000"/>
            <a:ext cx="7941151" cy="306000"/>
          </a:xfrm>
        </p:spPr>
        <p:txBody>
          <a:bodyPr/>
          <a:lstStyle/>
          <a:p>
            <a:r>
              <a:rPr lang="nl-NL" dirty="0"/>
              <a:t>www.deltares.nl/en/software-and-data/products/probabilistic-toolkit-ptk</a:t>
            </a:r>
            <a:endParaRPr lang="en-GB" dirty="0"/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0FFFB232-6F62-4B57-BB77-335815282D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8762186" cy="306000"/>
          </a:xfrm>
        </p:spPr>
        <p:txBody>
          <a:bodyPr/>
          <a:lstStyle/>
          <a:p>
            <a:r>
              <a:rPr lang="en-GB" dirty="0">
                <a:hlinkClick r:id="rId3"/>
              </a:rPr>
              <a:t>rob.brinkman@deltares.nl</a:t>
            </a:r>
            <a:r>
              <a:rPr lang="en-GB" dirty="0"/>
              <a:t> , </a:t>
            </a:r>
            <a:r>
              <a:rPr lang="en-GB" dirty="0">
                <a:hlinkClick r:id="rId4"/>
              </a:rPr>
              <a:t>edwin.spee@deltares.nl</a:t>
            </a:r>
            <a:endParaRPr lang="en-GB" dirty="0"/>
          </a:p>
        </p:txBody>
      </p:sp>
      <p:sp>
        <p:nvSpPr>
          <p:cNvPr id="131" name="Tijdelijke aanduiding voor afbeelding 130">
            <a:extLst>
              <a:ext uri="{FF2B5EF4-FFF2-40B4-BE49-F238E27FC236}">
                <a16:creationId xmlns:a16="http://schemas.microsoft.com/office/drawing/2014/main" id="{57CA46A9-1D4A-467A-A87B-6BD96604A4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2" name="Tijdelijke aanduiding voor afbeelding 131">
            <a:extLst>
              <a:ext uri="{FF2B5EF4-FFF2-40B4-BE49-F238E27FC236}">
                <a16:creationId xmlns:a16="http://schemas.microsoft.com/office/drawing/2014/main" id="{18E735EB-9646-4D6D-BFE0-DDD1E99DDAE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8872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UK.potx" id="{60C54E0E-A5B2-4FEE-8E0B-136331C7CB0D}" vid="{4F8657CA-FEBF-4234-88FD-946F34CF5C03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c3081-d8a1-4e92-884a-04f6ca0fc63f"/>
    <TaxKeywordTaxHTField xmlns="9dc10479-9fe1-482d-8b13-fa9fc147c365">
      <Terms xmlns="http://schemas.microsoft.com/office/infopath/2007/PartnerControls"/>
    </TaxKeyword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CBE09418E094297756BB7D28E2B2D" ma:contentTypeVersion="13" ma:contentTypeDescription="Een nieuw document maken." ma:contentTypeScope="" ma:versionID="43c57db1ef9d2047f0afe528fe94cd7b">
  <xsd:schema xmlns:xsd="http://www.w3.org/2001/XMLSchema" xmlns:xs="http://www.w3.org/2001/XMLSchema" xmlns:p="http://schemas.microsoft.com/office/2006/metadata/properties" xmlns:ns2="5db5d4ef-9fd2-45ea-8e34-77d63cce28d8" xmlns:ns3="9dc10479-9fe1-482d-8b13-fa9fc147c365" xmlns:ns4="58dc3081-d8a1-4e92-884a-04f6ca0fc63f" targetNamespace="http://schemas.microsoft.com/office/2006/metadata/properties" ma:root="true" ma:fieldsID="752a5c63f437750ef2cedcd6166ab022" ns2:_="" ns3:_="" ns4:_="">
    <xsd:import namespace="5db5d4ef-9fd2-45ea-8e34-77d63cce28d8"/>
    <xsd:import namespace="9dc10479-9fe1-482d-8b13-fa9fc147c365"/>
    <xsd:import namespace="58dc3081-d8a1-4e92-884a-04f6ca0fc6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KeywordTaxHTField" minOccurs="0"/>
                <xsd:element ref="ns4:TaxCatchAll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b5d4ef-9fd2-45ea-8e34-77d63cce28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10479-9fe1-482d-8b13-fa9fc147c365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1" nillable="true" ma:taxonomy="true" ma:internalName="TaxKeywordTaxHTField" ma:taxonomyFieldName="TaxKeyword" ma:displayName="Ondernemingstrefwoorden" ma:fieldId="{23f27201-bee3-471e-b2e7-b64fd8b7ca38}" ma:taxonomyMulti="true" ma:sspId="23b92cde-922f-41e6-b057-b97c56e4b7b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c3081-d8a1-4e92-884a-04f6ca0fc6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65bc13-3d8f-49fb-9e07-0ee17562167c}" ma:internalName="TaxCatchAll" ma:showField="CatchAllData" ma:web="9dc10479-9fe1-482d-8b13-fa9fc147c3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DF6626-F3CA-4DB6-97F3-50ACA793C97C}">
  <ds:schemaRefs>
    <ds:schemaRef ds:uri="http://schemas.microsoft.com/office/2006/metadata/properties"/>
    <ds:schemaRef ds:uri="http://schemas.microsoft.com/office/infopath/2007/PartnerControls"/>
    <ds:schemaRef ds:uri="58dc3081-d8a1-4e92-884a-04f6ca0fc63f"/>
    <ds:schemaRef ds:uri="9dc10479-9fe1-482d-8b13-fa9fc147c365"/>
  </ds:schemaRefs>
</ds:datastoreItem>
</file>

<file path=customXml/itemProps2.xml><?xml version="1.0" encoding="utf-8"?>
<ds:datastoreItem xmlns:ds="http://schemas.openxmlformats.org/officeDocument/2006/customXml" ds:itemID="{1D7632B3-E712-4A5A-BFB2-E82A857482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b5d4ef-9fd2-45ea-8e34-77d63cce28d8"/>
    <ds:schemaRef ds:uri="9dc10479-9fe1-482d-8b13-fa9fc147c365"/>
    <ds:schemaRef ds:uri="58dc3081-d8a1-4e92-884a-04f6ca0fc6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F049C5-34FC-4054-9737-0DAA15D8F6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Template UK</Template>
  <TotalTime>316</TotalTime>
  <Words>382</Words>
  <Application>Microsoft Office PowerPoint</Application>
  <PresentationFormat>Widescreen</PresentationFormat>
  <Paragraphs>163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Deltares</vt:lpstr>
      <vt:lpstr>PowerPoint Presentation</vt:lpstr>
      <vt:lpstr>PowerPoint Presentation</vt:lpstr>
      <vt:lpstr>Probabilistic Library </vt:lpstr>
      <vt:lpstr>Situatie januari 2024</vt:lpstr>
      <vt:lpstr>Situatie oktober 2024</vt:lpstr>
      <vt:lpstr>Probabilistic library</vt:lpstr>
      <vt:lpstr>Probabilististic library - implementatie</vt:lpstr>
      <vt:lpstr>Probabilististic library – Python interface</vt:lpstr>
      <vt:lpstr>Probabilistic library – Language interface 1</vt:lpstr>
      <vt:lpstr>Probabilistic library – Language interface 2</vt:lpstr>
      <vt:lpstr>Probabilistic library – Language interface 3</vt:lpstr>
      <vt:lpstr>Demo 1</vt:lpstr>
      <vt:lpstr>Demo 2</vt:lpstr>
      <vt:lpstr>Using the Probabilistic Library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Brinkman</dc:creator>
  <dc:description>Template implementation by HQ Solutions B.V.</dc:description>
  <cp:lastModifiedBy>Rob Brinkman</cp:lastModifiedBy>
  <cp:revision>23</cp:revision>
  <dcterms:created xsi:type="dcterms:W3CDTF">2024-09-21T08:59:57Z</dcterms:created>
  <dcterms:modified xsi:type="dcterms:W3CDTF">2024-10-02T10:38:31Z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0x01010080ECBE09418E094297756BB7D28E2B2D</vt:lpwstr>
  </property>
  <property fmtid="{D5CDD505-2E9C-101B-9397-08002B2CF9AE}" pid="3" name="TaxKeyword">
    <vt:lpwstr/>
  </property>
</Properties>
</file>