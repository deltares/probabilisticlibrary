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0" r:id="rId5"/>
    <p:sldId id="298" r:id="rId6"/>
    <p:sldId id="310" r:id="rId7"/>
    <p:sldId id="311" r:id="rId8"/>
    <p:sldId id="303" r:id="rId9"/>
    <p:sldId id="304" r:id="rId10"/>
    <p:sldId id="315" r:id="rId11"/>
    <p:sldId id="312" r:id="rId12"/>
    <p:sldId id="306" r:id="rId13"/>
    <p:sldId id="313" r:id="rId14"/>
    <p:sldId id="314" r:id="rId15"/>
    <p:sldId id="309" r:id="rId16"/>
    <p:sldId id="307" r:id="rId17"/>
    <p:sldId id="300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99FF99"/>
    <a:srgbClr val="CCECFF"/>
    <a:srgbClr val="FFFFCC"/>
    <a:srgbClr val="CCCCD8"/>
    <a:srgbClr val="707070"/>
    <a:srgbClr val="E6E6E6"/>
    <a:srgbClr val="FFFFFF"/>
    <a:srgbClr val="C0C0C0"/>
    <a:srgbClr val="00B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 autoAdjust="0"/>
    <p:restoredTop sz="94007" autoAdjust="0"/>
  </p:normalViewPr>
  <p:slideViewPr>
    <p:cSldViewPr snapToGrid="0" showGuides="1">
      <p:cViewPr varScale="1">
        <p:scale>
          <a:sx n="107" d="100"/>
          <a:sy n="107" d="100"/>
        </p:scale>
        <p:origin x="612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3A8453-5E5C-498B-BF8E-5E4CC8F0F9E1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0DA060CA-031A-4A9F-AFA0-A85B89068212}">
      <dgm:prSet phldrT="[Text]" custT="1"/>
      <dgm:spPr/>
      <dgm:t>
        <a:bodyPr/>
        <a:lstStyle/>
        <a:p>
          <a:r>
            <a:rPr lang="nl-NL" sz="1600" dirty="0"/>
            <a:t>Samenvoegen</a:t>
          </a:r>
        </a:p>
      </dgm:t>
    </dgm:pt>
    <dgm:pt modelId="{3A575DD0-3226-4348-8787-A55471C9CBAA}" type="parTrans" cxnId="{F826F717-5DEB-400F-B858-3072B63F1122}">
      <dgm:prSet/>
      <dgm:spPr/>
      <dgm:t>
        <a:bodyPr/>
        <a:lstStyle/>
        <a:p>
          <a:endParaRPr lang="nl-NL"/>
        </a:p>
      </dgm:t>
    </dgm:pt>
    <dgm:pt modelId="{481AE419-5ED4-46B8-836D-19C339E7C4F0}" type="sibTrans" cxnId="{F826F717-5DEB-400F-B858-3072B63F1122}">
      <dgm:prSet/>
      <dgm:spPr/>
      <dgm:t>
        <a:bodyPr/>
        <a:lstStyle/>
        <a:p>
          <a:endParaRPr lang="nl-NL"/>
        </a:p>
      </dgm:t>
    </dgm:pt>
    <dgm:pt modelId="{3A1C89B2-918C-4F8E-B921-0940CD5C4396}">
      <dgm:prSet phldrT="[Text]" custT="1"/>
      <dgm:spPr/>
      <dgm:t>
        <a:bodyPr/>
        <a:lstStyle/>
        <a:p>
          <a:r>
            <a:rPr lang="nl-NL" sz="1600" dirty="0"/>
            <a:t>Aangesloten op:</a:t>
          </a:r>
        </a:p>
        <a:p>
          <a:r>
            <a:rPr lang="nl-NL" sz="1200" i="1" dirty="0"/>
            <a:t>(PTK, Hydra-Ring,</a:t>
          </a:r>
        </a:p>
        <a:p>
          <a:r>
            <a:rPr lang="nl-NL" sz="1200" i="1" dirty="0"/>
            <a:t>Embankment suite)</a:t>
          </a:r>
        </a:p>
      </dgm:t>
    </dgm:pt>
    <dgm:pt modelId="{83CDDF2C-BBA9-4898-992F-26FE69C6FE2F}" type="parTrans" cxnId="{B0C750FA-17A8-4EE1-92A3-6FFE1F767AC6}">
      <dgm:prSet/>
      <dgm:spPr/>
      <dgm:t>
        <a:bodyPr/>
        <a:lstStyle/>
        <a:p>
          <a:endParaRPr lang="nl-NL"/>
        </a:p>
      </dgm:t>
    </dgm:pt>
    <dgm:pt modelId="{6CC19544-28A3-4257-83F1-F3AF2A2DE9B6}" type="sibTrans" cxnId="{B0C750FA-17A8-4EE1-92A3-6FFE1F767AC6}">
      <dgm:prSet/>
      <dgm:spPr/>
      <dgm:t>
        <a:bodyPr/>
        <a:lstStyle/>
        <a:p>
          <a:endParaRPr lang="nl-NL"/>
        </a:p>
      </dgm:t>
    </dgm:pt>
    <dgm:pt modelId="{74688F9D-F1EF-4027-B640-347EDE0B5A9F}">
      <dgm:prSet phldrT="[Text]" custT="1"/>
      <dgm:spPr/>
      <dgm:t>
        <a:bodyPr/>
        <a:lstStyle/>
        <a:p>
          <a:r>
            <a:rPr lang="nl-NL" sz="1600" dirty="0"/>
            <a:t>Python interface</a:t>
          </a:r>
        </a:p>
        <a:p>
          <a:r>
            <a:rPr lang="nl-NL" sz="1200" i="1" dirty="0"/>
            <a:t>(met voorbeelden)</a:t>
          </a:r>
        </a:p>
      </dgm:t>
    </dgm:pt>
    <dgm:pt modelId="{2ECF9012-0D26-4FF2-8B12-D159A267AB66}" type="parTrans" cxnId="{E8A8A3DA-CFC5-47E8-AF72-51AD0A14396B}">
      <dgm:prSet/>
      <dgm:spPr/>
      <dgm:t>
        <a:bodyPr/>
        <a:lstStyle/>
        <a:p>
          <a:endParaRPr lang="nl-NL"/>
        </a:p>
      </dgm:t>
    </dgm:pt>
    <dgm:pt modelId="{67A9281E-43F6-4B5B-B8B7-1803DE38B80F}" type="sibTrans" cxnId="{E8A8A3DA-CFC5-47E8-AF72-51AD0A14396B}">
      <dgm:prSet/>
      <dgm:spPr/>
      <dgm:t>
        <a:bodyPr/>
        <a:lstStyle/>
        <a:p>
          <a:endParaRPr lang="nl-NL"/>
        </a:p>
      </dgm:t>
    </dgm:pt>
    <dgm:pt modelId="{53EC86B8-A902-41AC-BD67-9CB3AE3474B7}">
      <dgm:prSet phldrT="[Text]" custT="1"/>
      <dgm:spPr/>
      <dgm:t>
        <a:bodyPr/>
        <a:lstStyle/>
        <a:p>
          <a:r>
            <a:rPr lang="nl-NL" sz="1600" dirty="0"/>
            <a:t>Community</a:t>
          </a:r>
        </a:p>
        <a:p>
          <a:r>
            <a:rPr lang="nl-NL" sz="1200" i="1" dirty="0"/>
            <a:t>(feature branches)</a:t>
          </a:r>
        </a:p>
      </dgm:t>
    </dgm:pt>
    <dgm:pt modelId="{0786F6B8-1CF7-494E-9C46-121A498A86DF}" type="parTrans" cxnId="{E3C13BE5-ED0C-4646-AA4C-E0380C63E59C}">
      <dgm:prSet/>
      <dgm:spPr/>
      <dgm:t>
        <a:bodyPr/>
        <a:lstStyle/>
        <a:p>
          <a:endParaRPr lang="nl-NL"/>
        </a:p>
      </dgm:t>
    </dgm:pt>
    <dgm:pt modelId="{FE355A34-2056-4EB7-875C-1A2AEA8255A1}" type="sibTrans" cxnId="{E3C13BE5-ED0C-4646-AA4C-E0380C63E59C}">
      <dgm:prSet/>
      <dgm:spPr/>
      <dgm:t>
        <a:bodyPr/>
        <a:lstStyle/>
        <a:p>
          <a:endParaRPr lang="nl-NL"/>
        </a:p>
      </dgm:t>
    </dgm:pt>
    <dgm:pt modelId="{84F8A90E-5856-4CB6-A490-70224B9E9365}">
      <dgm:prSet phldrT="[Text]" custT="1"/>
      <dgm:spPr/>
      <dgm:t>
        <a:bodyPr/>
        <a:lstStyle/>
        <a:p>
          <a:r>
            <a:rPr lang="nl-NL" sz="1600" dirty="0"/>
            <a:t>Doorontwikkeling</a:t>
          </a:r>
        </a:p>
      </dgm:t>
    </dgm:pt>
    <dgm:pt modelId="{7A807289-CB2C-4828-8C28-BD332DE395D2}" type="parTrans" cxnId="{6898B95F-B3FB-47C0-838E-BE3BED2DE08E}">
      <dgm:prSet/>
      <dgm:spPr/>
      <dgm:t>
        <a:bodyPr/>
        <a:lstStyle/>
        <a:p>
          <a:endParaRPr lang="nl-NL"/>
        </a:p>
      </dgm:t>
    </dgm:pt>
    <dgm:pt modelId="{C5B83415-5928-40E1-B11F-8958AA336720}" type="sibTrans" cxnId="{6898B95F-B3FB-47C0-838E-BE3BED2DE08E}">
      <dgm:prSet/>
      <dgm:spPr/>
      <dgm:t>
        <a:bodyPr/>
        <a:lstStyle/>
        <a:p>
          <a:endParaRPr lang="nl-NL"/>
        </a:p>
      </dgm:t>
    </dgm:pt>
    <dgm:pt modelId="{11D3B6CE-BDF4-4A11-85C5-1E5ACABC4722}" type="pres">
      <dgm:prSet presAssocID="{C83A8453-5E5C-498B-BF8E-5E4CC8F0F9E1}" presName="arrowDiagram" presStyleCnt="0">
        <dgm:presLayoutVars>
          <dgm:chMax val="5"/>
          <dgm:dir/>
          <dgm:resizeHandles val="exact"/>
        </dgm:presLayoutVars>
      </dgm:prSet>
      <dgm:spPr/>
    </dgm:pt>
    <dgm:pt modelId="{987049D6-CFFA-4241-BABB-8039EDC74FE2}" type="pres">
      <dgm:prSet presAssocID="{C83A8453-5E5C-498B-BF8E-5E4CC8F0F9E1}" presName="arrow" presStyleLbl="bgShp" presStyleIdx="0" presStyleCnt="1"/>
      <dgm:spPr>
        <a:ln>
          <a:solidFill>
            <a:schemeClr val="bg1">
              <a:lumMod val="85000"/>
            </a:schemeClr>
          </a:solidFill>
        </a:ln>
      </dgm:spPr>
    </dgm:pt>
    <dgm:pt modelId="{4891E28A-ABE1-440E-851A-7D76B26F6D6F}" type="pres">
      <dgm:prSet presAssocID="{C83A8453-5E5C-498B-BF8E-5E4CC8F0F9E1}" presName="arrowDiagram5" presStyleCnt="0"/>
      <dgm:spPr/>
    </dgm:pt>
    <dgm:pt modelId="{BB9E156D-763D-48F6-A561-2B6129BA9BE4}" type="pres">
      <dgm:prSet presAssocID="{0DA060CA-031A-4A9F-AFA0-A85B89068212}" presName="bullet5a" presStyleLbl="node1" presStyleIdx="0" presStyleCnt="5" custScaleX="385142" custScaleY="385143"/>
      <dgm:spPr>
        <a:blipFill rotWithShape="0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CDC23B7E-32C7-42AE-A858-96F694BE0B55}" type="pres">
      <dgm:prSet presAssocID="{0DA060CA-031A-4A9F-AFA0-A85B89068212}" presName="textBox5a" presStyleLbl="revTx" presStyleIdx="0" presStyleCnt="5" custScaleX="177167" custScaleY="50075" custLinFactNeighborX="-1745" custLinFactNeighborY="741">
        <dgm:presLayoutVars>
          <dgm:bulletEnabled val="1"/>
        </dgm:presLayoutVars>
      </dgm:prSet>
      <dgm:spPr/>
    </dgm:pt>
    <dgm:pt modelId="{EE14DB7B-942F-47CB-B34C-A6A3647A187F}" type="pres">
      <dgm:prSet presAssocID="{3A1C89B2-918C-4F8E-B921-0940CD5C4396}" presName="bullet5b" presStyleLbl="node1" presStyleIdx="1" presStyleCnt="5" custScaleX="246063" custScaleY="246063"/>
      <dgm:spPr>
        <a:blipFill rotWithShape="0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86DBC9E2-E09F-4437-BC49-13FD45C33D6A}" type="pres">
      <dgm:prSet presAssocID="{3A1C89B2-918C-4F8E-B921-0940CD5C4396}" presName="textBox5b" presStyleLbl="revTx" presStyleIdx="1" presStyleCnt="5" custScaleX="135003" custScaleY="12977" custLinFactNeighborX="-3322" custLinFactNeighborY="-25784">
        <dgm:presLayoutVars>
          <dgm:bulletEnabled val="1"/>
        </dgm:presLayoutVars>
      </dgm:prSet>
      <dgm:spPr/>
    </dgm:pt>
    <dgm:pt modelId="{2B3A60C3-7BB3-4B41-9AB0-3EA56FDAC429}" type="pres">
      <dgm:prSet presAssocID="{74688F9D-F1EF-4027-B640-347EDE0B5A9F}" presName="bullet5c" presStyleLbl="node1" presStyleIdx="2" presStyleCnt="5" custScaleX="184547" custScaleY="184547"/>
      <dgm:spPr>
        <a:blipFill rotWithShape="0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9AC1487A-8443-4364-BC0D-2E1064873281}" type="pres">
      <dgm:prSet presAssocID="{74688F9D-F1EF-4027-B640-347EDE0B5A9F}" presName="textBox5c" presStyleLbl="revTx" presStyleIdx="2" presStyleCnt="5" custScaleY="66234" custLinFactNeighborX="-1213" custLinFactNeighborY="-5851">
        <dgm:presLayoutVars>
          <dgm:bulletEnabled val="1"/>
        </dgm:presLayoutVars>
      </dgm:prSet>
      <dgm:spPr/>
    </dgm:pt>
    <dgm:pt modelId="{7DE220EE-7AAA-4FB2-8E5E-259FCBCAA773}" type="pres">
      <dgm:prSet presAssocID="{53EC86B8-A902-41AC-BD67-9CB3AE3474B7}" presName="bullet5d" presStyleLbl="node1" presStyleIdx="3" presStyleCnt="5" custScaleX="142875" custScaleY="142875"/>
      <dgm:spPr>
        <a:blipFill rotWithShape="0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AB519D6D-8ECC-4FEF-854F-28D8BE29664F}" type="pres">
      <dgm:prSet presAssocID="{53EC86B8-A902-41AC-BD67-9CB3AE3474B7}" presName="textBox5d" presStyleLbl="revTx" presStyleIdx="3" presStyleCnt="5" custScaleY="59504" custLinFactNeighborX="-11133" custLinFactNeighborY="-8955">
        <dgm:presLayoutVars>
          <dgm:bulletEnabled val="1"/>
        </dgm:presLayoutVars>
      </dgm:prSet>
      <dgm:spPr/>
    </dgm:pt>
    <dgm:pt modelId="{A1FD0487-1131-4B06-A1E8-EE4686D65FC6}" type="pres">
      <dgm:prSet presAssocID="{84F8A90E-5856-4CB6-A490-70224B9E9365}" presName="bullet5e" presStyleLbl="node1" presStyleIdx="4" presStyleCnt="5" custScaleX="112130" custScaleY="112130" custLinFactNeighborX="16317" custLinFactNeighborY="-14794"/>
      <dgm:spPr>
        <a:blipFill rotWithShape="0"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4A7AFE3C-250C-44D2-8E4E-CAC13D8E99B5}" type="pres">
      <dgm:prSet presAssocID="{84F8A90E-5856-4CB6-A490-70224B9E9365}" presName="textBox5e" presStyleLbl="revTx" presStyleIdx="4" presStyleCnt="5" custScaleX="160294" custScaleY="21102" custLinFactNeighborX="27732" custLinFactNeighborY="-30512">
        <dgm:presLayoutVars>
          <dgm:bulletEnabled val="1"/>
        </dgm:presLayoutVars>
      </dgm:prSet>
      <dgm:spPr/>
    </dgm:pt>
  </dgm:ptLst>
  <dgm:cxnLst>
    <dgm:cxn modelId="{F826F717-5DEB-400F-B858-3072B63F1122}" srcId="{C83A8453-5E5C-498B-BF8E-5E4CC8F0F9E1}" destId="{0DA060CA-031A-4A9F-AFA0-A85B89068212}" srcOrd="0" destOrd="0" parTransId="{3A575DD0-3226-4348-8787-A55471C9CBAA}" sibTransId="{481AE419-5ED4-46B8-836D-19C339E7C4F0}"/>
    <dgm:cxn modelId="{3CBA2119-D9E6-40D9-BC49-24B84420F7CB}" type="presOf" srcId="{84F8A90E-5856-4CB6-A490-70224B9E9365}" destId="{4A7AFE3C-250C-44D2-8E4E-CAC13D8E99B5}" srcOrd="0" destOrd="0" presId="urn:microsoft.com/office/officeart/2005/8/layout/arrow2"/>
    <dgm:cxn modelId="{6898B95F-B3FB-47C0-838E-BE3BED2DE08E}" srcId="{C83A8453-5E5C-498B-BF8E-5E4CC8F0F9E1}" destId="{84F8A90E-5856-4CB6-A490-70224B9E9365}" srcOrd="4" destOrd="0" parTransId="{7A807289-CB2C-4828-8C28-BD332DE395D2}" sibTransId="{C5B83415-5928-40E1-B11F-8958AA336720}"/>
    <dgm:cxn modelId="{98EC6945-2CCE-41A9-9EA4-4E87C9461C98}" type="presOf" srcId="{3A1C89B2-918C-4F8E-B921-0940CD5C4396}" destId="{86DBC9E2-E09F-4437-BC49-13FD45C33D6A}" srcOrd="0" destOrd="0" presId="urn:microsoft.com/office/officeart/2005/8/layout/arrow2"/>
    <dgm:cxn modelId="{A596679A-5174-44AC-AD0A-4E31C9C62F4B}" type="presOf" srcId="{0DA060CA-031A-4A9F-AFA0-A85B89068212}" destId="{CDC23B7E-32C7-42AE-A858-96F694BE0B55}" srcOrd="0" destOrd="0" presId="urn:microsoft.com/office/officeart/2005/8/layout/arrow2"/>
    <dgm:cxn modelId="{8B4FDFAA-EA47-4E23-BD0B-00C1ADD880FC}" type="presOf" srcId="{74688F9D-F1EF-4027-B640-347EDE0B5A9F}" destId="{9AC1487A-8443-4364-BC0D-2E1064873281}" srcOrd="0" destOrd="0" presId="urn:microsoft.com/office/officeart/2005/8/layout/arrow2"/>
    <dgm:cxn modelId="{6553A1AF-78B6-4529-AAD1-BC79EB374763}" type="presOf" srcId="{53EC86B8-A902-41AC-BD67-9CB3AE3474B7}" destId="{AB519D6D-8ECC-4FEF-854F-28D8BE29664F}" srcOrd="0" destOrd="0" presId="urn:microsoft.com/office/officeart/2005/8/layout/arrow2"/>
    <dgm:cxn modelId="{AE27E1C0-0B5B-464C-A909-824C2BFD7603}" type="presOf" srcId="{C83A8453-5E5C-498B-BF8E-5E4CC8F0F9E1}" destId="{11D3B6CE-BDF4-4A11-85C5-1E5ACABC4722}" srcOrd="0" destOrd="0" presId="urn:microsoft.com/office/officeart/2005/8/layout/arrow2"/>
    <dgm:cxn modelId="{E8A8A3DA-CFC5-47E8-AF72-51AD0A14396B}" srcId="{C83A8453-5E5C-498B-BF8E-5E4CC8F0F9E1}" destId="{74688F9D-F1EF-4027-B640-347EDE0B5A9F}" srcOrd="2" destOrd="0" parTransId="{2ECF9012-0D26-4FF2-8B12-D159A267AB66}" sibTransId="{67A9281E-43F6-4B5B-B8B7-1803DE38B80F}"/>
    <dgm:cxn modelId="{E3C13BE5-ED0C-4646-AA4C-E0380C63E59C}" srcId="{C83A8453-5E5C-498B-BF8E-5E4CC8F0F9E1}" destId="{53EC86B8-A902-41AC-BD67-9CB3AE3474B7}" srcOrd="3" destOrd="0" parTransId="{0786F6B8-1CF7-494E-9C46-121A498A86DF}" sibTransId="{FE355A34-2056-4EB7-875C-1A2AEA8255A1}"/>
    <dgm:cxn modelId="{B0C750FA-17A8-4EE1-92A3-6FFE1F767AC6}" srcId="{C83A8453-5E5C-498B-BF8E-5E4CC8F0F9E1}" destId="{3A1C89B2-918C-4F8E-B921-0940CD5C4396}" srcOrd="1" destOrd="0" parTransId="{83CDDF2C-BBA9-4898-992F-26FE69C6FE2F}" sibTransId="{6CC19544-28A3-4257-83F1-F3AF2A2DE9B6}"/>
    <dgm:cxn modelId="{C03EB02C-4F8A-4658-9AD6-DBA9C58CE1D1}" type="presParOf" srcId="{11D3B6CE-BDF4-4A11-85C5-1E5ACABC4722}" destId="{987049D6-CFFA-4241-BABB-8039EDC74FE2}" srcOrd="0" destOrd="0" presId="urn:microsoft.com/office/officeart/2005/8/layout/arrow2"/>
    <dgm:cxn modelId="{774CC64C-9BF7-4953-AD0A-A143FF7D62E1}" type="presParOf" srcId="{11D3B6CE-BDF4-4A11-85C5-1E5ACABC4722}" destId="{4891E28A-ABE1-440E-851A-7D76B26F6D6F}" srcOrd="1" destOrd="0" presId="urn:microsoft.com/office/officeart/2005/8/layout/arrow2"/>
    <dgm:cxn modelId="{9C0CAEDC-D63A-4C6D-A71F-62E79AD8AD55}" type="presParOf" srcId="{4891E28A-ABE1-440E-851A-7D76B26F6D6F}" destId="{BB9E156D-763D-48F6-A561-2B6129BA9BE4}" srcOrd="0" destOrd="0" presId="urn:microsoft.com/office/officeart/2005/8/layout/arrow2"/>
    <dgm:cxn modelId="{8887C50A-5231-4F7E-BBC7-5CC3327D5170}" type="presParOf" srcId="{4891E28A-ABE1-440E-851A-7D76B26F6D6F}" destId="{CDC23B7E-32C7-42AE-A858-96F694BE0B55}" srcOrd="1" destOrd="0" presId="urn:microsoft.com/office/officeart/2005/8/layout/arrow2"/>
    <dgm:cxn modelId="{5FCE257C-A5ED-4397-8516-22893D78EC1C}" type="presParOf" srcId="{4891E28A-ABE1-440E-851A-7D76B26F6D6F}" destId="{EE14DB7B-942F-47CB-B34C-A6A3647A187F}" srcOrd="2" destOrd="0" presId="urn:microsoft.com/office/officeart/2005/8/layout/arrow2"/>
    <dgm:cxn modelId="{8E3EF56A-14CD-4A35-9330-4384DC2F3A72}" type="presParOf" srcId="{4891E28A-ABE1-440E-851A-7D76B26F6D6F}" destId="{86DBC9E2-E09F-4437-BC49-13FD45C33D6A}" srcOrd="3" destOrd="0" presId="urn:microsoft.com/office/officeart/2005/8/layout/arrow2"/>
    <dgm:cxn modelId="{795C25B4-F39A-4944-B482-6BC364FA9887}" type="presParOf" srcId="{4891E28A-ABE1-440E-851A-7D76B26F6D6F}" destId="{2B3A60C3-7BB3-4B41-9AB0-3EA56FDAC429}" srcOrd="4" destOrd="0" presId="urn:microsoft.com/office/officeart/2005/8/layout/arrow2"/>
    <dgm:cxn modelId="{A1865EB9-70DB-4ECF-9B8A-FC6DD0C39140}" type="presParOf" srcId="{4891E28A-ABE1-440E-851A-7D76B26F6D6F}" destId="{9AC1487A-8443-4364-BC0D-2E1064873281}" srcOrd="5" destOrd="0" presId="urn:microsoft.com/office/officeart/2005/8/layout/arrow2"/>
    <dgm:cxn modelId="{9AE39891-4F97-4CCF-BD0E-CEEAE5A21182}" type="presParOf" srcId="{4891E28A-ABE1-440E-851A-7D76B26F6D6F}" destId="{7DE220EE-7AAA-4FB2-8E5E-259FCBCAA773}" srcOrd="6" destOrd="0" presId="urn:microsoft.com/office/officeart/2005/8/layout/arrow2"/>
    <dgm:cxn modelId="{574BE5D2-6A2A-4383-981C-6C7AA04E30EB}" type="presParOf" srcId="{4891E28A-ABE1-440E-851A-7D76B26F6D6F}" destId="{AB519D6D-8ECC-4FEF-854F-28D8BE29664F}" srcOrd="7" destOrd="0" presId="urn:microsoft.com/office/officeart/2005/8/layout/arrow2"/>
    <dgm:cxn modelId="{B89F720D-E71B-462B-9218-353BC3F016B6}" type="presParOf" srcId="{4891E28A-ABE1-440E-851A-7D76B26F6D6F}" destId="{A1FD0487-1131-4B06-A1E8-EE4686D65FC6}" srcOrd="8" destOrd="0" presId="urn:microsoft.com/office/officeart/2005/8/layout/arrow2"/>
    <dgm:cxn modelId="{10954AF2-FB95-432F-8D43-B9A04B2901A2}" type="presParOf" srcId="{4891E28A-ABE1-440E-851A-7D76B26F6D6F}" destId="{4A7AFE3C-250C-44D2-8E4E-CAC13D8E99B5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049D6-CFFA-4241-BABB-8039EDC74FE2}">
      <dsp:nvSpPr>
        <dsp:cNvPr id="0" name=""/>
        <dsp:cNvSpPr/>
      </dsp:nvSpPr>
      <dsp:spPr>
        <a:xfrm>
          <a:off x="-245034" y="169333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1">
              <a:lumMod val="8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E156D-763D-48F6-A561-2B6129BA9BE4}">
      <dsp:nvSpPr>
        <dsp:cNvPr id="0" name=""/>
        <dsp:cNvSpPr/>
      </dsp:nvSpPr>
      <dsp:spPr>
        <a:xfrm>
          <a:off x="289045" y="3680292"/>
          <a:ext cx="719999" cy="720001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23B7E-32C7-42AE-A858-96F694BE0B55}">
      <dsp:nvSpPr>
        <dsp:cNvPr id="0" name=""/>
        <dsp:cNvSpPr/>
      </dsp:nvSpPr>
      <dsp:spPr>
        <a:xfrm>
          <a:off x="219640" y="4351059"/>
          <a:ext cx="1886417" cy="60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58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Samenvoegen</a:t>
          </a:r>
        </a:p>
      </dsp:txBody>
      <dsp:txXfrm>
        <a:off x="219640" y="4351059"/>
        <a:ext cx="1886417" cy="605426"/>
      </dsp:txXfrm>
    </dsp:sp>
    <dsp:sp modelId="{EE14DB7B-942F-47CB-B34C-A6A3647A187F}">
      <dsp:nvSpPr>
        <dsp:cNvPr id="0" name=""/>
        <dsp:cNvSpPr/>
      </dsp:nvSpPr>
      <dsp:spPr>
        <a:xfrm>
          <a:off x="1353813" y="2760813"/>
          <a:ext cx="720000" cy="720000"/>
        </a:xfrm>
        <a:prstGeom prst="ellipse">
          <a:avLst/>
        </a:prstGeom>
        <a:blipFill rotWithShape="0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BC9E2-E09F-4437-BC49-13FD45C33D6A}">
      <dsp:nvSpPr>
        <dsp:cNvPr id="0" name=""/>
        <dsp:cNvSpPr/>
      </dsp:nvSpPr>
      <dsp:spPr>
        <a:xfrm>
          <a:off x="1432852" y="3498146"/>
          <a:ext cx="1821525" cy="276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047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Aangesloten op: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200" i="1" kern="1200" dirty="0"/>
            <a:t>(PTK, Hydra-Ring,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200" i="1" kern="1200" dirty="0"/>
            <a:t>Embankment suite)</a:t>
          </a:r>
        </a:p>
      </dsp:txBody>
      <dsp:txXfrm>
        <a:off x="1432852" y="3498146"/>
        <a:ext cx="1821525" cy="276218"/>
      </dsp:txXfrm>
    </dsp:sp>
    <dsp:sp modelId="{2B3A60C3-7BB3-4B41-9AB0-3EA56FDAC429}">
      <dsp:nvSpPr>
        <dsp:cNvPr id="0" name=""/>
        <dsp:cNvSpPr/>
      </dsp:nvSpPr>
      <dsp:spPr>
        <a:xfrm>
          <a:off x="2703061" y="2034373"/>
          <a:ext cx="719999" cy="719999"/>
        </a:xfrm>
        <a:prstGeom prst="ellipse">
          <a:avLst/>
        </a:prstGeom>
        <a:blipFill rotWithShape="0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C1487A-8443-4364-BC0D-2E1064873281}">
      <dsp:nvSpPr>
        <dsp:cNvPr id="0" name=""/>
        <dsp:cNvSpPr/>
      </dsp:nvSpPr>
      <dsp:spPr>
        <a:xfrm>
          <a:off x="3044032" y="2709332"/>
          <a:ext cx="1568704" cy="1890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729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Python interface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200" i="1" kern="1200" dirty="0"/>
            <a:t>(met voorbeelden)</a:t>
          </a:r>
        </a:p>
      </dsp:txBody>
      <dsp:txXfrm>
        <a:off x="3044032" y="2709332"/>
        <a:ext cx="1568704" cy="1890954"/>
      </dsp:txXfrm>
    </dsp:sp>
    <dsp:sp modelId="{7DE220EE-7AAA-4FB2-8E5E-259FCBCAA773}">
      <dsp:nvSpPr>
        <dsp:cNvPr id="0" name=""/>
        <dsp:cNvSpPr/>
      </dsp:nvSpPr>
      <dsp:spPr>
        <a:xfrm>
          <a:off x="4271765" y="1485734"/>
          <a:ext cx="719998" cy="719998"/>
        </a:xfrm>
        <a:prstGeom prst="ellipse">
          <a:avLst/>
        </a:prstGeom>
        <a:blipFill rotWithShape="0"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19D6D-8ECC-4FEF-854F-28D8BE29664F}">
      <dsp:nvSpPr>
        <dsp:cNvPr id="0" name=""/>
        <dsp:cNvSpPr/>
      </dsp:nvSpPr>
      <dsp:spPr>
        <a:xfrm>
          <a:off x="4450787" y="2230102"/>
          <a:ext cx="1625600" cy="2025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025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Community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200" i="1" kern="1200" dirty="0"/>
            <a:t>(feature branches)</a:t>
          </a:r>
        </a:p>
      </dsp:txBody>
      <dsp:txXfrm>
        <a:off x="4450787" y="2230102"/>
        <a:ext cx="1625600" cy="2025278"/>
      </dsp:txXfrm>
    </dsp:sp>
    <dsp:sp modelId="{A1FD0487-1131-4B06-A1E8-EE4686D65FC6}">
      <dsp:nvSpPr>
        <dsp:cNvPr id="0" name=""/>
        <dsp:cNvSpPr/>
      </dsp:nvSpPr>
      <dsp:spPr>
        <a:xfrm>
          <a:off x="6002138" y="1055459"/>
          <a:ext cx="720000" cy="720000"/>
        </a:xfrm>
        <a:prstGeom prst="ellipse">
          <a:avLst/>
        </a:prstGeom>
        <a:blipFill rotWithShape="0"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AFE3C-250C-44D2-8E4E-CAC13D8E99B5}">
      <dsp:nvSpPr>
        <dsp:cNvPr id="0" name=""/>
        <dsp:cNvSpPr/>
      </dsp:nvSpPr>
      <dsp:spPr>
        <a:xfrm>
          <a:off x="5767295" y="1844597"/>
          <a:ext cx="2605739" cy="788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0242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Doorontwikkeling</a:t>
          </a:r>
        </a:p>
      </dsp:txBody>
      <dsp:txXfrm>
        <a:off x="5767295" y="1844597"/>
        <a:ext cx="2605739" cy="788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B07A4AF-8444-4E55-9211-06750DF86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9487" y="8229664"/>
            <a:ext cx="588963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9B6C5B75-63DC-4795-B872-D188C0279E99}" type="slidenum">
              <a:rPr lang="nl-NL" sz="1000" smtClean="0"/>
              <a:pPr/>
              <a:t>‹#›</a:t>
            </a:fld>
            <a:endParaRPr lang="nl-NL" sz="1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86CC55-5F13-427E-8D55-23A3E11C4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12" y="8635837"/>
            <a:ext cx="1080000" cy="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49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6172200" y="8685213"/>
            <a:ext cx="438150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309F7339-69D5-4EA7-B93A-8AF4EDB56B8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EB29D91-C68B-40E2-ACA8-22AC17FB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2" y="8592970"/>
            <a:ext cx="1080000" cy="351000"/>
          </a:xfrm>
          <a:prstGeom prst="rect">
            <a:avLst/>
          </a:prstGeom>
        </p:spPr>
      </p:pic>
      <p:sp>
        <p:nvSpPr>
          <p:cNvPr id="9" name="Tijdelijke aanduiding voor notities 8">
            <a:extLst>
              <a:ext uri="{FF2B5EF4-FFF2-40B4-BE49-F238E27FC236}">
                <a16:creationId xmlns:a16="http://schemas.microsoft.com/office/drawing/2014/main" id="{A3C8BF89-5841-4101-9B55-9A1ADF2A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37950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0772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31820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70424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527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DeltaresNL/" TargetMode="Externa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hyperlink" Target="mailto:info@deltares.nl" TargetMode="External"/><Relationship Id="rId21" Type="http://schemas.openxmlformats.org/officeDocument/2006/relationships/image" Target="../media/image19.svg"/><Relationship Id="rId7" Type="http://schemas.openxmlformats.org/officeDocument/2006/relationships/hyperlink" Target="https://www.instagram.com/deltares/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6.jp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deltares.nl/" TargetMode="External"/><Relationship Id="rId11" Type="http://schemas.openxmlformats.org/officeDocument/2006/relationships/image" Target="../media/image9.svg"/><Relationship Id="rId5" Type="http://schemas.openxmlformats.org/officeDocument/2006/relationships/hyperlink" Target="https://www.linkedin.com/company/deltares" TargetMode="Externa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hyperlink" Target="https://twitter.com/deltares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32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6860" y="5295900"/>
            <a:ext cx="600222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861" y="3854640"/>
            <a:ext cx="600222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22938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258" y="1766078"/>
            <a:ext cx="6006145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04582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57708-D1C8-4296-B46B-067A31C0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3580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Titeldia met vierkan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85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8025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Gro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54C307C-D04D-4709-9FD4-571150894DD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1939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Blau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E604B20-D198-4E8C-9B1F-0066D909E5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3923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EC7CA-9C23-4C8C-8E52-48827CB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B16DB44-A35C-4555-8271-1BC45D5E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298A93-251E-4C71-ACF3-6A138886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74A889B-77F6-4552-B217-7A2CA16B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EBD329-956B-407B-9AD6-0D41AC6CB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1" y="1762124"/>
            <a:ext cx="10517112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ijdelijke aanduiding voor afbeelding 13">
            <a:extLst>
              <a:ext uri="{FF2B5EF4-FFF2-40B4-BE49-F238E27FC236}">
                <a16:creationId xmlns:a16="http://schemas.microsoft.com/office/drawing/2014/main" id="{29C6F091-D152-418D-B9F8-A87580FF6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358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afbeelding 13">
            <a:extLst>
              <a:ext uri="{FF2B5EF4-FFF2-40B4-BE49-F238E27FC236}">
                <a16:creationId xmlns:a16="http://schemas.microsoft.com/office/drawing/2014/main" id="{60BE643B-1ED0-4C44-A1BD-69154E578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3876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ijdelijke aanduiding voor afbeelding 13">
            <a:extLst>
              <a:ext uri="{FF2B5EF4-FFF2-40B4-BE49-F238E27FC236}">
                <a16:creationId xmlns:a16="http://schemas.microsoft.com/office/drawing/2014/main" id="{A065EEC8-0E39-4605-AE1D-D95CBC904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14164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13">
            <a:extLst>
              <a:ext uri="{FF2B5EF4-FFF2-40B4-BE49-F238E27FC236}">
                <a16:creationId xmlns:a16="http://schemas.microsoft.com/office/drawing/2014/main" id="{48162130-D103-42A6-B07E-E8EF059018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54452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7250C887-952A-4DC1-8215-8DFA36C6ED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4740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13">
            <a:extLst>
              <a:ext uri="{FF2B5EF4-FFF2-40B4-BE49-F238E27FC236}">
                <a16:creationId xmlns:a16="http://schemas.microsoft.com/office/drawing/2014/main" id="{B0075813-47FE-4243-A0DB-86635BED6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02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13">
            <a:extLst>
              <a:ext uri="{FF2B5EF4-FFF2-40B4-BE49-F238E27FC236}">
                <a16:creationId xmlns:a16="http://schemas.microsoft.com/office/drawing/2014/main" id="{B8D44326-7D12-4338-99E1-2E879D21A2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5317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4828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2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D4A7-30E2-4E78-B4FA-A8B2C41A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89361EE-4435-4145-8E9D-4F0A53E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DFBB55-F053-4FC0-8FD6-FD27BC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20EB44-40D1-4CAF-8FFD-29202A0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64A6160-4B2C-4199-AB7C-023FEDE19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650" y="1768763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Tijdelijke aanduiding voor inhoud 6">
            <a:extLst>
              <a:ext uri="{FF2B5EF4-FFF2-40B4-BE49-F238E27FC236}">
                <a16:creationId xmlns:a16="http://schemas.microsoft.com/office/drawing/2014/main" id="{A7315F35-EA75-4506-B955-CB617ACBD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1825" y="1770636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359406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360240-711C-40DC-B819-28D5F76E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2125"/>
            <a:ext cx="5065347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485B8C4-FFE1-4941-89E1-E5B658D7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650" y="2556001"/>
            <a:ext cx="5065347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244503-4D19-475F-8DE3-680EA8CD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997" y="1762125"/>
            <a:ext cx="5087002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D37810D-DEFA-432E-B30A-7F13B7EF0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997" y="2556001"/>
            <a:ext cx="5087002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D5B83A0-F52F-4A50-A779-6FBDEC0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0DF3265-27D0-49AD-8963-A3EC3CB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2C89B3-2645-49EA-AE6E-C0189B3A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CFFACB9-41BE-4C1C-8FD9-C059001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74446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77C9B-D616-43D5-9E9C-399615D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7891F0-8DCB-4D52-8695-2AD66508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044C9F-B1E5-43F8-ABA5-F8A0AF3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14021C5-B1DD-464A-832F-A03BCAB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2055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076175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5"/>
            <a:ext cx="5076175" cy="4322762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481776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4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724001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5530F62-171F-4B44-ACAA-AC786B92F2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1825" y="5724000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5118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61FC5BFF-809B-4D7D-AC0F-5D7B92535F0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55737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F51408D9-846A-496F-B660-9763E7E9FC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55911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B1122521-F62D-48C8-B637-D4F2702896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55824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650134BB-B103-4668-BCD7-561087B39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5737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545B6CBB-4649-4D2E-B29A-C3F6E02090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5824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9D1568BF-DD59-4BEE-A218-1B34F1C6B3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5911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0455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1768763"/>
            <a:ext cx="10512348" cy="4320000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6227857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ol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1743163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tekst 61">
            <a:extLst>
              <a:ext uri="{FF2B5EF4-FFF2-40B4-BE49-F238E27FC236}">
                <a16:creationId xmlns:a16="http://schemas.microsoft.com/office/drawing/2014/main" id="{CAD4495B-AA1A-4F62-8627-356151635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752" y="6267443"/>
            <a:ext cx="1188000" cy="3852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3263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str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7382169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70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40700" y="857"/>
            <a:ext cx="3599932" cy="6857143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24537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sta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5340000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2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857"/>
            <a:ext cx="5644632" cy="6857143"/>
          </a:xfrm>
          <a:solidFill>
            <a:schemeClr val="bg1">
              <a:lumMod val="85000"/>
            </a:schemeClr>
          </a:solidFill>
        </p:spPr>
        <p:txBody>
          <a:bodyPr tIns="378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74022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of logo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F2D50-CADF-4163-A029-8B9A0424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105120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0EC3D4-D14B-4BCD-BF52-05BE98A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6323C5-92AF-4A0E-82DF-F4AB426B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FE8BBA-2E99-4D96-8F25-2A98D03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65">
            <a:extLst>
              <a:ext uri="{FF2B5EF4-FFF2-40B4-BE49-F238E27FC236}">
                <a16:creationId xmlns:a16="http://schemas.microsoft.com/office/drawing/2014/main" id="{2AF1D927-9FAE-49C1-9BD6-F1C4F8D7594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afbeelding 65">
            <a:extLst>
              <a:ext uri="{FF2B5EF4-FFF2-40B4-BE49-F238E27FC236}">
                <a16:creationId xmlns:a16="http://schemas.microsoft.com/office/drawing/2014/main" id="{733ADF27-84E5-4C77-A414-7F0E4DA3DA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6724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1C857FC7-6D65-4C72-9D0F-581A48D071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57799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B765388F-978F-43F5-923F-85D826894A4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08875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A87D663-B54E-4A21-A00C-0BD3BFB4647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599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3" name="Tijdelijke aanduiding voor afbeelding 65">
            <a:extLst>
              <a:ext uri="{FF2B5EF4-FFF2-40B4-BE49-F238E27FC236}">
                <a16:creationId xmlns:a16="http://schemas.microsoft.com/office/drawing/2014/main" id="{56FDE74E-0F50-4155-BEEC-2850FDC97DB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56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D71C804D-3C0F-41A5-8373-6A3A8168C9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06724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0C3E9BDF-7ACE-40C6-8AC1-CCDE842E1F3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57799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4E753E60-0CC4-4D5F-9F09-D1EB7F5C1B6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08875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afbeelding 65">
            <a:extLst>
              <a:ext uri="{FF2B5EF4-FFF2-40B4-BE49-F238E27FC236}">
                <a16:creationId xmlns:a16="http://schemas.microsoft.com/office/drawing/2014/main" id="{3CA6A3D3-992C-4A44-ACE1-E437BA7329B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99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8" name="Tijdelijke aanduiding voor afbeelding 65">
            <a:extLst>
              <a:ext uri="{FF2B5EF4-FFF2-40B4-BE49-F238E27FC236}">
                <a16:creationId xmlns:a16="http://schemas.microsoft.com/office/drawing/2014/main" id="{92F6A7FF-822A-4C63-8F78-1CCC66B869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56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9" name="Tijdelijke aanduiding voor afbeelding 65">
            <a:extLst>
              <a:ext uri="{FF2B5EF4-FFF2-40B4-BE49-F238E27FC236}">
                <a16:creationId xmlns:a16="http://schemas.microsoft.com/office/drawing/2014/main" id="{9E6C6AC3-C163-4C9D-AC60-05BBCCF9147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06724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0" name="Tijdelijke aanduiding voor afbeelding 65">
            <a:extLst>
              <a:ext uri="{FF2B5EF4-FFF2-40B4-BE49-F238E27FC236}">
                <a16:creationId xmlns:a16="http://schemas.microsoft.com/office/drawing/2014/main" id="{3168A12F-BFBE-4360-98BA-A467C3F113E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7799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1" name="Tijdelijke aanduiding voor afbeelding 65">
            <a:extLst>
              <a:ext uri="{FF2B5EF4-FFF2-40B4-BE49-F238E27FC236}">
                <a16:creationId xmlns:a16="http://schemas.microsoft.com/office/drawing/2014/main" id="{27717DEB-1276-417F-A482-0C7E87407C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08875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2" name="Tijdelijke aanduiding voor afbeelding 65">
            <a:extLst>
              <a:ext uri="{FF2B5EF4-FFF2-40B4-BE49-F238E27FC236}">
                <a16:creationId xmlns:a16="http://schemas.microsoft.com/office/drawing/2014/main" id="{DC804FE7-5194-45B7-9F11-66B83C126F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599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3" name="Tijdelijke aanduiding voor afbeelding 65">
            <a:extLst>
              <a:ext uri="{FF2B5EF4-FFF2-40B4-BE49-F238E27FC236}">
                <a16:creationId xmlns:a16="http://schemas.microsoft.com/office/drawing/2014/main" id="{13BF1A4D-0004-47F5-BD22-5574315802E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556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4" name="Tijdelijke aanduiding voor afbeelding 65">
            <a:extLst>
              <a:ext uri="{FF2B5EF4-FFF2-40B4-BE49-F238E27FC236}">
                <a16:creationId xmlns:a16="http://schemas.microsoft.com/office/drawing/2014/main" id="{40E7FE1B-81AA-4D57-A470-4914C5DE25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06724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5" name="Tijdelijke aanduiding voor afbeelding 65">
            <a:extLst>
              <a:ext uri="{FF2B5EF4-FFF2-40B4-BE49-F238E27FC236}">
                <a16:creationId xmlns:a16="http://schemas.microsoft.com/office/drawing/2014/main" id="{D4810DC4-4E2F-4B0D-88EA-49713EC28B6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57799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6" name="Tijdelijke aanduiding voor afbeelding 65">
            <a:extLst>
              <a:ext uri="{FF2B5EF4-FFF2-40B4-BE49-F238E27FC236}">
                <a16:creationId xmlns:a16="http://schemas.microsoft.com/office/drawing/2014/main" id="{C38C4235-7F22-4988-B598-0D97819CFE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208875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7" name="Tijdelijke aanduiding voor afbeelding 65">
            <a:extLst>
              <a:ext uri="{FF2B5EF4-FFF2-40B4-BE49-F238E27FC236}">
                <a16:creationId xmlns:a16="http://schemas.microsoft.com/office/drawing/2014/main" id="{F9CC71FE-8D91-41AA-BD80-0A48C4E294A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599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9775882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ol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256FF6D-B760-43BA-B16F-E3D5015A3F29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53" y="447038"/>
            <a:ext cx="5497409" cy="594360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2711AF3-2B55-481E-9ED2-5ACC1009CDA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439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876A113-1D30-4087-9D42-E90369759F0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132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E34DD4-0E1C-4461-98C5-DDEC9922F5D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670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449E03-26AF-49A4-81EB-7C9E0730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1195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tx2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2BE7A57-D121-4714-8A53-2C214612193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820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C7F7593-F4BA-42C6-A380-DDE2C8EFDE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513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DBCD6E0-B215-4817-9034-DD97790855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5051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777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accent4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924D0FF-5EBE-4860-837B-BFB572136BD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4CB1E06-8FF5-435E-8680-1F32B34785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A789FDD-DFC0-4340-8081-AD0F03E80E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792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5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2035359" y="1513268"/>
            <a:ext cx="8128800" cy="4572000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5BDAF44-690D-4351-8FD6-C1E9BED26C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9915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674169-AF61-4435-A283-A72FDC76F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608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7B8B9B-1532-42C6-9518-5A4FFA46D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146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0105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hele 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-582255"/>
            <a:ext cx="10517113" cy="504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-381"/>
            <a:ext cx="12192000" cy="6857325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4074A4-CF50-4C78-B45A-809AAE1C0D8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2ABB8A6-5903-42F4-80B8-B80E7DE199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1603FA5-FFD5-4564-BBCA-638420254F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011587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34A854-1FA0-4B51-9A92-125BD51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60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B3C54020-6274-482D-BF87-6C38C2F9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74C2B89-1B52-4DA9-B304-A626BCE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A8AA3559-A58B-438D-A544-F79B7A9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6020416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rond el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_wi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EA007BEC-B68F-4D17-A66D-5C87F079B473}"/>
              </a:ext>
            </a:extLst>
          </p:cNvPr>
          <p:cNvSpPr>
            <a:spLocks noChangeAspect="1"/>
          </p:cNvSpPr>
          <p:nvPr userDrawn="1"/>
        </p:nvSpPr>
        <p:spPr>
          <a:xfrm>
            <a:off x="465064" y="455811"/>
            <a:ext cx="5943600" cy="594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Enabling_deltalife_wit">
            <a:extLst>
              <a:ext uri="{FF2B5EF4-FFF2-40B4-BE49-F238E27FC236}">
                <a16:creationId xmlns:a16="http://schemas.microsoft.com/office/drawing/2014/main" id="{CC1AB181-2C98-49C8-B934-9DA01A710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2554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0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Enabling_deltalife_wit">
            <a:extLst>
              <a:ext uri="{FF2B5EF4-FFF2-40B4-BE49-F238E27FC236}">
                <a16:creationId xmlns:a16="http://schemas.microsoft.com/office/drawing/2014/main" id="{A4EF4C13-16AE-4FBA-9B9D-2EEA812DF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(met animati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Blue">
            <a:extLst>
              <a:ext uri="{FF2B5EF4-FFF2-40B4-BE49-F238E27FC236}">
                <a16:creationId xmlns:a16="http://schemas.microsoft.com/office/drawing/2014/main" id="{E67129F5-F9B1-464C-B563-6456865CCFF2}"/>
              </a:ext>
            </a:extLst>
          </p:cNvPr>
          <p:cNvSpPr>
            <a:spLocks noChangeAspect="1"/>
          </p:cNvSpPr>
          <p:nvPr userDrawn="1"/>
        </p:nvSpPr>
        <p:spPr>
          <a:xfrm>
            <a:off x="4384800" y="1580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ircle Green">
            <a:extLst>
              <a:ext uri="{FF2B5EF4-FFF2-40B4-BE49-F238E27FC236}">
                <a16:creationId xmlns:a16="http://schemas.microsoft.com/office/drawing/2014/main" id="{9D1A10F2-6EA4-4646-94AB-D1971B8790AC}"/>
              </a:ext>
            </a:extLst>
          </p:cNvPr>
          <p:cNvSpPr>
            <a:spLocks noChangeAspect="1"/>
          </p:cNvSpPr>
          <p:nvPr userDrawn="1"/>
        </p:nvSpPr>
        <p:spPr>
          <a:xfrm>
            <a:off x="4240800" y="1796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1DF8627-4105-4921-8328-8A3BE55CDA89}"/>
              </a:ext>
            </a:extLst>
          </p:cNvPr>
          <p:cNvSpPr/>
          <p:nvPr userDrawn="1"/>
        </p:nvSpPr>
        <p:spPr>
          <a:xfrm>
            <a:off x="3123210" y="985652"/>
            <a:ext cx="7030193" cy="4773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Enabling_deltalife_wit">
            <a:extLst>
              <a:ext uri="{FF2B5EF4-FFF2-40B4-BE49-F238E27FC236}">
                <a16:creationId xmlns:a16="http://schemas.microsoft.com/office/drawing/2014/main" id="{F6979AE7-8CDB-45F8-88A4-AC18A1F0E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7.40741E-7 L -0.0332 0.06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300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22222E-6 L 0.04115 -0.074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375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3" animBg="1"/>
      <p:bldP spid="10" grpId="0" animBg="1"/>
      <p:bldP spid="10" grpId="1" animBg="1"/>
      <p:bldP spid="10" grpId="3" animBg="1"/>
      <p:bldP spid="3" grpId="0" animBg="1"/>
      <p:bldP spid="12" grpId="0" animBg="1"/>
    </p:bldLst>
  </p:timing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9" name="Tekstvak 28">
            <a:hlinkClick r:id="rId3"/>
            <a:extLst>
              <a:ext uri="{FF2B5EF4-FFF2-40B4-BE49-F238E27FC236}">
                <a16:creationId xmlns:a16="http://schemas.microsoft.com/office/drawing/2014/main" id="{C731B5EA-6866-4EBE-8138-DEC893F2E2E3}"/>
              </a:ext>
            </a:extLst>
          </p:cNvPr>
          <p:cNvSpPr txBox="1"/>
          <p:nvPr userDrawn="1"/>
        </p:nvSpPr>
        <p:spPr>
          <a:xfrm>
            <a:off x="1260000" y="2267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info@deltares.nl</a:t>
            </a:r>
          </a:p>
        </p:txBody>
      </p:sp>
      <p:sp>
        <p:nvSpPr>
          <p:cNvPr id="30" name="Tekstvak 29">
            <a:hlinkClick r:id="rId4"/>
            <a:extLst>
              <a:ext uri="{FF2B5EF4-FFF2-40B4-BE49-F238E27FC236}">
                <a16:creationId xmlns:a16="http://schemas.microsoft.com/office/drawing/2014/main" id="{B2A41075-9E8D-4E25-B2BA-1D1DD506088A}"/>
              </a:ext>
            </a:extLst>
          </p:cNvPr>
          <p:cNvSpPr txBox="1"/>
          <p:nvPr userDrawn="1"/>
        </p:nvSpPr>
        <p:spPr>
          <a:xfrm>
            <a:off x="4212000" y="1763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1" name="Tekstvak 30">
            <a:hlinkClick r:id="rId5"/>
            <a:extLst>
              <a:ext uri="{FF2B5EF4-FFF2-40B4-BE49-F238E27FC236}">
                <a16:creationId xmlns:a16="http://schemas.microsoft.com/office/drawing/2014/main" id="{58C063EF-2783-4DB8-8B62-49C28C8695C5}"/>
              </a:ext>
            </a:extLst>
          </p:cNvPr>
          <p:cNvSpPr txBox="1"/>
          <p:nvPr userDrawn="1"/>
        </p:nvSpPr>
        <p:spPr>
          <a:xfrm>
            <a:off x="6912000" y="1763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linkedin.com/company/deltares</a:t>
            </a:r>
          </a:p>
        </p:txBody>
      </p:sp>
      <p:sp>
        <p:nvSpPr>
          <p:cNvPr id="32" name="Tekstvak 31">
            <a:hlinkClick r:id="rId6"/>
            <a:extLst>
              <a:ext uri="{FF2B5EF4-FFF2-40B4-BE49-F238E27FC236}">
                <a16:creationId xmlns:a16="http://schemas.microsoft.com/office/drawing/2014/main" id="{5F163D96-77E3-420C-8665-5CE311574B20}"/>
              </a:ext>
            </a:extLst>
          </p:cNvPr>
          <p:cNvSpPr txBox="1"/>
          <p:nvPr userDrawn="1"/>
        </p:nvSpPr>
        <p:spPr>
          <a:xfrm>
            <a:off x="1260000" y="1763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www.deltares.nl</a:t>
            </a:r>
          </a:p>
        </p:txBody>
      </p:sp>
      <p:sp>
        <p:nvSpPr>
          <p:cNvPr id="33" name="Tekstvak 32">
            <a:hlinkClick r:id="rId7"/>
            <a:extLst>
              <a:ext uri="{FF2B5EF4-FFF2-40B4-BE49-F238E27FC236}">
                <a16:creationId xmlns:a16="http://schemas.microsoft.com/office/drawing/2014/main" id="{3B4E325A-D4A5-415E-A8C3-FF4A98631369}"/>
              </a:ext>
            </a:extLst>
          </p:cNvPr>
          <p:cNvSpPr txBox="1"/>
          <p:nvPr userDrawn="1"/>
        </p:nvSpPr>
        <p:spPr>
          <a:xfrm>
            <a:off x="4212000" y="2267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4" name="Tekstvak 33">
            <a:hlinkClick r:id="rId8"/>
            <a:extLst>
              <a:ext uri="{FF2B5EF4-FFF2-40B4-BE49-F238E27FC236}">
                <a16:creationId xmlns:a16="http://schemas.microsoft.com/office/drawing/2014/main" id="{052934D0-6B1B-4AB9-8002-224050C7A1A1}"/>
              </a:ext>
            </a:extLst>
          </p:cNvPr>
          <p:cNvSpPr txBox="1"/>
          <p:nvPr userDrawn="1"/>
        </p:nvSpPr>
        <p:spPr>
          <a:xfrm>
            <a:off x="6912000" y="2267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facebook.com/deltaresNL</a:t>
            </a:r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0D7005BD-5B17-436C-95BF-D53FCBDA05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000" y="1764000"/>
            <a:ext cx="306000" cy="306000"/>
          </a:xfrm>
          <a:prstGeom prst="rect">
            <a:avLst/>
          </a:prstGeom>
        </p:spPr>
      </p:pic>
      <p:pic>
        <p:nvPicPr>
          <p:cNvPr id="9" name="Graphic 8">
            <a:hlinkClick r:id="rId5"/>
            <a:extLst>
              <a:ext uri="{FF2B5EF4-FFF2-40B4-BE49-F238E27FC236}">
                <a16:creationId xmlns:a16="http://schemas.microsoft.com/office/drawing/2014/main" id="{48ED5D6E-BB00-4DF8-8A4A-B64CCA3200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8000" y="1764000"/>
            <a:ext cx="306000" cy="306000"/>
          </a:xfrm>
          <a:prstGeom prst="rect">
            <a:avLst/>
          </a:prstGeom>
        </p:spPr>
      </p:pic>
      <p:pic>
        <p:nvPicPr>
          <p:cNvPr id="12" name="Graphic 11">
            <a:hlinkClick r:id="rId3"/>
            <a:extLst>
              <a:ext uri="{FF2B5EF4-FFF2-40B4-BE49-F238E27FC236}">
                <a16:creationId xmlns:a16="http://schemas.microsoft.com/office/drawing/2014/main" id="{3D248AEC-10A5-4B7E-BF95-2E949619BA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6000" y="2268000"/>
            <a:ext cx="306000" cy="306000"/>
          </a:xfrm>
          <a:prstGeom prst="rect">
            <a:avLst/>
          </a:prstGeom>
        </p:spPr>
      </p:pic>
      <p:pic>
        <p:nvPicPr>
          <p:cNvPr id="16" name="Graphic 15">
            <a:hlinkClick r:id="rId8"/>
            <a:extLst>
              <a:ext uri="{FF2B5EF4-FFF2-40B4-BE49-F238E27FC236}">
                <a16:creationId xmlns:a16="http://schemas.microsoft.com/office/drawing/2014/main" id="{54EB740A-0F53-4E1C-8587-DA2F01870AD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8000" y="2268000"/>
            <a:ext cx="306000" cy="306000"/>
          </a:xfrm>
          <a:prstGeom prst="rect">
            <a:avLst/>
          </a:prstGeom>
        </p:spPr>
      </p:pic>
      <p:pic>
        <p:nvPicPr>
          <p:cNvPr id="19" name="Graphic 18">
            <a:hlinkClick r:id="rId4"/>
            <a:extLst>
              <a:ext uri="{FF2B5EF4-FFF2-40B4-BE49-F238E27FC236}">
                <a16:creationId xmlns:a16="http://schemas.microsoft.com/office/drawing/2014/main" id="{3C2A80C3-6754-49BB-AE1D-787E3C8B82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08000" y="1764000"/>
            <a:ext cx="306000" cy="306000"/>
          </a:xfrm>
          <a:prstGeom prst="rect">
            <a:avLst/>
          </a:prstGeom>
        </p:spPr>
      </p:pic>
      <p:pic>
        <p:nvPicPr>
          <p:cNvPr id="44" name="Graphic 43">
            <a:hlinkClick r:id="rId7"/>
            <a:extLst>
              <a:ext uri="{FF2B5EF4-FFF2-40B4-BE49-F238E27FC236}">
                <a16:creationId xmlns:a16="http://schemas.microsoft.com/office/drawing/2014/main" id="{7232CAEC-F3CE-4040-A772-F8A6B930251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08000" y="2268000"/>
            <a:ext cx="306000" cy="306000"/>
          </a:xfrm>
          <a:prstGeom prst="rect">
            <a:avLst/>
          </a:prstGeom>
        </p:spPr>
      </p:pic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255237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 userDrawn="1">
          <p15:clr>
            <a:srgbClr val="FBAE40"/>
          </p15:clr>
        </p15:guide>
        <p15:guide id="2" orient="horz" pos="2058" userDrawn="1">
          <p15:clr>
            <a:srgbClr val="FBAE40"/>
          </p15:clr>
        </p15:guide>
        <p15:guide id="3" orient="horz" pos="4026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5" pos="4362" userDrawn="1">
          <p15:clr>
            <a:srgbClr val="FBAE40"/>
          </p15:clr>
        </p15:guide>
        <p15:guide id="6" pos="2661" userDrawn="1">
          <p15:clr>
            <a:srgbClr val="FBAE40"/>
          </p15:clr>
        </p15:guide>
        <p15:guide id="7" pos="2343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(Vrij invulba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05F72AB-9143-4CEB-9995-BC46F87996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60000" y="1764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140C74ED-3843-44B5-A036-98F1C0983D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7CB3B72F-829E-4802-89CE-5FAA887211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12000" y="1764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6" name="Tijdelijke aanduiding voor tekst 3">
            <a:extLst>
              <a:ext uri="{FF2B5EF4-FFF2-40B4-BE49-F238E27FC236}">
                <a16:creationId xmlns:a16="http://schemas.microsoft.com/office/drawing/2014/main" id="{E96C0F79-C1F5-448A-9B02-130652C5EF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12000" y="2268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3008B147-EF81-4851-A6A3-FDBC85BB5B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10369" y="1764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D61D01F4-0D94-49A0-A0C6-2A6964B393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10369" y="2268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12238712-852D-4C83-A179-EE0F3F65535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5650" y="1764000"/>
            <a:ext cx="306000" cy="306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5" name="Tijdelijke aanduiding voor afbeelding 12">
            <a:extLst>
              <a:ext uri="{FF2B5EF4-FFF2-40B4-BE49-F238E27FC236}">
                <a16:creationId xmlns:a16="http://schemas.microsoft.com/office/drawing/2014/main" id="{B94B33D8-9ADC-46F3-9BAD-244DD869287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5650" y="2268000"/>
            <a:ext cx="306000" cy="3060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6" name="Tijdelijke aanduiding voor afbeelding 12">
            <a:extLst>
              <a:ext uri="{FF2B5EF4-FFF2-40B4-BE49-F238E27FC236}">
                <a16:creationId xmlns:a16="http://schemas.microsoft.com/office/drawing/2014/main" id="{7B078E79-A086-4E54-9016-28A2DBA069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08000" y="1764000"/>
            <a:ext cx="306000" cy="3060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7" name="Tijdelijke aanduiding voor afbeelding 12">
            <a:extLst>
              <a:ext uri="{FF2B5EF4-FFF2-40B4-BE49-F238E27FC236}">
                <a16:creationId xmlns:a16="http://schemas.microsoft.com/office/drawing/2014/main" id="{9A2E3717-085D-4920-9B0E-8DBF1A42FC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708000" y="2268000"/>
            <a:ext cx="306000" cy="306000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77467CBB-F989-40AA-BAA1-DDC3FE2145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8000" y="1764000"/>
            <a:ext cx="306000" cy="306000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ijdelijke aanduiding voor afbeelding 12">
            <a:extLst>
              <a:ext uri="{FF2B5EF4-FFF2-40B4-BE49-F238E27FC236}">
                <a16:creationId xmlns:a16="http://schemas.microsoft.com/office/drawing/2014/main" id="{1C25A578-0CC7-464F-9CFB-1B9EC232EF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408000" y="2268000"/>
            <a:ext cx="306000" cy="306000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0945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>
          <p15:clr>
            <a:srgbClr val="FBAE40"/>
          </p15:clr>
        </p15:guide>
        <p15:guide id="2" orient="horz" pos="2058">
          <p15:clr>
            <a:srgbClr val="FBAE40"/>
          </p15:clr>
        </p15:guide>
        <p15:guide id="3" orient="horz" pos="4026">
          <p15:clr>
            <a:srgbClr val="FBAE40"/>
          </p15:clr>
        </p15:guide>
        <p15:guide id="4" pos="4044">
          <p15:clr>
            <a:srgbClr val="FBAE40"/>
          </p15:clr>
        </p15:guide>
        <p15:guide id="5" pos="4362">
          <p15:clr>
            <a:srgbClr val="FBAE40"/>
          </p15:clr>
        </p15:guide>
        <p15:guide id="6" pos="2661">
          <p15:clr>
            <a:srgbClr val="FBAE40"/>
          </p15:clr>
        </p15:guide>
        <p15:guide id="7" pos="234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ooter Bar">
            <a:extLst>
              <a:ext uri="{FF2B5EF4-FFF2-40B4-BE49-F238E27FC236}">
                <a16:creationId xmlns:a16="http://schemas.microsoft.com/office/drawing/2014/main" id="{022EB8B7-6824-4AED-BB2B-C0B109993AD1}"/>
              </a:ext>
            </a:extLst>
          </p:cNvPr>
          <p:cNvGrpSpPr/>
          <p:nvPr userDrawn="1"/>
        </p:nvGrpSpPr>
        <p:grpSpPr>
          <a:xfrm>
            <a:off x="11742000" y="0"/>
            <a:ext cx="450000" cy="6858000"/>
            <a:chOff x="11742000" y="0"/>
            <a:chExt cx="450000" cy="6858000"/>
          </a:xfrm>
          <a:solidFill>
            <a:schemeClr val="accent2">
              <a:alpha val="5882"/>
            </a:schemeClr>
          </a:solidFill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F9EE001-C15B-435E-9F44-1622C159FC17}"/>
                </a:ext>
              </a:extLst>
            </p:cNvPr>
            <p:cNvSpPr/>
            <p:nvPr userDrawn="1"/>
          </p:nvSpPr>
          <p:spPr>
            <a:xfrm>
              <a:off x="11742000" y="0"/>
              <a:ext cx="450000" cy="6858000"/>
            </a:xfrm>
            <a:prstGeom prst="rect">
              <a:avLst/>
            </a:prstGeom>
            <a:solidFill>
              <a:srgbClr val="F1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32440EA2-337B-4EDA-9C88-10B9002EF364}"/>
                </a:ext>
              </a:extLst>
            </p:cNvPr>
            <p:cNvCxnSpPr/>
            <p:nvPr userDrawn="1"/>
          </p:nvCxnSpPr>
          <p:spPr>
            <a:xfrm>
              <a:off x="11801530" y="6081711"/>
              <a:ext cx="324000" cy="0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966F5-006F-433A-9691-0B17633B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Dia met tekst. Voorbeeld van een lange tekst over twee regels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2E2CE-1F7F-4603-9A75-FEAAFF73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8763"/>
            <a:ext cx="1051234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Niveau 1, standaard met </a:t>
            </a:r>
            <a:r>
              <a:rPr lang="nl-NL" dirty="0" err="1"/>
              <a:t>bullets</a:t>
            </a:r>
            <a:endParaRPr lang="nl-NL" dirty="0"/>
          </a:p>
          <a:p>
            <a:pPr lvl="1"/>
            <a:r>
              <a:rPr lang="nl-NL" dirty="0"/>
              <a:t>Tweede niveau, (sub </a:t>
            </a:r>
            <a:r>
              <a:rPr lang="nl-NL" dirty="0" err="1"/>
              <a:t>bullets</a:t>
            </a:r>
            <a:r>
              <a:rPr lang="nl-NL" dirty="0"/>
              <a:t>)</a:t>
            </a:r>
          </a:p>
          <a:p>
            <a:pPr lvl="2"/>
            <a:r>
              <a:rPr lang="nl-NL" dirty="0"/>
              <a:t>Derde niveau (Leestekst)</a:t>
            </a:r>
          </a:p>
          <a:p>
            <a:pPr lvl="3"/>
            <a:r>
              <a:rPr lang="nl-NL" dirty="0"/>
              <a:t>Vierde niveau (Subtitel)</a:t>
            </a:r>
          </a:p>
          <a:p>
            <a:pPr lvl="4"/>
            <a:r>
              <a:rPr lang="nl-NL" dirty="0"/>
              <a:t>Vijfde niveau (Standaard met nummers)</a:t>
            </a:r>
          </a:p>
          <a:p>
            <a:pPr lvl="5"/>
            <a:r>
              <a:rPr lang="nl-NL" dirty="0"/>
              <a:t>Niveau zes (sub nummers)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4571E1-7B78-4AC3-AB7A-7A15720D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20000" y="4157669"/>
            <a:ext cx="153888" cy="1485895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sz="1000" b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 dirty="0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04B6D2-F868-492E-8371-701F4F99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89372" y="541695"/>
            <a:ext cx="153888" cy="5101869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lang="nl-NL" sz="10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 dirty="0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91C4D-045B-4D79-8E4E-A715678E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3163" y="6413498"/>
            <a:ext cx="450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5" name="Deltares_Logo_klein">
            <a:extLst>
              <a:ext uri="{FF2B5EF4-FFF2-40B4-BE49-F238E27FC236}">
                <a16:creationId xmlns:a16="http://schemas.microsoft.com/office/drawing/2014/main" id="{CA5E38F1-EE2E-4740-B411-6A2F5838BECA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56" y="6267123"/>
            <a:ext cx="1188000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7" r:id="rId3"/>
    <p:sldLayoutId id="2147483691" r:id="rId4"/>
    <p:sldLayoutId id="2147483692" r:id="rId5"/>
    <p:sldLayoutId id="2147483664" r:id="rId6"/>
    <p:sldLayoutId id="2147483687" r:id="rId7"/>
    <p:sldLayoutId id="2147483689" r:id="rId8"/>
    <p:sldLayoutId id="2147483690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96" r:id="rId17"/>
    <p:sldLayoutId id="2147483682" r:id="rId18"/>
    <p:sldLayoutId id="2147483683" r:id="rId19"/>
    <p:sldLayoutId id="2147483749" r:id="rId20"/>
    <p:sldLayoutId id="2147483681" r:id="rId21"/>
    <p:sldLayoutId id="2147483752" r:id="rId22"/>
    <p:sldLayoutId id="2147483699" r:id="rId23"/>
    <p:sldLayoutId id="2147483748" r:id="rId24"/>
    <p:sldLayoutId id="2147483656" r:id="rId25"/>
    <p:sldLayoutId id="2147483753" r:id="rId26"/>
    <p:sldLayoutId id="2147483698" r:id="rId27"/>
    <p:sldLayoutId id="2147483754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24000" indent="-32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32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24000" indent="-3240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+mj-lt"/>
        <a:buAutoNum type="arabicPeriod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48000" indent="-324000" algn="l" defTabSz="914400" rtl="0" eaLnBrk="1" latinLnBrk="0" hangingPunct="1">
        <a:lnSpc>
          <a:spcPct val="90000"/>
        </a:lnSpc>
        <a:spcBef>
          <a:spcPts val="500"/>
        </a:spcBef>
        <a:buSzPct val="95000"/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1110" userDrawn="1">
          <p15:clr>
            <a:srgbClr val="F26B43"/>
          </p15:clr>
        </p15:guide>
        <p15:guide id="3" pos="47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6" pos="792" userDrawn="1">
          <p15:clr>
            <a:srgbClr val="F26B43"/>
          </p15:clr>
        </p15:guide>
        <p15:guide id="7" orient="horz" pos="3833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  <p15:guide id="9" pos="7098" userDrawn="1">
          <p15:clr>
            <a:srgbClr val="F26B43"/>
          </p15:clr>
        </p15:guide>
        <p15:guide id="10" pos="7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ltares/ProbabilisticLibrar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Rob.Brinkman@deltares.nl" TargetMode="Externa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Edwin.Spee@deltares.n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Tijdelijke aanduiding voor afbeelding 17">
            <a:extLst>
              <a:ext uri="{FF2B5EF4-FFF2-40B4-BE49-F238E27FC236}">
                <a16:creationId xmlns:a16="http://schemas.microsoft.com/office/drawing/2014/main" id="{AA69BC65-8AFE-4119-BE77-AE1B7096E43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" r="42"/>
          <a:stretch>
            <a:fillRect/>
          </a:stretch>
        </p:blipFill>
        <p:spPr/>
      </p:pic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B7F9F16-38F3-4C18-8CF0-49A766FBC4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Rob Brinkman</a:t>
            </a:r>
          </a:p>
          <a:p>
            <a:r>
              <a:rPr lang="nl-NL" dirty="0"/>
              <a:t>Edwin Spee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D510B812-7AC5-475D-ACB5-69A9EF3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 5 juni 2024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9A199952-5E95-4A28-BD26-74ECEF64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Voettekst van de presentatie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8D4A5E8-322A-4392-899C-82090DBD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1</a:t>
            </a:fld>
            <a:endParaRPr lang="nl-NL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D010081-142B-471A-8A79-433EA62F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Probabilistische bibliotheek</a:t>
            </a:r>
            <a:br>
              <a:rPr lang="nl-NL" dirty="0"/>
            </a:b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7F40214-05A9-459B-91CB-FE5EED0528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Naam Achternaam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93FAA-A14E-B44F-2F90-5E7167F72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Ontwikkelingen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831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Inhoudsopgave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A02A56-F306-4BD9-9AE4-F7B81DD874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  <a:p>
            <a:r>
              <a:rPr lang="nl-NL" dirty="0"/>
              <a:t>Huidige situatie</a:t>
            </a:r>
          </a:p>
          <a:p>
            <a:r>
              <a:rPr lang="nl-NL" dirty="0"/>
              <a:t>Nieuwe situatie</a:t>
            </a:r>
          </a:p>
          <a:p>
            <a:r>
              <a:rPr lang="nl-NL" dirty="0"/>
              <a:t>Probabilistische bibliotheek in C++</a:t>
            </a:r>
          </a:p>
          <a:p>
            <a:r>
              <a:rPr lang="nl-NL" dirty="0"/>
              <a:t>Python interface en toepassingsvoorbeeld</a:t>
            </a:r>
          </a:p>
          <a:p>
            <a:r>
              <a:rPr lang="nl-NL" dirty="0"/>
              <a:t>Ontwikkeling van de bibliotheek</a:t>
            </a:r>
          </a:p>
          <a:p>
            <a:r>
              <a:rPr lang="nl-NL" dirty="0"/>
              <a:t>Discussie en feedback</a:t>
            </a:r>
          </a:p>
          <a:p>
            <a:endParaRPr lang="nl-NL" dirty="0"/>
          </a:p>
        </p:txBody>
      </p:sp>
      <p:sp>
        <p:nvSpPr>
          <p:cNvPr id="49" name="Tijdelijke aanduiding voor afbeelding 48">
            <a:extLst>
              <a:ext uri="{FF2B5EF4-FFF2-40B4-BE49-F238E27FC236}">
                <a16:creationId xmlns:a16="http://schemas.microsoft.com/office/drawing/2014/main" id="{DEA722B2-F2C8-41B0-9627-BF849191AAC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0" name="Tijdelijke aanduiding voor afbeelding 49">
            <a:extLst>
              <a:ext uri="{FF2B5EF4-FFF2-40B4-BE49-F238E27FC236}">
                <a16:creationId xmlns:a16="http://schemas.microsoft.com/office/drawing/2014/main" id="{B073635A-EB7E-423E-A353-A660771F732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1" name="Tijdelijke aanduiding voor afbeelding 50">
            <a:extLst>
              <a:ext uri="{FF2B5EF4-FFF2-40B4-BE49-F238E27FC236}">
                <a16:creationId xmlns:a16="http://schemas.microsoft.com/office/drawing/2014/main" id="{9436B379-63D4-427E-9EC1-24B8CA76DA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982B00DD-5671-4971-99D8-4E4EECAF25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23E4368-1295-4A91-8C14-374DAB5522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01AA78C2-40D4-4E17-A4EA-BE01185656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39B035FE-189F-462B-9C1A-E4D39A82BC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486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BF51-0106-B71C-7B04-226B00CC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Huidige</a:t>
            </a:r>
            <a:r>
              <a:rPr lang="en-US" dirty="0"/>
              <a:t> </a:t>
            </a:r>
            <a:r>
              <a:rPr lang="en-US" dirty="0" err="1"/>
              <a:t>situatie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9C6CB-E7A7-1363-6339-360A5AC88C7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2420000" y="4157669"/>
            <a:ext cx="153888" cy="1485895"/>
          </a:xfrm>
        </p:spPr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1E3A-C71B-8470-1AB9-1ABE0B87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2F1F21-2BA6-D253-4705-24D70A78CD7D}"/>
              </a:ext>
            </a:extLst>
          </p:cNvPr>
          <p:cNvSpPr/>
          <p:nvPr/>
        </p:nvSpPr>
        <p:spPr>
          <a:xfrm>
            <a:off x="3682399" y="264493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Statistiek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A8D80-34BD-1720-9F0C-EB4954361D7E}"/>
              </a:ext>
            </a:extLst>
          </p:cNvPr>
          <p:cNvSpPr/>
          <p:nvPr/>
        </p:nvSpPr>
        <p:spPr>
          <a:xfrm>
            <a:off x="5563241" y="3879839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Betrouwbaar-heid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D1A27-4236-4613-5A2E-7AA7A007FBED}"/>
              </a:ext>
            </a:extLst>
          </p:cNvPr>
          <p:cNvSpPr/>
          <p:nvPr/>
        </p:nvSpPr>
        <p:spPr>
          <a:xfrm>
            <a:off x="1340418" y="130995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Visualisatie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A48E2C-6C38-4410-3398-AAF0C300C962}"/>
              </a:ext>
            </a:extLst>
          </p:cNvPr>
          <p:cNvSpPr/>
          <p:nvPr/>
        </p:nvSpPr>
        <p:spPr>
          <a:xfrm>
            <a:off x="4244802" y="583503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3B75A3-BD83-A750-00AA-580D34EBDD5F}"/>
              </a:ext>
            </a:extLst>
          </p:cNvPr>
          <p:cNvSpPr/>
          <p:nvPr/>
        </p:nvSpPr>
        <p:spPr>
          <a:xfrm>
            <a:off x="7776264" y="5664549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Faal-</a:t>
            </a:r>
            <a:r>
              <a:rPr lang="en-US" dirty="0" err="1"/>
              <a:t>mechanisme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E9B308-A1A2-48D4-A7FE-6B2F2E7DA085}"/>
              </a:ext>
            </a:extLst>
          </p:cNvPr>
          <p:cNvSpPr/>
          <p:nvPr/>
        </p:nvSpPr>
        <p:spPr>
          <a:xfrm>
            <a:off x="4472678" y="102815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7230AC-B009-3D95-5B32-1F7667C8473A}"/>
              </a:ext>
            </a:extLst>
          </p:cNvPr>
          <p:cNvSpPr/>
          <p:nvPr/>
        </p:nvSpPr>
        <p:spPr>
          <a:xfrm>
            <a:off x="2633133" y="391360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 </a:t>
            </a:r>
          </a:p>
          <a:p>
            <a:pPr algn="ctr"/>
            <a:r>
              <a:rPr lang="en-US" dirty="0"/>
              <a:t>library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D8B961-162E-134C-1160-BE9C6A705165}"/>
              </a:ext>
            </a:extLst>
          </p:cNvPr>
          <p:cNvSpPr/>
          <p:nvPr/>
        </p:nvSpPr>
        <p:spPr>
          <a:xfrm>
            <a:off x="8684979" y="393654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 library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1C1C3F-365C-1406-EBA5-6558ADFB916C}"/>
              </a:ext>
            </a:extLst>
          </p:cNvPr>
          <p:cNvSpPr/>
          <p:nvPr/>
        </p:nvSpPr>
        <p:spPr>
          <a:xfrm>
            <a:off x="1031116" y="560054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9DD871-0456-2E30-847B-F74C03303496}"/>
              </a:ext>
            </a:extLst>
          </p:cNvPr>
          <p:cNvSpPr/>
          <p:nvPr/>
        </p:nvSpPr>
        <p:spPr>
          <a:xfrm>
            <a:off x="7453178" y="219983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Waterstand</a:t>
            </a:r>
            <a:r>
              <a:rPr lang="en-US" dirty="0"/>
              <a:t> </a:t>
            </a:r>
            <a:r>
              <a:rPr lang="en-US" dirty="0" err="1"/>
              <a:t>statistiek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6FD9EB-2800-4D38-E28C-59731AC27A33}"/>
              </a:ext>
            </a:extLst>
          </p:cNvPr>
          <p:cNvCxnSpPr>
            <a:cxnSpLocks/>
            <a:stCxn id="45" idx="7"/>
            <a:endCxn id="9" idx="4"/>
          </p:cNvCxnSpPr>
          <p:nvPr/>
        </p:nvCxnSpPr>
        <p:spPr>
          <a:xfrm flipV="1">
            <a:off x="2141185" y="2224350"/>
            <a:ext cx="373610" cy="48308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0CE60F-869E-6A80-6CAA-8C283C22E1A2}"/>
              </a:ext>
            </a:extLst>
          </p:cNvPr>
          <p:cNvCxnSpPr>
            <a:cxnSpLocks/>
            <a:stCxn id="14" idx="4"/>
            <a:endCxn id="16" idx="7"/>
          </p:cNvCxnSpPr>
          <p:nvPr/>
        </p:nvCxnSpPr>
        <p:spPr>
          <a:xfrm flipH="1">
            <a:off x="3035902" y="4828008"/>
            <a:ext cx="771608" cy="90644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5834E5-6E04-A2D2-D612-716D5CC25149}"/>
              </a:ext>
            </a:extLst>
          </p:cNvPr>
          <p:cNvCxnSpPr>
            <a:cxnSpLocks/>
            <a:stCxn id="14" idx="6"/>
            <a:endCxn id="8" idx="2"/>
          </p:cNvCxnSpPr>
          <p:nvPr/>
        </p:nvCxnSpPr>
        <p:spPr>
          <a:xfrm flipV="1">
            <a:off x="4981886" y="4337039"/>
            <a:ext cx="581355" cy="3376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55E23-6C5B-6A9A-8C05-428C52DE1346}"/>
              </a:ext>
            </a:extLst>
          </p:cNvPr>
          <p:cNvCxnSpPr>
            <a:cxnSpLocks/>
            <a:stCxn id="17" idx="5"/>
            <a:endCxn id="15" idx="0"/>
          </p:cNvCxnSpPr>
          <p:nvPr/>
        </p:nvCxnSpPr>
        <p:spPr>
          <a:xfrm>
            <a:off x="9457964" y="2980321"/>
            <a:ext cx="401392" cy="95622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E24B42-CB09-CE6F-2953-CA7FCD2530FA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7911994" y="4337039"/>
            <a:ext cx="772985" cy="5670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B110C1-5298-70C5-AC1E-11E9AFA67863}"/>
              </a:ext>
            </a:extLst>
          </p:cNvPr>
          <p:cNvCxnSpPr>
            <a:cxnSpLocks/>
            <a:stCxn id="14" idx="0"/>
            <a:endCxn id="7" idx="3"/>
          </p:cNvCxnSpPr>
          <p:nvPr/>
        </p:nvCxnSpPr>
        <p:spPr>
          <a:xfrm flipV="1">
            <a:off x="3807510" y="3425427"/>
            <a:ext cx="218856" cy="48818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944722-D016-BAFD-36F6-D79BBD1339FF}"/>
              </a:ext>
            </a:extLst>
          </p:cNvPr>
          <p:cNvCxnSpPr>
            <a:cxnSpLocks/>
            <a:stCxn id="7" idx="0"/>
            <a:endCxn id="13" idx="4"/>
          </p:cNvCxnSpPr>
          <p:nvPr/>
        </p:nvCxnSpPr>
        <p:spPr>
          <a:xfrm flipV="1">
            <a:off x="4856776" y="1942558"/>
            <a:ext cx="790279" cy="70238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05572B-F5FE-3EAE-6945-1AFE1E15FD45}"/>
              </a:ext>
            </a:extLst>
          </p:cNvPr>
          <p:cNvCxnSpPr>
            <a:cxnSpLocks/>
            <a:stCxn id="14" idx="5"/>
            <a:endCxn id="10" idx="0"/>
          </p:cNvCxnSpPr>
          <p:nvPr/>
        </p:nvCxnSpPr>
        <p:spPr>
          <a:xfrm>
            <a:off x="4637919" y="4694097"/>
            <a:ext cx="781260" cy="114093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DFACDA-0D92-4A2A-DEA9-FB03E57D9670}"/>
              </a:ext>
            </a:extLst>
          </p:cNvPr>
          <p:cNvCxnSpPr>
            <a:cxnSpLocks/>
            <a:stCxn id="12" idx="7"/>
            <a:endCxn id="15" idx="4"/>
          </p:cNvCxnSpPr>
          <p:nvPr/>
        </p:nvCxnSpPr>
        <p:spPr>
          <a:xfrm flipV="1">
            <a:off x="9781050" y="4850948"/>
            <a:ext cx="78306" cy="94751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63F962B-8ECE-9490-F08C-DAE22658A9D3}"/>
              </a:ext>
            </a:extLst>
          </p:cNvPr>
          <p:cNvCxnSpPr>
            <a:cxnSpLocks/>
            <a:stCxn id="17" idx="2"/>
            <a:endCxn id="7" idx="6"/>
          </p:cNvCxnSpPr>
          <p:nvPr/>
        </p:nvCxnSpPr>
        <p:spPr>
          <a:xfrm flipH="1">
            <a:off x="6031152" y="2657032"/>
            <a:ext cx="1422026" cy="445106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E9F195-DBE2-DFE0-7D56-7321739BFEAA}"/>
              </a:ext>
            </a:extLst>
          </p:cNvPr>
          <p:cNvCxnSpPr>
            <a:cxnSpLocks/>
            <a:stCxn id="12" idx="2"/>
            <a:endCxn id="10" idx="6"/>
          </p:cNvCxnSpPr>
          <p:nvPr/>
        </p:nvCxnSpPr>
        <p:spPr>
          <a:xfrm flipH="1">
            <a:off x="6593555" y="6121749"/>
            <a:ext cx="1182709" cy="170483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7C2AE7-20AA-282B-EA20-BA8BF46C9DC6}"/>
              </a:ext>
            </a:extLst>
          </p:cNvPr>
          <p:cNvCxnSpPr>
            <a:cxnSpLocks/>
            <a:stCxn id="15" idx="3"/>
            <a:endCxn id="16" idx="6"/>
          </p:cNvCxnSpPr>
          <p:nvPr/>
        </p:nvCxnSpPr>
        <p:spPr>
          <a:xfrm flipH="1">
            <a:off x="3379869" y="4717037"/>
            <a:ext cx="5649077" cy="1340709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EDBE92-92C4-B91E-6A1E-60BA5F71978E}"/>
              </a:ext>
            </a:extLst>
          </p:cNvPr>
          <p:cNvCxnSpPr>
            <a:cxnSpLocks/>
            <a:stCxn id="15" idx="1"/>
            <a:endCxn id="9" idx="6"/>
          </p:cNvCxnSpPr>
          <p:nvPr/>
        </p:nvCxnSpPr>
        <p:spPr>
          <a:xfrm flipH="1" flipV="1">
            <a:off x="3689171" y="1767150"/>
            <a:ext cx="5339775" cy="2303309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77F76C0-B093-C241-6290-F4FE5926FC60}"/>
              </a:ext>
            </a:extLst>
          </p:cNvPr>
          <p:cNvSpPr txBox="1"/>
          <p:nvPr/>
        </p:nvSpPr>
        <p:spPr>
          <a:xfrm rot="20692404">
            <a:off x="6060223" y="5191013"/>
            <a:ext cx="6399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88BF4B-2A9E-90BA-A83A-AA317208F930}"/>
              </a:ext>
            </a:extLst>
          </p:cNvPr>
          <p:cNvSpPr txBox="1"/>
          <p:nvPr/>
        </p:nvSpPr>
        <p:spPr>
          <a:xfrm rot="1371166">
            <a:off x="7137163" y="3220370"/>
            <a:ext cx="628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BCF7DA-AC12-6E2F-5C02-BD46EAE87D20}"/>
              </a:ext>
            </a:extLst>
          </p:cNvPr>
          <p:cNvSpPr txBox="1"/>
          <p:nvPr/>
        </p:nvSpPr>
        <p:spPr>
          <a:xfrm rot="21004464">
            <a:off x="7070632" y="6037842"/>
            <a:ext cx="3144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is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91DBD6-73D6-48A2-FAEF-95C974850882}"/>
              </a:ext>
            </a:extLst>
          </p:cNvPr>
          <p:cNvSpPr txBox="1"/>
          <p:nvPr/>
        </p:nvSpPr>
        <p:spPr>
          <a:xfrm rot="20542582">
            <a:off x="6874188" y="2616695"/>
            <a:ext cx="3144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is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B63E438-0EE0-026D-CFD1-22DE6AB26C37}"/>
              </a:ext>
            </a:extLst>
          </p:cNvPr>
          <p:cNvSpPr/>
          <p:nvPr/>
        </p:nvSpPr>
        <p:spPr>
          <a:xfrm>
            <a:off x="136399" y="257352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AB230A-6A68-E433-190A-8E2F615800DD}"/>
              </a:ext>
            </a:extLst>
          </p:cNvPr>
          <p:cNvSpPr/>
          <p:nvPr/>
        </p:nvSpPr>
        <p:spPr>
          <a:xfrm>
            <a:off x="9274178" y="121295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181421F-3F45-A5B3-9647-6FB9C6047633}"/>
              </a:ext>
            </a:extLst>
          </p:cNvPr>
          <p:cNvCxnSpPr>
            <a:cxnSpLocks/>
            <a:stCxn id="14" idx="1"/>
            <a:endCxn id="45" idx="5"/>
          </p:cNvCxnSpPr>
          <p:nvPr/>
        </p:nvCxnSpPr>
        <p:spPr>
          <a:xfrm flipH="1" flipV="1">
            <a:off x="2141185" y="3354011"/>
            <a:ext cx="835915" cy="69350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7757B04-FE1F-F38B-1501-391E65120176}"/>
              </a:ext>
            </a:extLst>
          </p:cNvPr>
          <p:cNvCxnSpPr>
            <a:cxnSpLocks/>
            <a:stCxn id="50" idx="5"/>
            <a:endCxn id="15" idx="7"/>
          </p:cNvCxnSpPr>
          <p:nvPr/>
        </p:nvCxnSpPr>
        <p:spPr>
          <a:xfrm flipH="1">
            <a:off x="10689765" y="1993440"/>
            <a:ext cx="589199" cy="207701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CF9E2DF-9BBB-0AA4-E52C-82A039A014FE}"/>
              </a:ext>
            </a:extLst>
          </p:cNvPr>
          <p:cNvSpPr/>
          <p:nvPr/>
        </p:nvSpPr>
        <p:spPr>
          <a:xfrm>
            <a:off x="97171" y="439581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Embankment-Suite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F1CE9A2-9121-CD4F-DCA7-A42BABB07DCD}"/>
              </a:ext>
            </a:extLst>
          </p:cNvPr>
          <p:cNvCxnSpPr>
            <a:cxnSpLocks/>
            <a:stCxn id="14" idx="2"/>
            <a:endCxn id="34" idx="7"/>
          </p:cNvCxnSpPr>
          <p:nvPr/>
        </p:nvCxnSpPr>
        <p:spPr>
          <a:xfrm flipH="1">
            <a:off x="2101957" y="4370808"/>
            <a:ext cx="531176" cy="15891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57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85" grpId="0" animBg="1"/>
      <p:bldP spid="86" grpId="0" animBg="1"/>
      <p:bldP spid="87" grpId="0" animBg="1"/>
      <p:bldP spid="88" grpId="0" animBg="1"/>
      <p:bldP spid="45" grpId="0" animBg="1"/>
      <p:bldP spid="50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BF51-0106-B71C-7B04-226B00CC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situatie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1E3A-C71B-8470-1AB9-1ABE0B87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</a:t>
            </a:fld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A8D80-34BD-1720-9F0C-EB4954361D7E}"/>
              </a:ext>
            </a:extLst>
          </p:cNvPr>
          <p:cNvSpPr/>
          <p:nvPr/>
        </p:nvSpPr>
        <p:spPr>
          <a:xfrm>
            <a:off x="4976010" y="568376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Betrouwbaar-heid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D1A27-4236-4613-5A2E-7AA7A007FBED}"/>
              </a:ext>
            </a:extLst>
          </p:cNvPr>
          <p:cNvSpPr/>
          <p:nvPr/>
        </p:nvSpPr>
        <p:spPr>
          <a:xfrm>
            <a:off x="2644793" y="168651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Visualisatie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E9B308-A1A2-48D4-A7FE-6B2F2E7DA085}"/>
              </a:ext>
            </a:extLst>
          </p:cNvPr>
          <p:cNvSpPr/>
          <p:nvPr/>
        </p:nvSpPr>
        <p:spPr>
          <a:xfrm>
            <a:off x="8708501" y="791895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1C1C3F-365C-1406-EBA5-6558ADFB916C}"/>
              </a:ext>
            </a:extLst>
          </p:cNvPr>
          <p:cNvSpPr/>
          <p:nvPr/>
        </p:nvSpPr>
        <p:spPr>
          <a:xfrm>
            <a:off x="2103038" y="556103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6FD9EB-2800-4D38-E28C-59731AC27A33}"/>
              </a:ext>
            </a:extLst>
          </p:cNvPr>
          <p:cNvCxnSpPr>
            <a:cxnSpLocks/>
            <a:stCxn id="82" idx="7"/>
            <a:endCxn id="9" idx="3"/>
          </p:cNvCxnSpPr>
          <p:nvPr/>
        </p:nvCxnSpPr>
        <p:spPr>
          <a:xfrm flipV="1">
            <a:off x="2732125" y="2467007"/>
            <a:ext cx="256635" cy="63484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0CE60F-869E-6A80-6CAA-8C283C22E1A2}"/>
              </a:ext>
            </a:extLst>
          </p:cNvPr>
          <p:cNvCxnSpPr>
            <a:cxnSpLocks/>
            <a:stCxn id="77" idx="3"/>
            <a:endCxn id="16" idx="7"/>
          </p:cNvCxnSpPr>
          <p:nvPr/>
        </p:nvCxnSpPr>
        <p:spPr>
          <a:xfrm flipH="1">
            <a:off x="4107824" y="4208258"/>
            <a:ext cx="492973" cy="148668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5834E5-6E04-A2D2-D612-716D5CC25149}"/>
              </a:ext>
            </a:extLst>
          </p:cNvPr>
          <p:cNvCxnSpPr>
            <a:cxnSpLocks/>
            <a:stCxn id="77" idx="4"/>
            <a:endCxn id="8" idx="0"/>
          </p:cNvCxnSpPr>
          <p:nvPr/>
        </p:nvCxnSpPr>
        <p:spPr>
          <a:xfrm>
            <a:off x="5440127" y="4342169"/>
            <a:ext cx="710260" cy="134159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55E23-6C5B-6A9A-8C05-428C52DE1346}"/>
              </a:ext>
            </a:extLst>
          </p:cNvPr>
          <p:cNvCxnSpPr>
            <a:cxnSpLocks/>
            <a:stCxn id="77" idx="6"/>
            <a:endCxn id="83" idx="2"/>
          </p:cNvCxnSpPr>
          <p:nvPr/>
        </p:nvCxnSpPr>
        <p:spPr>
          <a:xfrm flipV="1">
            <a:off x="6627118" y="3838524"/>
            <a:ext cx="1797660" cy="4644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E24B42-CB09-CE6F-2953-CA7FCD2530FA}"/>
              </a:ext>
            </a:extLst>
          </p:cNvPr>
          <p:cNvCxnSpPr>
            <a:cxnSpLocks/>
            <a:stCxn id="16" idx="0"/>
            <a:endCxn id="82" idx="5"/>
          </p:cNvCxnSpPr>
          <p:nvPr/>
        </p:nvCxnSpPr>
        <p:spPr>
          <a:xfrm flipH="1" flipV="1">
            <a:off x="2732125" y="3748429"/>
            <a:ext cx="545290" cy="1812604"/>
          </a:xfrm>
          <a:prstGeom prst="line">
            <a:avLst/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B110C1-5298-70C5-AC1E-11E9AFA67863}"/>
              </a:ext>
            </a:extLst>
          </p:cNvPr>
          <p:cNvCxnSpPr>
            <a:cxnSpLocks/>
            <a:stCxn id="77" idx="0"/>
            <a:endCxn id="55" idx="3"/>
          </p:cNvCxnSpPr>
          <p:nvPr/>
        </p:nvCxnSpPr>
        <p:spPr>
          <a:xfrm flipV="1">
            <a:off x="5440127" y="2140607"/>
            <a:ext cx="625444" cy="12871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944722-D016-BAFD-36F6-D79BBD1339FF}"/>
              </a:ext>
            </a:extLst>
          </p:cNvPr>
          <p:cNvCxnSpPr>
            <a:cxnSpLocks/>
            <a:stCxn id="55" idx="7"/>
            <a:endCxn id="13" idx="2"/>
          </p:cNvCxnSpPr>
          <p:nvPr/>
        </p:nvCxnSpPr>
        <p:spPr>
          <a:xfrm flipV="1">
            <a:off x="7744230" y="1249095"/>
            <a:ext cx="964271" cy="24493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05572B-F5FE-3EAE-6945-1AFE1E15FD45}"/>
              </a:ext>
            </a:extLst>
          </p:cNvPr>
          <p:cNvCxnSpPr>
            <a:cxnSpLocks/>
            <a:stCxn id="77" idx="5"/>
            <a:endCxn id="56" idx="1"/>
          </p:cNvCxnSpPr>
          <p:nvPr/>
        </p:nvCxnSpPr>
        <p:spPr>
          <a:xfrm>
            <a:off x="6279456" y="4208258"/>
            <a:ext cx="2195265" cy="12871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7C2AE7-20AA-282B-EA20-BA8BF46C9DC6}"/>
              </a:ext>
            </a:extLst>
          </p:cNvPr>
          <p:cNvCxnSpPr>
            <a:cxnSpLocks/>
            <a:stCxn id="83" idx="3"/>
            <a:endCxn id="16" idx="6"/>
          </p:cNvCxnSpPr>
          <p:nvPr/>
        </p:nvCxnSpPr>
        <p:spPr>
          <a:xfrm flipH="1">
            <a:off x="4451791" y="4161813"/>
            <a:ext cx="4316954" cy="185642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EDBE92-92C4-B91E-6A1E-60BA5F71978E}"/>
              </a:ext>
            </a:extLst>
          </p:cNvPr>
          <p:cNvCxnSpPr>
            <a:cxnSpLocks/>
            <a:stCxn id="83" idx="1"/>
            <a:endCxn id="9" idx="6"/>
          </p:cNvCxnSpPr>
          <p:nvPr/>
        </p:nvCxnSpPr>
        <p:spPr>
          <a:xfrm flipH="1" flipV="1">
            <a:off x="4993546" y="2143718"/>
            <a:ext cx="3775199" cy="137151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77F76C0-B093-C241-6290-F4FE5926FC60}"/>
              </a:ext>
            </a:extLst>
          </p:cNvPr>
          <p:cNvSpPr txBox="1"/>
          <p:nvPr/>
        </p:nvSpPr>
        <p:spPr>
          <a:xfrm rot="20277377">
            <a:off x="6373377" y="4891412"/>
            <a:ext cx="6399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88BF4B-2A9E-90BA-A83A-AA317208F930}"/>
              </a:ext>
            </a:extLst>
          </p:cNvPr>
          <p:cNvSpPr txBox="1"/>
          <p:nvPr/>
        </p:nvSpPr>
        <p:spPr>
          <a:xfrm rot="1199496">
            <a:off x="6794730" y="2740989"/>
            <a:ext cx="628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83B72FB-6E43-C2C7-4357-423BECFF7A0D}"/>
              </a:ext>
            </a:extLst>
          </p:cNvPr>
          <p:cNvSpPr/>
          <p:nvPr/>
        </p:nvSpPr>
        <p:spPr>
          <a:xfrm>
            <a:off x="5717909" y="1360118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(Waterstand) Statistiek</a:t>
            </a:r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FA8DB40-B607-4DD1-8CF8-5357065327FB}"/>
              </a:ext>
            </a:extLst>
          </p:cNvPr>
          <p:cNvSpPr/>
          <p:nvPr/>
        </p:nvSpPr>
        <p:spPr>
          <a:xfrm>
            <a:off x="8127059" y="5361509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/ Faal-</a:t>
            </a:r>
            <a:r>
              <a:rPr lang="en-US" dirty="0" err="1"/>
              <a:t>mechanisme</a:t>
            </a:r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95E3C32-E9CE-B7F9-A998-5F3C77142A23}"/>
              </a:ext>
            </a:extLst>
          </p:cNvPr>
          <p:cNvSpPr/>
          <p:nvPr/>
        </p:nvSpPr>
        <p:spPr>
          <a:xfrm>
            <a:off x="4253135" y="3427769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2C69527-C319-312B-D930-E371300448AC}"/>
              </a:ext>
            </a:extLst>
          </p:cNvPr>
          <p:cNvSpPr/>
          <p:nvPr/>
        </p:nvSpPr>
        <p:spPr>
          <a:xfrm>
            <a:off x="727339" y="296794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  <a:endParaRPr lang="en-US" b="1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B97B86F-678F-82F8-8AF8-D4810E354824}"/>
              </a:ext>
            </a:extLst>
          </p:cNvPr>
          <p:cNvSpPr/>
          <p:nvPr/>
        </p:nvSpPr>
        <p:spPr>
          <a:xfrm>
            <a:off x="8424778" y="338132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ED9F69-52C2-115C-CD8A-C4D13D8DDD62}"/>
              </a:ext>
            </a:extLst>
          </p:cNvPr>
          <p:cNvCxnSpPr>
            <a:cxnSpLocks/>
            <a:stCxn id="77" idx="1"/>
            <a:endCxn id="82" idx="6"/>
          </p:cNvCxnSpPr>
          <p:nvPr/>
        </p:nvCxnSpPr>
        <p:spPr>
          <a:xfrm flipH="1" flipV="1">
            <a:off x="3076092" y="3425140"/>
            <a:ext cx="1524705" cy="1365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C0502F1-5329-7ECC-FE2D-E74CB20C56CD}"/>
              </a:ext>
            </a:extLst>
          </p:cNvPr>
          <p:cNvSpPr/>
          <p:nvPr/>
        </p:nvSpPr>
        <p:spPr>
          <a:xfrm>
            <a:off x="272222" y="428738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Embankment-Suite</a:t>
            </a:r>
            <a:endParaRPr lang="en-US" b="1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F33D9C-42AF-1B32-5CB0-2FE72663BF09}"/>
              </a:ext>
            </a:extLst>
          </p:cNvPr>
          <p:cNvCxnSpPr>
            <a:cxnSpLocks/>
            <a:stCxn id="77" idx="2"/>
            <a:endCxn id="18" idx="6"/>
          </p:cNvCxnSpPr>
          <p:nvPr/>
        </p:nvCxnSpPr>
        <p:spPr>
          <a:xfrm flipH="1">
            <a:off x="2620975" y="3884969"/>
            <a:ext cx="1632160" cy="85961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3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6" grpId="0" animBg="1"/>
      <p:bldP spid="85" grpId="0" animBg="1"/>
      <p:bldP spid="86" grpId="0" animBg="1"/>
      <p:bldP spid="55" grpId="0" animBg="1"/>
      <p:bldP spid="56" grpId="0" animBg="1"/>
      <p:bldP spid="77" grpId="0" animBg="1"/>
      <p:bldP spid="82" grpId="0" animBg="1"/>
      <p:bldP spid="83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3689-79D4-A1E4-74B0-40C3CABF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Probabilistische bibliotheek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FDB1-9579-30EE-6962-0441219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5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D5BDFD-41A4-074D-966D-5CADAD9C32A3}"/>
              </a:ext>
            </a:extLst>
          </p:cNvPr>
          <p:cNvSpPr/>
          <p:nvPr/>
        </p:nvSpPr>
        <p:spPr>
          <a:xfrm>
            <a:off x="594837" y="1606734"/>
            <a:ext cx="7530680" cy="4709571"/>
          </a:xfrm>
          <a:prstGeom prst="rect">
            <a:avLst/>
          </a:prstGeom>
          <a:solidFill>
            <a:srgbClr val="CCECFF">
              <a:alpha val="7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Probabilistic toolkit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A7C89-401E-6B62-660A-63365991004B}"/>
              </a:ext>
            </a:extLst>
          </p:cNvPr>
          <p:cNvSpPr/>
          <p:nvPr/>
        </p:nvSpPr>
        <p:spPr>
          <a:xfrm>
            <a:off x="4497355" y="1177092"/>
            <a:ext cx="7015277" cy="3814786"/>
          </a:xfrm>
          <a:prstGeom prst="rect">
            <a:avLst/>
          </a:prstGeom>
          <a:solidFill>
            <a:srgbClr val="FFFFCC">
              <a:alpha val="7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Hydra-Ring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B8E526-285E-4A0E-E37E-77E4B1BF0390}"/>
              </a:ext>
            </a:extLst>
          </p:cNvPr>
          <p:cNvSpPr/>
          <p:nvPr/>
        </p:nvSpPr>
        <p:spPr>
          <a:xfrm>
            <a:off x="2792760" y="1963663"/>
            <a:ext cx="6941241" cy="3961276"/>
          </a:xfrm>
          <a:prstGeom prst="rect">
            <a:avLst/>
          </a:prstGeom>
          <a:solidFill>
            <a:srgbClr val="339966">
              <a:alpha val="3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Probabilistic library in C++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5ACB1-449D-03A3-238A-ED2954E18062}"/>
              </a:ext>
            </a:extLst>
          </p:cNvPr>
          <p:cNvSpPr/>
          <p:nvPr/>
        </p:nvSpPr>
        <p:spPr>
          <a:xfrm>
            <a:off x="4688235" y="311020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Directional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BBE27-272C-4552-EC67-C04021508F5E}"/>
              </a:ext>
            </a:extLst>
          </p:cNvPr>
          <p:cNvSpPr/>
          <p:nvPr/>
        </p:nvSpPr>
        <p:spPr>
          <a:xfrm>
            <a:off x="6506620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FORM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A460F-D915-E6E9-C70F-BAD8ED48D234}"/>
              </a:ext>
            </a:extLst>
          </p:cNvPr>
          <p:cNvSpPr/>
          <p:nvPr/>
        </p:nvSpPr>
        <p:spPr>
          <a:xfrm>
            <a:off x="4655643" y="239867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Statistische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distributies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684A6-FA04-DF90-7118-7FD769C34977}"/>
              </a:ext>
            </a:extLst>
          </p:cNvPr>
          <p:cNvSpPr/>
          <p:nvPr/>
        </p:nvSpPr>
        <p:spPr>
          <a:xfrm>
            <a:off x="2889756" y="2395921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Meer stat. </a:t>
            </a:r>
            <a:r>
              <a:rPr lang="en-US" sz="1400" dirty="0" err="1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conditionele</a:t>
            </a:r>
            <a:r>
              <a:rPr lang="en-US" sz="1400" dirty="0">
                <a:solidFill>
                  <a:schemeClr val="tx1"/>
                </a:solidFill>
              </a:rPr>
              <a:t> dis.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54FC63-5C86-FAE7-2D9C-69CC925B6EE7}"/>
              </a:ext>
            </a:extLst>
          </p:cNvPr>
          <p:cNvSpPr/>
          <p:nvPr/>
        </p:nvSpPr>
        <p:spPr>
          <a:xfrm>
            <a:off x="4661868" y="37963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Importance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DB6F47-7BB4-9D52-D3AD-B605BA81740D}"/>
              </a:ext>
            </a:extLst>
          </p:cNvPr>
          <p:cNvSpPr/>
          <p:nvPr/>
        </p:nvSpPr>
        <p:spPr>
          <a:xfrm>
            <a:off x="2889754" y="37963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Adaptive Imp.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472D82-86E3-7F01-8987-77053F8020A8}"/>
              </a:ext>
            </a:extLst>
          </p:cNvPr>
          <p:cNvSpPr/>
          <p:nvPr/>
        </p:nvSpPr>
        <p:spPr>
          <a:xfrm>
            <a:off x="6503806" y="5109305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Pearson </a:t>
            </a:r>
            <a:r>
              <a:rPr lang="en-US" sz="1400" dirty="0" err="1">
                <a:solidFill>
                  <a:schemeClr val="tx1"/>
                </a:solidFill>
              </a:rPr>
              <a:t>Correlatiemodel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C12F97-8D75-857C-5187-AF101C7EEE9A}"/>
              </a:ext>
            </a:extLst>
          </p:cNvPr>
          <p:cNvSpPr/>
          <p:nvPr/>
        </p:nvSpPr>
        <p:spPr>
          <a:xfrm>
            <a:off x="9867363" y="307954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Volker/PCR/CS </a:t>
            </a:r>
            <a:r>
              <a:rPr lang="en-US" sz="1400" dirty="0" err="1">
                <a:solidFill>
                  <a:schemeClr val="tx1"/>
                </a:solidFill>
              </a:rPr>
              <a:t>correlatiemodel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1E239B-02ED-8E0D-7AC8-3F6380E5F9BD}"/>
              </a:ext>
            </a:extLst>
          </p:cNvPr>
          <p:cNvSpPr/>
          <p:nvPr/>
        </p:nvSpPr>
        <p:spPr>
          <a:xfrm>
            <a:off x="2905682" y="51111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Subset simulation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796C61-FB1E-FF3D-5086-25EC486E6325}"/>
              </a:ext>
            </a:extLst>
          </p:cNvPr>
          <p:cNvSpPr/>
          <p:nvPr/>
        </p:nvSpPr>
        <p:spPr>
          <a:xfrm>
            <a:off x="9813374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Hydraulische</a:t>
            </a:r>
            <a:r>
              <a:rPr lang="en-US" sz="1400" dirty="0">
                <a:solidFill>
                  <a:schemeClr val="tx1"/>
                </a:solidFill>
              </a:rPr>
              <a:t> stat. </a:t>
            </a:r>
            <a:r>
              <a:rPr lang="en-US" sz="1400" dirty="0" err="1">
                <a:solidFill>
                  <a:schemeClr val="tx1"/>
                </a:solidFill>
              </a:rPr>
              <a:t>distributies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A96871-A08D-B8A8-F70A-5A478E806988}"/>
              </a:ext>
            </a:extLst>
          </p:cNvPr>
          <p:cNvSpPr/>
          <p:nvPr/>
        </p:nvSpPr>
        <p:spPr>
          <a:xfrm>
            <a:off x="9813374" y="3767334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Belastingmodel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E4FE3-3E8E-029A-D355-BA9945C83685}"/>
              </a:ext>
            </a:extLst>
          </p:cNvPr>
          <p:cNvSpPr/>
          <p:nvPr/>
        </p:nvSpPr>
        <p:spPr>
          <a:xfrm>
            <a:off x="1033299" y="37603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Generieke</a:t>
            </a:r>
            <a:r>
              <a:rPr lang="en-GB" sz="1400" dirty="0">
                <a:solidFill>
                  <a:schemeClr val="tx1"/>
                </a:solidFill>
              </a:rPr>
              <a:t> model </a:t>
            </a:r>
            <a:r>
              <a:rPr lang="en-GB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B9DD78-21CE-0AC6-7830-6755D309F6C8}"/>
              </a:ext>
            </a:extLst>
          </p:cNvPr>
          <p:cNvSpPr/>
          <p:nvPr/>
        </p:nvSpPr>
        <p:spPr>
          <a:xfrm>
            <a:off x="6522459" y="311020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Crude Monte Carlo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4DC85-8EB0-33F7-F6EE-41A59239C9CC}"/>
              </a:ext>
            </a:extLst>
          </p:cNvPr>
          <p:cNvSpPr/>
          <p:nvPr/>
        </p:nvSpPr>
        <p:spPr>
          <a:xfrm>
            <a:off x="1021097" y="30839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Gevoeligheids</a:t>
            </a:r>
            <a:r>
              <a:rPr lang="en-GB" sz="1400" dirty="0">
                <a:solidFill>
                  <a:schemeClr val="tx1"/>
                </a:solidFill>
              </a:rPr>
              <a:t>-analyse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05F36C-91ED-F903-302A-5BB794C1C61F}"/>
              </a:ext>
            </a:extLst>
          </p:cNvPr>
          <p:cNvSpPr/>
          <p:nvPr/>
        </p:nvSpPr>
        <p:spPr>
          <a:xfrm>
            <a:off x="1031877" y="2397834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Model-</a:t>
            </a:r>
            <a:r>
              <a:rPr lang="en-GB" sz="1400" dirty="0" err="1">
                <a:solidFill>
                  <a:schemeClr val="tx1"/>
                </a:solidFill>
              </a:rPr>
              <a:t>onzekerheid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BBCAE9-0BF4-0CC4-7735-E4FE5FA3C34C}"/>
              </a:ext>
            </a:extLst>
          </p:cNvPr>
          <p:cNvSpPr/>
          <p:nvPr/>
        </p:nvSpPr>
        <p:spPr>
          <a:xfrm>
            <a:off x="2889754" y="310522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Statistische</a:t>
            </a:r>
            <a:r>
              <a:rPr lang="en-GB" sz="1400" dirty="0">
                <a:solidFill>
                  <a:schemeClr val="tx1"/>
                </a:solidFill>
              </a:rPr>
              <a:t> analyse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78CB80-EF25-597D-6103-C58751AE5333}"/>
              </a:ext>
            </a:extLst>
          </p:cNvPr>
          <p:cNvSpPr/>
          <p:nvPr/>
        </p:nvSpPr>
        <p:spPr>
          <a:xfrm>
            <a:off x="6506620" y="3786308"/>
            <a:ext cx="149007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Numerieke</a:t>
            </a:r>
            <a:r>
              <a:rPr lang="en-GB" sz="1400" dirty="0">
                <a:solidFill>
                  <a:schemeClr val="tx1"/>
                </a:solidFill>
              </a:rPr>
              <a:t> </a:t>
            </a:r>
            <a:r>
              <a:rPr lang="en-GB" sz="1400" dirty="0" err="1">
                <a:solidFill>
                  <a:schemeClr val="tx1"/>
                </a:solidFill>
              </a:rPr>
              <a:t>integratie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17FA79-F5FC-9434-24FB-88F020289007}"/>
              </a:ext>
            </a:extLst>
          </p:cNvPr>
          <p:cNvSpPr/>
          <p:nvPr/>
        </p:nvSpPr>
        <p:spPr>
          <a:xfrm>
            <a:off x="1033299" y="44367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Kalibratie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13559A-D4E7-BF72-9461-B0216E2991DE}"/>
              </a:ext>
            </a:extLst>
          </p:cNvPr>
          <p:cNvSpPr/>
          <p:nvPr/>
        </p:nvSpPr>
        <p:spPr>
          <a:xfrm>
            <a:off x="1031877" y="5111149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Surrogate modelling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4B90E-E32A-BA5C-7BF4-E65072C82092}"/>
              </a:ext>
            </a:extLst>
          </p:cNvPr>
          <p:cNvSpPr/>
          <p:nvPr/>
        </p:nvSpPr>
        <p:spPr>
          <a:xfrm>
            <a:off x="4647639" y="444434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Hohenbichler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9E452B-46E7-12FF-C43B-DDA62AA9BAC3}"/>
              </a:ext>
            </a:extLst>
          </p:cNvPr>
          <p:cNvSpPr/>
          <p:nvPr/>
        </p:nvSpPr>
        <p:spPr>
          <a:xfrm>
            <a:off x="2889753" y="443673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Meer </a:t>
            </a:r>
            <a:r>
              <a:rPr lang="en-US" sz="1400" dirty="0" err="1">
                <a:solidFill>
                  <a:schemeClr val="tx1"/>
                </a:solidFill>
              </a:rPr>
              <a:t>combin-methodes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762395-D545-63CD-5FBE-3EA976747D7B}"/>
              </a:ext>
            </a:extLst>
          </p:cNvPr>
          <p:cNvSpPr/>
          <p:nvPr/>
        </p:nvSpPr>
        <p:spPr>
          <a:xfrm>
            <a:off x="8197212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FORM+DS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EB3806-C680-4C48-6949-B617408081AD}"/>
              </a:ext>
            </a:extLst>
          </p:cNvPr>
          <p:cNvSpPr/>
          <p:nvPr/>
        </p:nvSpPr>
        <p:spPr>
          <a:xfrm>
            <a:off x="8186940" y="309262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Fortran </a:t>
            </a:r>
            <a:r>
              <a:rPr lang="en-US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D992A3-639E-A32E-7396-79EF2289AAA7}"/>
              </a:ext>
            </a:extLst>
          </p:cNvPr>
          <p:cNvSpPr/>
          <p:nvPr/>
        </p:nvSpPr>
        <p:spPr>
          <a:xfrm>
            <a:off x="4621763" y="511114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.Net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30486F-294E-ED26-EF05-C891BD31A650}"/>
              </a:ext>
            </a:extLst>
          </p:cNvPr>
          <p:cNvSpPr/>
          <p:nvPr/>
        </p:nvSpPr>
        <p:spPr>
          <a:xfrm>
            <a:off x="6506620" y="4444348"/>
            <a:ext cx="149007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Startmethodes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9623E2-F89C-3F59-2BB1-E3C096BF62E1}"/>
              </a:ext>
            </a:extLst>
          </p:cNvPr>
          <p:cNvSpPr/>
          <p:nvPr/>
        </p:nvSpPr>
        <p:spPr>
          <a:xfrm>
            <a:off x="9813373" y="443673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Config database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43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EB8D-BCF8-A39F-7833-DFBBEBED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Probabilistische bibliotheek - onderdelen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C624-1111-63C1-9975-7B346FF3E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027" y="1477694"/>
            <a:ext cx="3637949" cy="4935803"/>
          </a:xfrm>
        </p:spPr>
        <p:txBody>
          <a:bodyPr/>
          <a:lstStyle/>
          <a:p>
            <a:r>
              <a:rPr lang="en-US" b="1" dirty="0" err="1"/>
              <a:t>Kansverdelingen</a:t>
            </a:r>
            <a:r>
              <a:rPr lang="en-US" b="1" dirty="0"/>
              <a:t>:</a:t>
            </a:r>
          </a:p>
          <a:p>
            <a:pPr lvl="1"/>
            <a:r>
              <a:rPr lang="en-US" dirty="0" err="1"/>
              <a:t>Deterministisch</a:t>
            </a:r>
            <a:endParaRPr lang="en-US" dirty="0"/>
          </a:p>
          <a:p>
            <a:pPr lvl="1"/>
            <a:r>
              <a:rPr lang="en-US" dirty="0"/>
              <a:t>Uniform </a:t>
            </a:r>
          </a:p>
          <a:p>
            <a:pPr lvl="1"/>
            <a:r>
              <a:rPr lang="en-US" dirty="0"/>
              <a:t>Normal, Lognormal </a:t>
            </a:r>
          </a:p>
          <a:p>
            <a:pPr lvl="1"/>
            <a:r>
              <a:rPr lang="en-US" dirty="0"/>
              <a:t>Gumbel, Weibull </a:t>
            </a:r>
          </a:p>
          <a:p>
            <a:pPr lvl="1"/>
            <a:r>
              <a:rPr lang="en-US" dirty="0"/>
              <a:t>Rayleigh, Pareto </a:t>
            </a:r>
          </a:p>
          <a:p>
            <a:pPr lvl="1"/>
            <a:r>
              <a:rPr lang="en-US" dirty="0"/>
              <a:t>Fragility curves</a:t>
            </a:r>
          </a:p>
          <a:p>
            <a:pPr lvl="1"/>
            <a:r>
              <a:rPr lang="en-US" dirty="0"/>
              <a:t>Discreet</a:t>
            </a:r>
          </a:p>
          <a:p>
            <a:pPr lvl="1"/>
            <a:r>
              <a:rPr lang="en-US" dirty="0"/>
              <a:t>Invers</a:t>
            </a:r>
          </a:p>
          <a:p>
            <a:pPr lvl="1"/>
            <a:r>
              <a:rPr lang="en-US" dirty="0" err="1"/>
              <a:t>Afgekapt</a:t>
            </a:r>
            <a:endParaRPr lang="en-US" dirty="0"/>
          </a:p>
          <a:p>
            <a:pPr lvl="1"/>
            <a:r>
              <a:rPr lang="en-US" dirty="0" err="1"/>
              <a:t>Conditioneel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5F65E-1E0F-589D-7B6E-4A264688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6</a:t>
            </a:fld>
            <a:endParaRPr lang="nl-NL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28DCC4-C6B7-6867-83D8-E3505DCAFD6A}"/>
              </a:ext>
            </a:extLst>
          </p:cNvPr>
          <p:cNvSpPr txBox="1">
            <a:spLocks/>
          </p:cNvSpPr>
          <p:nvPr/>
        </p:nvSpPr>
        <p:spPr>
          <a:xfrm>
            <a:off x="4235280" y="1477693"/>
            <a:ext cx="3504160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Rekentechnieken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FORM</a:t>
            </a:r>
          </a:p>
          <a:p>
            <a:pPr lvl="1"/>
            <a:r>
              <a:rPr lang="en-US" dirty="0"/>
              <a:t>Crude Monte Carlo</a:t>
            </a:r>
          </a:p>
          <a:p>
            <a:pPr lvl="1"/>
            <a:r>
              <a:rPr lang="en-US" dirty="0"/>
              <a:t>Directional Sampling</a:t>
            </a:r>
          </a:p>
          <a:p>
            <a:pPr lvl="1"/>
            <a:r>
              <a:rPr lang="en-US" dirty="0"/>
              <a:t>Importance Sampling</a:t>
            </a:r>
          </a:p>
          <a:p>
            <a:pPr lvl="1"/>
            <a:r>
              <a:rPr lang="en-US" dirty="0"/>
              <a:t>Adaptive Importance Sampling</a:t>
            </a:r>
          </a:p>
          <a:p>
            <a:pPr lvl="1"/>
            <a:r>
              <a:rPr lang="en-US" dirty="0"/>
              <a:t>Numerical Integration</a:t>
            </a:r>
          </a:p>
          <a:p>
            <a:pPr lvl="1"/>
            <a:r>
              <a:rPr lang="en-US" dirty="0"/>
              <a:t>Hybrid calculation techniques</a:t>
            </a:r>
          </a:p>
          <a:p>
            <a:pPr lvl="1"/>
            <a:r>
              <a:rPr lang="en-US" dirty="0" err="1"/>
              <a:t>Gevoeligheidsanalyse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97E683-072B-971D-143C-DB07CDC5FBAE}"/>
              </a:ext>
            </a:extLst>
          </p:cNvPr>
          <p:cNvSpPr txBox="1">
            <a:spLocks/>
          </p:cNvSpPr>
          <p:nvPr/>
        </p:nvSpPr>
        <p:spPr>
          <a:xfrm>
            <a:off x="742027" y="5300998"/>
            <a:ext cx="3637949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Correlaties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Gaussian correlation model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A48FE8-90F0-AEB5-5562-1BAA9D6770C4}"/>
              </a:ext>
            </a:extLst>
          </p:cNvPr>
          <p:cNvSpPr txBox="1">
            <a:spLocks/>
          </p:cNvSpPr>
          <p:nvPr/>
        </p:nvSpPr>
        <p:spPr>
          <a:xfrm>
            <a:off x="8373714" y="3092629"/>
            <a:ext cx="2145653" cy="12971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Modellen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C++, C#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 err="1"/>
              <a:t>Dll’s</a:t>
            </a:r>
            <a:endParaRPr lang="en-US" dirty="0"/>
          </a:p>
          <a:p>
            <a:pPr lvl="1"/>
            <a:r>
              <a:rPr lang="en-US" dirty="0"/>
              <a:t>Executables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AFED78C-164E-E119-7012-3988761C9610}"/>
              </a:ext>
            </a:extLst>
          </p:cNvPr>
          <p:cNvSpPr txBox="1">
            <a:spLocks/>
          </p:cNvSpPr>
          <p:nvPr/>
        </p:nvSpPr>
        <p:spPr>
          <a:xfrm>
            <a:off x="8373714" y="1477694"/>
            <a:ext cx="3111151" cy="1297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Systeemanalyse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Parallel, series</a:t>
            </a:r>
          </a:p>
          <a:p>
            <a:pPr lvl="1"/>
            <a:r>
              <a:rPr lang="en-US" dirty="0" err="1"/>
              <a:t>Lengte</a:t>
            </a:r>
            <a:r>
              <a:rPr lang="en-US" dirty="0"/>
              <a:t> effect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E2D9389-FD4E-E0EC-200B-C3F1931153F1}"/>
              </a:ext>
            </a:extLst>
          </p:cNvPr>
          <p:cNvSpPr txBox="1">
            <a:spLocks/>
          </p:cNvSpPr>
          <p:nvPr/>
        </p:nvSpPr>
        <p:spPr>
          <a:xfrm>
            <a:off x="4229861" y="4731723"/>
            <a:ext cx="4300047" cy="1297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Statistische</a:t>
            </a:r>
            <a:r>
              <a:rPr lang="en-US" b="1" dirty="0"/>
              <a:t> </a:t>
            </a:r>
            <a:r>
              <a:rPr lang="en-US" b="1" dirty="0" err="1"/>
              <a:t>analyse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Parameter </a:t>
            </a:r>
            <a:r>
              <a:rPr lang="en-US" dirty="0" err="1"/>
              <a:t>schatting</a:t>
            </a:r>
            <a:r>
              <a:rPr lang="en-US" dirty="0"/>
              <a:t> max log likelihood</a:t>
            </a:r>
          </a:p>
          <a:p>
            <a:pPr lvl="1"/>
            <a:r>
              <a:rPr lang="en-US" dirty="0"/>
              <a:t>Bayesian updating</a:t>
            </a:r>
          </a:p>
        </p:txBody>
      </p:sp>
    </p:spTree>
    <p:extLst>
      <p:ext uri="{BB962C8B-B14F-4D97-AF65-F5344CB8AC3E}">
        <p14:creationId xmlns:p14="http://schemas.microsoft.com/office/powerpoint/2010/main" val="385386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08281C5-4BCB-6785-9B7F-99751CCC1DC1}"/>
              </a:ext>
            </a:extLst>
          </p:cNvPr>
          <p:cNvSpPr/>
          <p:nvPr/>
        </p:nvSpPr>
        <p:spPr>
          <a:xfrm>
            <a:off x="301260" y="3535465"/>
            <a:ext cx="11262090" cy="3191614"/>
          </a:xfrm>
          <a:prstGeom prst="rect">
            <a:avLst/>
          </a:prstGeom>
          <a:solidFill>
            <a:srgbClr val="99FF99">
              <a:alpha val="40000"/>
            </a:srgbClr>
          </a:solidFill>
          <a:ln>
            <a:solidFill>
              <a:srgbClr val="99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Probabilistic library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465C822-A491-3F4A-7FC9-61A92F7DA9A1}"/>
              </a:ext>
            </a:extLst>
          </p:cNvPr>
          <p:cNvSpPr/>
          <p:nvPr/>
        </p:nvSpPr>
        <p:spPr>
          <a:xfrm>
            <a:off x="3307819" y="3592507"/>
            <a:ext cx="4999809" cy="1463404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C++/CLI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64912E-DB74-A03F-80D0-87CDD12B64CB}"/>
              </a:ext>
            </a:extLst>
          </p:cNvPr>
          <p:cNvSpPr/>
          <p:nvPr/>
        </p:nvSpPr>
        <p:spPr>
          <a:xfrm>
            <a:off x="3294575" y="5174503"/>
            <a:ext cx="4999809" cy="1352553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E62D98-F208-5E5F-1B44-F0F1B6EE2718}"/>
              </a:ext>
            </a:extLst>
          </p:cNvPr>
          <p:cNvSpPr/>
          <p:nvPr/>
        </p:nvSpPr>
        <p:spPr>
          <a:xfrm>
            <a:off x="8495591" y="1266825"/>
            <a:ext cx="2777172" cy="3790950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C/Fortran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20890-B117-E274-AE54-55CCFC2CDC6A}"/>
              </a:ext>
            </a:extLst>
          </p:cNvPr>
          <p:cNvSpPr/>
          <p:nvPr/>
        </p:nvSpPr>
        <p:spPr>
          <a:xfrm>
            <a:off x="3294576" y="1266825"/>
            <a:ext cx="4999809" cy="2220272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C#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307394-7526-FA83-7FFB-8C9875D647BD}"/>
              </a:ext>
            </a:extLst>
          </p:cNvPr>
          <p:cNvSpPr/>
          <p:nvPr/>
        </p:nvSpPr>
        <p:spPr>
          <a:xfrm>
            <a:off x="554444" y="1266825"/>
            <a:ext cx="2591212" cy="3790950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182FA-E216-F5B5-85A6-19B688C4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Probabilistische</a:t>
            </a:r>
            <a:r>
              <a:rPr lang="en-US" dirty="0"/>
              <a:t> </a:t>
            </a:r>
            <a:r>
              <a:rPr lang="en-US" dirty="0" err="1"/>
              <a:t>bibliotheek</a:t>
            </a:r>
            <a:r>
              <a:rPr lang="en-US" dirty="0"/>
              <a:t> - </a:t>
            </a:r>
            <a:r>
              <a:rPr lang="en-US" dirty="0" err="1"/>
              <a:t>implementatie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F7F5-1179-ACD8-655E-AEB0B0C7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52713" y="6994523"/>
            <a:ext cx="450000" cy="184666"/>
          </a:xfrm>
        </p:spPr>
        <p:txBody>
          <a:bodyPr/>
          <a:lstStyle/>
          <a:p>
            <a:fld id="{F42B3F14-D836-496B-80A2-23BE75BD68CB}" type="slidenum">
              <a:rPr lang="nl-NL" smtClean="0"/>
              <a:t>7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1F893A-5B4E-1DDB-980C-28B476991BDE}"/>
              </a:ext>
            </a:extLst>
          </p:cNvPr>
          <p:cNvSpPr/>
          <p:nvPr/>
        </p:nvSpPr>
        <p:spPr>
          <a:xfrm>
            <a:off x="4381500" y="5514975"/>
            <a:ext cx="2686050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 kern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F7218E7-E285-3004-B5A8-4620F91C596D}"/>
              </a:ext>
            </a:extLst>
          </p:cNvPr>
          <p:cNvSpPr/>
          <p:nvPr/>
        </p:nvSpPr>
        <p:spPr>
          <a:xfrm>
            <a:off x="703362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BDE4C6-94B9-8718-D124-DEB0A37BDE62}"/>
              </a:ext>
            </a:extLst>
          </p:cNvPr>
          <p:cNvSpPr/>
          <p:nvPr/>
        </p:nvSpPr>
        <p:spPr>
          <a:xfrm>
            <a:off x="4542254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.Net</a:t>
            </a:r>
            <a:r>
              <a:rPr lang="en-US" dirty="0"/>
              <a:t> interface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431E76-8788-1A10-6DF1-8E8B0BC83CD3}"/>
              </a:ext>
            </a:extLst>
          </p:cNvPr>
          <p:cNvSpPr/>
          <p:nvPr/>
        </p:nvSpPr>
        <p:spPr>
          <a:xfrm>
            <a:off x="8615819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C-interface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974868-9651-3FD4-DC4D-2C2C510CE5A1}"/>
              </a:ext>
            </a:extLst>
          </p:cNvPr>
          <p:cNvSpPr/>
          <p:nvPr/>
        </p:nvSpPr>
        <p:spPr>
          <a:xfrm>
            <a:off x="8615819" y="211399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820ABD-6CC2-5FCF-B73E-95ACBE3961D9}"/>
              </a:ext>
            </a:extLst>
          </p:cNvPr>
          <p:cNvSpPr/>
          <p:nvPr/>
        </p:nvSpPr>
        <p:spPr>
          <a:xfrm>
            <a:off x="3333520" y="206618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1F2078-BA63-3004-AF81-EC56B8AF5CE6}"/>
              </a:ext>
            </a:extLst>
          </p:cNvPr>
          <p:cNvSpPr/>
          <p:nvPr/>
        </p:nvSpPr>
        <p:spPr>
          <a:xfrm>
            <a:off x="5796711" y="206618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 Suite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BA7DC-DFD4-C8BD-C0D0-D56BFE7DD7AB}"/>
              </a:ext>
            </a:extLst>
          </p:cNvPr>
          <p:cNvSpPr/>
          <p:nvPr/>
        </p:nvSpPr>
        <p:spPr>
          <a:xfrm>
            <a:off x="703361" y="203257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tools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0DB0B9-4185-393D-0546-6F29B0B3AFD5}"/>
              </a:ext>
            </a:extLst>
          </p:cNvPr>
          <p:cNvCxnSpPr>
            <a:stCxn id="15" idx="4"/>
            <a:endCxn id="8" idx="0"/>
          </p:cNvCxnSpPr>
          <p:nvPr/>
        </p:nvCxnSpPr>
        <p:spPr>
          <a:xfrm>
            <a:off x="1877738" y="2946976"/>
            <a:ext cx="1" cy="926624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A12941-2B8A-4A47-4ECF-BB5E13365E01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5716631" y="4788000"/>
            <a:ext cx="7894" cy="726975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4540FF-332A-CEAC-8546-D6E5A3549423}"/>
              </a:ext>
            </a:extLst>
          </p:cNvPr>
          <p:cNvCxnSpPr>
            <a:cxnSpLocks/>
            <a:stCxn id="12" idx="4"/>
            <a:endCxn id="11" idx="0"/>
          </p:cNvCxnSpPr>
          <p:nvPr/>
        </p:nvCxnSpPr>
        <p:spPr>
          <a:xfrm>
            <a:off x="9790196" y="3028391"/>
            <a:ext cx="0" cy="845209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90C4802-2129-05D8-C760-9607B1026947}"/>
              </a:ext>
            </a:extLst>
          </p:cNvPr>
          <p:cNvCxnSpPr>
            <a:cxnSpLocks/>
            <a:stCxn id="8" idx="4"/>
            <a:endCxn id="7" idx="2"/>
          </p:cNvCxnSpPr>
          <p:nvPr/>
        </p:nvCxnSpPr>
        <p:spPr>
          <a:xfrm rot="16200000" flipH="1">
            <a:off x="2537532" y="4128206"/>
            <a:ext cx="1184175" cy="2503761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AC609E2-263B-CA38-5FFF-9ED9107AB248}"/>
              </a:ext>
            </a:extLst>
          </p:cNvPr>
          <p:cNvCxnSpPr>
            <a:cxnSpLocks/>
            <a:stCxn id="13" idx="4"/>
            <a:endCxn id="10" idx="0"/>
          </p:cNvCxnSpPr>
          <p:nvPr/>
        </p:nvCxnSpPr>
        <p:spPr>
          <a:xfrm rot="16200000" flipH="1">
            <a:off x="4665756" y="2822725"/>
            <a:ext cx="893016" cy="1208734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A00F31F-66A3-567E-D29C-DD79FD5B1775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 rot="5400000">
            <a:off x="5897352" y="2799864"/>
            <a:ext cx="893016" cy="1254457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CBF005A-9913-7776-5E05-268460A47DF2}"/>
              </a:ext>
            </a:extLst>
          </p:cNvPr>
          <p:cNvCxnSpPr>
            <a:cxnSpLocks/>
            <a:stCxn id="11" idx="4"/>
            <a:endCxn id="7" idx="6"/>
          </p:cNvCxnSpPr>
          <p:nvPr/>
        </p:nvCxnSpPr>
        <p:spPr>
          <a:xfrm rot="5400000">
            <a:off x="7836786" y="4018764"/>
            <a:ext cx="1184175" cy="2722646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76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62" grpId="0" animBg="1"/>
      <p:bldP spid="45" grpId="0" animBg="1"/>
      <p:bldP spid="44" grpId="0" animBg="1"/>
      <p:bldP spid="43" grpId="0" animBg="1"/>
      <p:bldP spid="42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BDB5-0D72-55F1-E552-A198A2E45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Probabilistische bibliotheek - ontwikkelomgeving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BB0DB-9E65-DBF0-14D7-F841EB311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Github: </a:t>
            </a:r>
            <a:r>
              <a:rPr lang="nl-NL" dirty="0">
                <a:hlinkClick r:id="rId2"/>
              </a:rPr>
              <a:t>https://github.com/Deltares/ProbabilisticLibrary</a:t>
            </a:r>
            <a:endParaRPr lang="nl-NL" dirty="0"/>
          </a:p>
          <a:p>
            <a:pPr lvl="1"/>
            <a:r>
              <a:rPr lang="nl-NL" dirty="0"/>
              <a:t>Nu nog private, op termijn publiek</a:t>
            </a:r>
          </a:p>
          <a:p>
            <a:endParaRPr lang="nl-NL" dirty="0"/>
          </a:p>
          <a:p>
            <a:r>
              <a:rPr lang="nl-NL" dirty="0" err="1"/>
              <a:t>Rekenkernel</a:t>
            </a:r>
            <a:r>
              <a:rPr lang="nl-NL" dirty="0"/>
              <a:t> C++ - 20 standaard; werkt met </a:t>
            </a:r>
            <a:r>
              <a:rPr lang="nl-NL" dirty="0" err="1"/>
              <a:t>gnu</a:t>
            </a:r>
            <a:r>
              <a:rPr lang="nl-NL" dirty="0"/>
              <a:t> (open source) en Microsoft C++ compiler</a:t>
            </a:r>
          </a:p>
          <a:p>
            <a:pPr lvl="1"/>
            <a:r>
              <a:rPr lang="nl-NL" dirty="0"/>
              <a:t>Alleen smart pointers</a:t>
            </a:r>
          </a:p>
          <a:p>
            <a:endParaRPr lang="nl-NL" dirty="0"/>
          </a:p>
          <a:p>
            <a:r>
              <a:rPr lang="nl-NL" dirty="0"/>
              <a:t>Automatische testbank:</a:t>
            </a:r>
          </a:p>
          <a:p>
            <a:pPr lvl="1"/>
            <a:r>
              <a:rPr lang="nl-NL" dirty="0"/>
              <a:t>Probabilistische bibliotheek (~ 500)</a:t>
            </a:r>
          </a:p>
          <a:p>
            <a:pPr lvl="1"/>
            <a:r>
              <a:rPr lang="nl-NL" dirty="0"/>
              <a:t>PTK (~ 2000)</a:t>
            </a:r>
          </a:p>
          <a:p>
            <a:pPr lvl="1"/>
            <a:r>
              <a:rPr lang="nl-NL" dirty="0"/>
              <a:t>Hydra-Ring (~3000)</a:t>
            </a:r>
          </a:p>
          <a:p>
            <a:endParaRPr lang="nl-NL" dirty="0"/>
          </a:p>
          <a:p>
            <a:r>
              <a:rPr lang="nl-NL" dirty="0"/>
              <a:t>Sigrid: score nu 3.4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37F22-4433-2DF0-40DB-31CD0D17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971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7A3F-E4AB-AD42-581B-CA345484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interface – Dike Monitoring </a:t>
            </a:r>
            <a:r>
              <a:rPr lang="en-US" dirty="0" err="1"/>
              <a:t>Purmer</a:t>
            </a:r>
            <a:r>
              <a:rPr lang="en-US" dirty="0"/>
              <a:t> 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B0A9-FF5E-12B2-E114-0432C5F34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10512349" cy="1166461"/>
          </a:xfrm>
        </p:spPr>
        <p:txBody>
          <a:bodyPr/>
          <a:lstStyle/>
          <a:p>
            <a:r>
              <a:rPr lang="nl-NL" dirty="0"/>
              <a:t>Bewezen sterkte D-</a:t>
            </a:r>
            <a:r>
              <a:rPr lang="nl-NL" dirty="0" err="1"/>
              <a:t>Stability</a:t>
            </a:r>
            <a:r>
              <a:rPr lang="nl-NL" dirty="0"/>
              <a:t> live updates</a:t>
            </a:r>
          </a:p>
          <a:p>
            <a:endParaRPr lang="nl-NL" dirty="0"/>
          </a:p>
          <a:p>
            <a:r>
              <a:rPr lang="nl-NL" dirty="0"/>
              <a:t>Prototype voor HHNK</a:t>
            </a:r>
          </a:p>
          <a:p>
            <a:pPr lvl="1"/>
            <a:r>
              <a:rPr lang="nl-NL" dirty="0"/>
              <a:t>Anton van der Meer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EF8E2-B6CE-D851-1220-1BCA7AEC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9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E221E3-6A79-8D78-7A90-6953ACF1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16" y="3751730"/>
            <a:ext cx="9895368" cy="15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7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0D22-2703-8374-89AF-7E76AE4F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Dike Monitoring </a:t>
            </a:r>
            <a:r>
              <a:rPr lang="en-US" dirty="0" err="1"/>
              <a:t>Purmer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B6186-6AA5-004B-98FC-764A0050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10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C54BC-E391-A5FE-B41B-EE9BE541549C}"/>
              </a:ext>
            </a:extLst>
          </p:cNvPr>
          <p:cNvSpPr/>
          <p:nvPr/>
        </p:nvSpPr>
        <p:spPr>
          <a:xfrm>
            <a:off x="4316035" y="3470349"/>
            <a:ext cx="1698171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Stabiliteit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3E0E27-ECF9-322C-5AB2-EFD0668E2553}"/>
              </a:ext>
            </a:extLst>
          </p:cNvPr>
          <p:cNvSpPr/>
          <p:nvPr/>
        </p:nvSpPr>
        <p:spPr>
          <a:xfrm>
            <a:off x="4316035" y="1711919"/>
            <a:ext cx="1698171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Neerslag</a:t>
            </a:r>
            <a:r>
              <a:rPr lang="en-US" dirty="0"/>
              <a:t> / </a:t>
            </a:r>
            <a:r>
              <a:rPr lang="en-US" dirty="0" err="1"/>
              <a:t>Verdamping</a:t>
            </a:r>
            <a:r>
              <a:rPr lang="en-US" dirty="0"/>
              <a:t> / </a:t>
            </a:r>
            <a:r>
              <a:rPr lang="en-US" dirty="0" err="1"/>
              <a:t>Peilbuis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1965BA-AB9D-2300-2052-1F40E2A8E470}"/>
              </a:ext>
            </a:extLst>
          </p:cNvPr>
          <p:cNvSpPr/>
          <p:nvPr/>
        </p:nvSpPr>
        <p:spPr>
          <a:xfrm>
            <a:off x="6903760" y="3470349"/>
            <a:ext cx="1698171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Betrouwbaar-heid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99569-F966-EA73-C53F-3BD0BE99112B}"/>
              </a:ext>
            </a:extLst>
          </p:cNvPr>
          <p:cNvSpPr/>
          <p:nvPr/>
        </p:nvSpPr>
        <p:spPr>
          <a:xfrm>
            <a:off x="1284734" y="3470349"/>
            <a:ext cx="1698171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Dijkprofiel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E24938-A22D-A8C0-E5A3-5294E05A394B}"/>
              </a:ext>
            </a:extLst>
          </p:cNvPr>
          <p:cNvSpPr/>
          <p:nvPr/>
        </p:nvSpPr>
        <p:spPr>
          <a:xfrm>
            <a:off x="6903759" y="1696208"/>
            <a:ext cx="1698171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Overleefde</a:t>
            </a:r>
            <a:r>
              <a:rPr lang="en-US" dirty="0"/>
              <a:t> events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799E96-EA44-5EBF-2731-9ECA9A18191A}"/>
              </a:ext>
            </a:extLst>
          </p:cNvPr>
          <p:cNvSpPr/>
          <p:nvPr/>
        </p:nvSpPr>
        <p:spPr>
          <a:xfrm>
            <a:off x="9676674" y="3471416"/>
            <a:ext cx="1698171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Overzicht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8B7A533-B1CD-9B52-9D1D-73EFD095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97" y="4783986"/>
            <a:ext cx="3240327" cy="199735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5172D64-6ED8-78FD-7D7A-62C63849D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52" y="1265714"/>
            <a:ext cx="3492792" cy="186022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1A0CE64-2A3E-0C52-DA6C-29453A08D913}"/>
              </a:ext>
            </a:extLst>
          </p:cNvPr>
          <p:cNvCxnSpPr>
            <a:stCxn id="10" idx="3"/>
            <a:endCxn id="7" idx="1"/>
          </p:cNvCxnSpPr>
          <p:nvPr/>
        </p:nvCxnSpPr>
        <p:spPr>
          <a:xfrm>
            <a:off x="2982905" y="3927549"/>
            <a:ext cx="1333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B90DEE-C313-ED4A-6753-2D7C4F34509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5165121" y="2626319"/>
            <a:ext cx="0" cy="844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6C94D5A-74BC-5C96-79A2-311C8B13B63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6014206" y="3927549"/>
            <a:ext cx="889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AF6E51F-0A0B-A67C-9E6C-8B8F69111091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7752845" y="2610608"/>
            <a:ext cx="1" cy="859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2BD1A83-9E9F-347A-CE15-6EA343D7B0F6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8601931" y="3927549"/>
            <a:ext cx="1074743" cy="1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E31C4776-AC0B-8E14-EAC0-454922C3A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49" y="4815844"/>
            <a:ext cx="2846392" cy="1782320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814585C-146B-626B-E612-F7FFF0750603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5164203" y="4384749"/>
            <a:ext cx="918" cy="34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4914E72-CAE1-0974-5092-AB0ACD62EB2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10524841" y="4385816"/>
            <a:ext cx="919" cy="32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4E02EF0-3D73-FD8D-8EF2-2B2784BAE77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864113" y="2153408"/>
            <a:ext cx="451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B6C7833-11A2-423B-AB3A-DFF2E259DE25}"/>
              </a:ext>
            </a:extLst>
          </p:cNvPr>
          <p:cNvSpPr/>
          <p:nvPr/>
        </p:nvSpPr>
        <p:spPr>
          <a:xfrm>
            <a:off x="5805448" y="2474266"/>
            <a:ext cx="673768" cy="2887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92A24F0-2392-869E-E119-1D4BE00A0755}"/>
              </a:ext>
            </a:extLst>
          </p:cNvPr>
          <p:cNvSpPr/>
          <p:nvPr/>
        </p:nvSpPr>
        <p:spPr>
          <a:xfrm>
            <a:off x="2636485" y="4226362"/>
            <a:ext cx="673768" cy="2887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523F478-4856-E5A4-E735-DA7EBAF2E77C}"/>
              </a:ext>
            </a:extLst>
          </p:cNvPr>
          <p:cNvSpPr/>
          <p:nvPr/>
        </p:nvSpPr>
        <p:spPr>
          <a:xfrm>
            <a:off x="5744205" y="4226362"/>
            <a:ext cx="673768" cy="2887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dsx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CD74262-B911-2819-4A29-9BFFC93A2CDB}"/>
              </a:ext>
            </a:extLst>
          </p:cNvPr>
          <p:cNvSpPr/>
          <p:nvPr/>
        </p:nvSpPr>
        <p:spPr>
          <a:xfrm>
            <a:off x="6527020" y="3365772"/>
            <a:ext cx="673768" cy="2887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tkx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2231F61-A425-4475-29EE-8982E9E2D5D8}"/>
              </a:ext>
            </a:extLst>
          </p:cNvPr>
          <p:cNvSpPr/>
          <p:nvPr/>
        </p:nvSpPr>
        <p:spPr>
          <a:xfrm>
            <a:off x="8377876" y="2438742"/>
            <a:ext cx="673768" cy="2887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093050-D25F-69D4-3803-41B268B7B23C}"/>
              </a:ext>
            </a:extLst>
          </p:cNvPr>
          <p:cNvSpPr txBox="1"/>
          <p:nvPr/>
        </p:nvSpPr>
        <p:spPr>
          <a:xfrm>
            <a:off x="3267136" y="3742883"/>
            <a:ext cx="80021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geolib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72473E3-9F71-9541-C5B9-90D2A2678D83}"/>
              </a:ext>
            </a:extLst>
          </p:cNvPr>
          <p:cNvSpPr txBox="1"/>
          <p:nvPr/>
        </p:nvSpPr>
        <p:spPr>
          <a:xfrm>
            <a:off x="4764093" y="2855812"/>
            <a:ext cx="80021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geolib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D9C4A1B-DE34-FCDA-D57C-ECEE455D6814}"/>
              </a:ext>
            </a:extLst>
          </p:cNvPr>
          <p:cNvSpPr txBox="1"/>
          <p:nvPr/>
        </p:nvSpPr>
        <p:spPr>
          <a:xfrm>
            <a:off x="8126505" y="4200083"/>
            <a:ext cx="73609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ptk</a:t>
            </a:r>
            <a:r>
              <a:rPr lang="en-US" dirty="0"/>
              <a:t>/pl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14D063D-4F19-C36E-4899-0B9AD80660BC}"/>
              </a:ext>
            </a:extLst>
          </p:cNvPr>
          <p:cNvSpPr txBox="1"/>
          <p:nvPr/>
        </p:nvSpPr>
        <p:spPr>
          <a:xfrm>
            <a:off x="6464689" y="6044166"/>
            <a:ext cx="11592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d-stability</a:t>
            </a:r>
          </a:p>
        </p:txBody>
      </p:sp>
    </p:spTree>
    <p:extLst>
      <p:ext uri="{BB962C8B-B14F-4D97-AF65-F5344CB8AC3E}">
        <p14:creationId xmlns:p14="http://schemas.microsoft.com/office/powerpoint/2010/main" val="193507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59E7-6E2A-BF8A-1CA2-94C78E20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- </a:t>
            </a:r>
            <a:r>
              <a:rPr lang="nl-NL" dirty="0"/>
              <a:t>betrouwbaarheidsberekening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E7B8-E0E5-3CF7-CDBC-3685A3B0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11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58031F-4AB3-DF1F-E511-91B6E309D399}"/>
              </a:ext>
            </a:extLst>
          </p:cNvPr>
          <p:cNvSpPr/>
          <p:nvPr/>
        </p:nvSpPr>
        <p:spPr>
          <a:xfrm>
            <a:off x="398789" y="1412817"/>
            <a:ext cx="2079235" cy="5120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Laad</a:t>
            </a:r>
            <a:r>
              <a:rPr lang="en-US" dirty="0"/>
              <a:t> </a:t>
            </a:r>
            <a:r>
              <a:rPr lang="en-US" dirty="0" err="1"/>
              <a:t>tkx</a:t>
            </a:r>
            <a:r>
              <a:rPr lang="en-US" dirty="0"/>
              <a:t> file 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EEFC6-81C0-85BD-CB95-9D00B1198586}"/>
              </a:ext>
            </a:extLst>
          </p:cNvPr>
          <p:cNvSpPr/>
          <p:nvPr/>
        </p:nvSpPr>
        <p:spPr>
          <a:xfrm>
            <a:off x="398789" y="2372067"/>
            <a:ext cx="2079235" cy="5120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Modificeer</a:t>
            </a:r>
            <a:r>
              <a:rPr lang="en-US" dirty="0"/>
              <a:t> </a:t>
            </a:r>
            <a:r>
              <a:rPr lang="en-US" dirty="0" err="1"/>
              <a:t>dsx</a:t>
            </a:r>
            <a:r>
              <a:rPr lang="en-US" dirty="0"/>
              <a:t> input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766267-924C-917E-F93D-CEF7310A9DFD}"/>
              </a:ext>
            </a:extLst>
          </p:cNvPr>
          <p:cNvSpPr/>
          <p:nvPr/>
        </p:nvSpPr>
        <p:spPr>
          <a:xfrm>
            <a:off x="398789" y="3331317"/>
            <a:ext cx="2079235" cy="5120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Voer</a:t>
            </a:r>
            <a:r>
              <a:rPr lang="en-US" dirty="0"/>
              <a:t> </a:t>
            </a:r>
            <a:r>
              <a:rPr lang="en-US" dirty="0" err="1"/>
              <a:t>berekening</a:t>
            </a:r>
            <a:r>
              <a:rPr lang="en-US" dirty="0"/>
              <a:t> </a:t>
            </a:r>
            <a:r>
              <a:rPr lang="en-US" dirty="0" err="1"/>
              <a:t>uit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86DF3D-12DA-497E-9F2E-13AC452DED4F}"/>
              </a:ext>
            </a:extLst>
          </p:cNvPr>
          <p:cNvSpPr/>
          <p:nvPr/>
        </p:nvSpPr>
        <p:spPr>
          <a:xfrm>
            <a:off x="398789" y="5249817"/>
            <a:ext cx="2079235" cy="5120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Retourneer</a:t>
            </a:r>
            <a:r>
              <a:rPr lang="en-US" dirty="0"/>
              <a:t> </a:t>
            </a:r>
            <a:r>
              <a:rPr lang="en-US" dirty="0" err="1"/>
              <a:t>faalkans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6A124D-7111-EEBD-8952-D3A1CAAC4B37}"/>
              </a:ext>
            </a:extLst>
          </p:cNvPr>
          <p:cNvSpPr/>
          <p:nvPr/>
        </p:nvSpPr>
        <p:spPr>
          <a:xfrm>
            <a:off x="398789" y="4290567"/>
            <a:ext cx="2079235" cy="5120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Sla op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tkx</a:t>
            </a:r>
            <a:r>
              <a:rPr lang="en-US" dirty="0"/>
              <a:t> temp file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DCFBEE-F1FB-2255-D96C-756A6362D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672" y="1214436"/>
            <a:ext cx="6207126" cy="51018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913A8B9-1E4A-CA30-9627-2FFD12AEDCCB}"/>
              </a:ext>
            </a:extLst>
          </p:cNvPr>
          <p:cNvSpPr/>
          <p:nvPr/>
        </p:nvSpPr>
        <p:spPr>
          <a:xfrm>
            <a:off x="9476446" y="1412817"/>
            <a:ext cx="2036186" cy="51206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47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7070"/>
                </a:solidFill>
              </a:rPr>
              <a:t>Start van scratch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6A852D-13D5-86C0-059C-7CF14569B8DF}"/>
              </a:ext>
            </a:extLst>
          </p:cNvPr>
          <p:cNvSpPr/>
          <p:nvPr/>
        </p:nvSpPr>
        <p:spPr>
          <a:xfrm>
            <a:off x="9476446" y="3685400"/>
            <a:ext cx="2036186" cy="51206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47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707070"/>
                </a:solidFill>
              </a:rPr>
              <a:t>Modificeer</a:t>
            </a:r>
            <a:r>
              <a:rPr lang="en-US" dirty="0">
                <a:solidFill>
                  <a:srgbClr val="707070"/>
                </a:solidFill>
              </a:rPr>
              <a:t> </a:t>
            </a:r>
            <a:r>
              <a:rPr lang="en-US" dirty="0" err="1">
                <a:solidFill>
                  <a:srgbClr val="707070"/>
                </a:solidFill>
              </a:rPr>
              <a:t>stoch</a:t>
            </a:r>
            <a:r>
              <a:rPr lang="en-US" dirty="0">
                <a:solidFill>
                  <a:srgbClr val="707070"/>
                </a:solidFill>
              </a:rPr>
              <a:t>. </a:t>
            </a:r>
            <a:r>
              <a:rPr lang="en-US" dirty="0" err="1">
                <a:solidFill>
                  <a:srgbClr val="707070"/>
                </a:solidFill>
              </a:rPr>
              <a:t>variabelen</a:t>
            </a:r>
            <a:endParaRPr lang="en-US" dirty="0">
              <a:solidFill>
                <a:srgbClr val="70707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24E0AB-6859-81A4-E5C6-A692515BC4F9}"/>
              </a:ext>
            </a:extLst>
          </p:cNvPr>
          <p:cNvSpPr/>
          <p:nvPr/>
        </p:nvSpPr>
        <p:spPr>
          <a:xfrm>
            <a:off x="9476446" y="2933586"/>
            <a:ext cx="2036186" cy="51206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47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707070"/>
                </a:solidFill>
              </a:rPr>
              <a:t>Definieer</a:t>
            </a:r>
            <a:r>
              <a:rPr lang="en-US" dirty="0">
                <a:solidFill>
                  <a:srgbClr val="707070"/>
                </a:solidFill>
              </a:rPr>
              <a:t> z-</a:t>
            </a:r>
            <a:r>
              <a:rPr lang="en-US" dirty="0" err="1">
                <a:solidFill>
                  <a:srgbClr val="707070"/>
                </a:solidFill>
              </a:rPr>
              <a:t>functie</a:t>
            </a:r>
            <a:endParaRPr lang="en-US" dirty="0">
              <a:solidFill>
                <a:srgbClr val="70707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9D231D-C638-C5B8-42B7-434D7BCA93EB}"/>
              </a:ext>
            </a:extLst>
          </p:cNvPr>
          <p:cNvSpPr/>
          <p:nvPr/>
        </p:nvSpPr>
        <p:spPr>
          <a:xfrm>
            <a:off x="9476446" y="2148474"/>
            <a:ext cx="2036186" cy="512064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47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707070"/>
                </a:solidFill>
              </a:rPr>
              <a:t>Voer</a:t>
            </a:r>
            <a:r>
              <a:rPr lang="en-US" dirty="0">
                <a:solidFill>
                  <a:srgbClr val="707070"/>
                </a:solidFill>
              </a:rPr>
              <a:t> model in (python callback)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290128-9ABF-D1CC-5303-2B736A14CA1B}"/>
              </a:ext>
            </a:extLst>
          </p:cNvPr>
          <p:cNvSpPr/>
          <p:nvPr/>
        </p:nvSpPr>
        <p:spPr>
          <a:xfrm>
            <a:off x="9476446" y="4437214"/>
            <a:ext cx="2036186" cy="51206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47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7070"/>
                </a:solidFill>
              </a:rPr>
              <a:t>Stel </a:t>
            </a:r>
            <a:r>
              <a:rPr lang="en-US" dirty="0" err="1">
                <a:solidFill>
                  <a:srgbClr val="707070"/>
                </a:solidFill>
              </a:rPr>
              <a:t>rekenopties</a:t>
            </a:r>
            <a:r>
              <a:rPr lang="en-US" dirty="0">
                <a:solidFill>
                  <a:srgbClr val="707070"/>
                </a:solidFill>
              </a:rPr>
              <a:t> 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78FD42-CBB4-B785-1FC2-335778E51EDA}"/>
              </a:ext>
            </a:extLst>
          </p:cNvPr>
          <p:cNvSpPr/>
          <p:nvPr/>
        </p:nvSpPr>
        <p:spPr>
          <a:xfrm>
            <a:off x="9476446" y="5131501"/>
            <a:ext cx="2036186" cy="51206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47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7070"/>
                </a:solidFill>
              </a:rPr>
              <a:t>Alfa-</a:t>
            </a:r>
            <a:r>
              <a:rPr lang="en-US" dirty="0" err="1">
                <a:solidFill>
                  <a:srgbClr val="707070"/>
                </a:solidFill>
              </a:rPr>
              <a:t>waarden</a:t>
            </a:r>
            <a:r>
              <a:rPr lang="en-US" dirty="0">
                <a:solidFill>
                  <a:srgbClr val="707070"/>
                </a:solidFill>
              </a:rPr>
              <a:t> van design point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AC6F9B-8CD4-0B70-C0EF-4E00903B6DCC}"/>
              </a:ext>
            </a:extLst>
          </p:cNvPr>
          <p:cNvSpPr/>
          <p:nvPr/>
        </p:nvSpPr>
        <p:spPr>
          <a:xfrm>
            <a:off x="9476446" y="5848601"/>
            <a:ext cx="2036186" cy="51206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47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707070"/>
                </a:solidFill>
              </a:rPr>
              <a:t>Gevoeligheids-analyse</a:t>
            </a:r>
            <a:endParaRPr lang="en-US" dirty="0">
              <a:solidFill>
                <a:srgbClr val="70707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419F24-745B-896E-307C-72F52606766B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438407" y="1924880"/>
            <a:ext cx="0" cy="447187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BC3885-0E9F-6B75-A72E-D6E74AB5EB9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438407" y="2884130"/>
            <a:ext cx="0" cy="447187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B5AEAB-DC90-8187-D073-63656642CBAF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1438407" y="3843380"/>
            <a:ext cx="0" cy="447187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B6E8B9-D34E-3219-DDD4-FF872AD6E7C6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1438407" y="4802630"/>
            <a:ext cx="0" cy="447187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47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716D-4FC4-CDB0-8066-5750D384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Probabilistische bibliotheek - ontwikkeling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AF2BE-7986-A8A3-1BE1-8F5F821D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12</a:t>
            </a:fld>
            <a:endParaRPr lang="nl-NL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5FABBD0-337D-79B0-D3BD-D4D4EB92C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3322681"/>
              </p:ext>
            </p:extLst>
          </p:nvPr>
        </p:nvGraphicFramePr>
        <p:xfrm>
          <a:off x="2306321" y="58948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352C6E6-9414-49D7-D021-2A9A388D575A}"/>
              </a:ext>
            </a:extLst>
          </p:cNvPr>
          <p:cNvSpPr/>
          <p:nvPr/>
        </p:nvSpPr>
        <p:spPr>
          <a:xfrm>
            <a:off x="7026010" y="5543428"/>
            <a:ext cx="3094955" cy="1076258"/>
          </a:xfrm>
          <a:prstGeom prst="wedgeRoundRectCallout">
            <a:avLst>
              <a:gd name="adj1" fmla="val -39182"/>
              <a:gd name="adj2" fmla="val -248236"/>
              <a:gd name="adj3" fmla="val 16667"/>
            </a:avLst>
          </a:prstGeom>
          <a:solidFill>
            <a:srgbClr val="CCCC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Wij stellen jullie bijdragen / suggesties / samenwerking op prijs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27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5B76-B053-71E4-91E6-D5B1CB276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Discussie en feedback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16C4-8DDC-0603-C63B-CC150E6D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13</a:t>
            </a:fld>
            <a:endParaRPr lang="nl-NL"/>
          </a:p>
        </p:txBody>
      </p:sp>
      <p:pic>
        <p:nvPicPr>
          <p:cNvPr id="1032" name="Picture 8" descr="Afbeeldingen over Group Discussion Icon – Blader in stockfoto's, vectoren  en video's over 113,855 | Adobe Stock">
            <a:extLst>
              <a:ext uri="{FF2B5EF4-FFF2-40B4-BE49-F238E27FC236}">
                <a16:creationId xmlns:a16="http://schemas.microsoft.com/office/drawing/2014/main" id="{208CA3E3-10CE-86D8-D26E-CA2BE0A0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126" y="1378129"/>
            <a:ext cx="42862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B7AA-568B-CEE7-91EC-9D7B930BCC0E}"/>
              </a:ext>
            </a:extLst>
          </p:cNvPr>
          <p:cNvSpPr txBox="1">
            <a:spLocks/>
          </p:cNvSpPr>
          <p:nvPr/>
        </p:nvSpPr>
        <p:spPr>
          <a:xfrm>
            <a:off x="755650" y="1561101"/>
            <a:ext cx="6106469" cy="44772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Release 2e </a:t>
            </a:r>
            <a:r>
              <a:rPr lang="en-US" dirty="0" err="1"/>
              <a:t>helft</a:t>
            </a:r>
            <a:r>
              <a:rPr lang="en-US" dirty="0"/>
              <a:t> 2024: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Github</a:t>
            </a:r>
            <a:r>
              <a:rPr lang="en-US" dirty="0"/>
              <a:t> – stable version</a:t>
            </a:r>
          </a:p>
          <a:p>
            <a:pPr lvl="1"/>
            <a:r>
              <a:rPr lang="en-US" dirty="0"/>
              <a:t>In Probabilistic Toolkit</a:t>
            </a:r>
          </a:p>
          <a:p>
            <a:pPr lvl="1"/>
            <a:r>
              <a:rPr lang="en-US" dirty="0"/>
              <a:t>Cursus (intern)</a:t>
            </a:r>
          </a:p>
          <a:p>
            <a:pPr lvl="1"/>
            <a:endParaRPr lang="en-US" dirty="0"/>
          </a:p>
          <a:p>
            <a:r>
              <a:rPr lang="en-US" dirty="0" err="1"/>
              <a:t>Bijdrage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Gebruik</a:t>
            </a:r>
            <a:r>
              <a:rPr lang="en-US" dirty="0"/>
              <a:t> in </a:t>
            </a:r>
            <a:r>
              <a:rPr lang="en-US" dirty="0" err="1"/>
              <a:t>projecten</a:t>
            </a:r>
            <a:endParaRPr lang="en-US" dirty="0"/>
          </a:p>
          <a:p>
            <a:pPr lvl="1"/>
            <a:r>
              <a:rPr lang="en-US" dirty="0" err="1"/>
              <a:t>Meebeslissen</a:t>
            </a:r>
            <a:r>
              <a:rPr lang="en-US" dirty="0"/>
              <a:t> over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ontwikkelingen</a:t>
            </a:r>
            <a:endParaRPr lang="en-US" dirty="0"/>
          </a:p>
          <a:p>
            <a:pPr lvl="1"/>
            <a:r>
              <a:rPr lang="en-US" dirty="0" err="1"/>
              <a:t>Ontwikkelen</a:t>
            </a:r>
            <a:r>
              <a:rPr lang="en-US" dirty="0"/>
              <a:t> / </a:t>
            </a:r>
            <a:r>
              <a:rPr lang="en-US" dirty="0" err="1"/>
              <a:t>testen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Contact:</a:t>
            </a:r>
          </a:p>
          <a:p>
            <a:pPr lvl="1"/>
            <a:r>
              <a:rPr lang="en-US" dirty="0">
                <a:hlinkClick r:id="rId3"/>
              </a:rPr>
              <a:t>Rob.Brinkman@deltares.nl</a:t>
            </a:r>
            <a:r>
              <a:rPr lang="en-US" dirty="0"/>
              <a:t> en </a:t>
            </a:r>
            <a:r>
              <a:rPr lang="en-US" dirty="0">
                <a:hlinkClick r:id="rId4"/>
              </a:rPr>
              <a:t>Edwin.Spee@deltares.nl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78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jdelijke aanduiding voor afbeelding 128">
            <a:extLst>
              <a:ext uri="{FF2B5EF4-FFF2-40B4-BE49-F238E27FC236}">
                <a16:creationId xmlns:a16="http://schemas.microsoft.com/office/drawing/2014/main" id="{FA1B1A6D-3A86-4F95-8D24-AF1A478F45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E853615-DEEB-4AE7-AF32-85B217A8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Contact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B139452-27B1-41DF-AF0F-C8980743A8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facebook.com/</a:t>
            </a:r>
            <a:r>
              <a:rPr lang="nl-NL" dirty="0" err="1"/>
              <a:t>deltaresNL</a:t>
            </a:r>
            <a:endParaRPr lang="nl-NL" dirty="0"/>
          </a:p>
          <a:p>
            <a:r>
              <a:rPr lang="nl-NL" dirty="0"/>
              <a:t>linkedin.com/company/</a:t>
            </a:r>
            <a:r>
              <a:rPr lang="nl-NL" dirty="0" err="1"/>
              <a:t>deltares</a:t>
            </a:r>
            <a:endParaRPr lang="nl-NL" dirty="0"/>
          </a:p>
          <a:p>
            <a:r>
              <a:rPr lang="nl-NL" dirty="0"/>
              <a:t>@</a:t>
            </a:r>
            <a:r>
              <a:rPr lang="nl-NL" dirty="0" err="1"/>
              <a:t>deltares</a:t>
            </a:r>
            <a:endParaRPr lang="nl-NL" dirty="0"/>
          </a:p>
          <a:p>
            <a:r>
              <a:rPr lang="nl-NL" dirty="0"/>
              <a:t>@</a:t>
            </a:r>
            <a:r>
              <a:rPr lang="nl-NL" dirty="0" err="1"/>
              <a:t>deltaresNL</a:t>
            </a:r>
            <a:endParaRPr lang="nl-NL" dirty="0"/>
          </a:p>
        </p:txBody>
      </p:sp>
      <p:sp>
        <p:nvSpPr>
          <p:cNvPr id="130" name="Tijdelijke aanduiding voor tekst 129">
            <a:extLst>
              <a:ext uri="{FF2B5EF4-FFF2-40B4-BE49-F238E27FC236}">
                <a16:creationId xmlns:a16="http://schemas.microsoft.com/office/drawing/2014/main" id="{97498EAD-D9BC-4497-809D-90BAC7FC8F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8BAE38E2-1983-4050-827C-41B7773A60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nl-NL" dirty="0"/>
              <a:t>www.deltares.nl</a:t>
            </a:r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0FFFB232-6F62-4B57-BB77-335815282D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l-NL" dirty="0"/>
              <a:t>info@deltares.nl</a:t>
            </a:r>
          </a:p>
        </p:txBody>
      </p:sp>
      <p:sp>
        <p:nvSpPr>
          <p:cNvPr id="32" name="Tijdelijke aanduiding voor tekst 31">
            <a:extLst>
              <a:ext uri="{FF2B5EF4-FFF2-40B4-BE49-F238E27FC236}">
                <a16:creationId xmlns:a16="http://schemas.microsoft.com/office/drawing/2014/main" id="{02F24713-9C0A-4AFA-A00E-70022DA3DE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nl-NL" dirty="0"/>
              <a:t>@</a:t>
            </a:r>
            <a:r>
              <a:rPr lang="nl-NL" dirty="0" err="1"/>
              <a:t>deltares</a:t>
            </a:r>
            <a:endParaRPr lang="nl-NL" dirty="0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72DACC00-A9E9-4C5F-BFBC-C16A5B1294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nl-NL" dirty="0"/>
              <a:t>@</a:t>
            </a:r>
            <a:r>
              <a:rPr lang="nl-NL" dirty="0" err="1"/>
              <a:t>deltares</a:t>
            </a:r>
            <a:endParaRPr lang="nl-NL" dirty="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78CAA8E6-A1D0-47B0-8ED6-0866768465F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nl-NL" dirty="0"/>
              <a:t>linkedin.com/company/</a:t>
            </a:r>
            <a:r>
              <a:rPr lang="nl-NL" dirty="0" err="1"/>
              <a:t>deltares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2F13401B-702F-48C9-B15A-134CFFE50A6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nl-NL" dirty="0"/>
              <a:t>facebook.com/</a:t>
            </a:r>
            <a:r>
              <a:rPr lang="nl-NL" dirty="0" err="1"/>
              <a:t>deltaresNL</a:t>
            </a:r>
            <a:endParaRPr lang="nl-NL" dirty="0"/>
          </a:p>
        </p:txBody>
      </p:sp>
      <p:sp>
        <p:nvSpPr>
          <p:cNvPr id="131" name="Tijdelijke aanduiding voor afbeelding 130">
            <a:extLst>
              <a:ext uri="{FF2B5EF4-FFF2-40B4-BE49-F238E27FC236}">
                <a16:creationId xmlns:a16="http://schemas.microsoft.com/office/drawing/2014/main" id="{57CA46A9-1D4A-467A-A87B-6BD96604A4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2" name="Tijdelijke aanduiding voor afbeelding 131">
            <a:extLst>
              <a:ext uri="{FF2B5EF4-FFF2-40B4-BE49-F238E27FC236}">
                <a16:creationId xmlns:a16="http://schemas.microsoft.com/office/drawing/2014/main" id="{18E735EB-9646-4D6D-BFE0-DDD1E99DDAE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3" name="Tijdelijke aanduiding voor afbeelding 132">
            <a:extLst>
              <a:ext uri="{FF2B5EF4-FFF2-40B4-BE49-F238E27FC236}">
                <a16:creationId xmlns:a16="http://schemas.microsoft.com/office/drawing/2014/main" id="{5C898AB1-C463-4387-91E7-C06B9A74641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4" name="Tijdelijke aanduiding voor afbeelding 133">
            <a:extLst>
              <a:ext uri="{FF2B5EF4-FFF2-40B4-BE49-F238E27FC236}">
                <a16:creationId xmlns:a16="http://schemas.microsoft.com/office/drawing/2014/main" id="{0D28C0E5-4C65-4285-85FF-093CDD6A3BB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5" name="Tijdelijke aanduiding voor afbeelding 134">
            <a:extLst>
              <a:ext uri="{FF2B5EF4-FFF2-40B4-BE49-F238E27FC236}">
                <a16:creationId xmlns:a16="http://schemas.microsoft.com/office/drawing/2014/main" id="{4091A081-5427-48B3-92ED-7E3D18FA314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6" name="Tijdelijke aanduiding voor afbeelding 135">
            <a:extLst>
              <a:ext uri="{FF2B5EF4-FFF2-40B4-BE49-F238E27FC236}">
                <a16:creationId xmlns:a16="http://schemas.microsoft.com/office/drawing/2014/main" id="{50708FCB-95E4-42BE-B3D9-A5494748500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058872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">
  <a:themeElements>
    <a:clrScheme name="Deltares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D38E0"/>
      </a:hlink>
      <a:folHlink>
        <a:srgbClr val="7070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res - Sjabloon NL.potx" id="{B5042D55-6068-4240-A1FC-01315EC513B9}" vid="{8C6F3C8F-138B-4215-B743-53866FE2FE19}"/>
    </a:ext>
  </a:extLst>
</a:theme>
</file>

<file path=ppt/theme/theme2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dc3081-d8a1-4e92-884a-04f6ca0fc63f"/>
    <TaxKeywordTaxHTField xmlns="9dc10479-9fe1-482d-8b13-fa9fc147c365">
      <Terms xmlns="http://schemas.microsoft.com/office/infopath/2007/PartnerControls"/>
    </TaxKeyword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CBE09418E094297756BB7D28E2B2D" ma:contentTypeVersion="13" ma:contentTypeDescription="Een nieuw document maken." ma:contentTypeScope="" ma:versionID="43c57db1ef9d2047f0afe528fe94cd7b">
  <xsd:schema xmlns:xsd="http://www.w3.org/2001/XMLSchema" xmlns:xs="http://www.w3.org/2001/XMLSchema" xmlns:p="http://schemas.microsoft.com/office/2006/metadata/properties" xmlns:ns2="5db5d4ef-9fd2-45ea-8e34-77d63cce28d8" xmlns:ns3="9dc10479-9fe1-482d-8b13-fa9fc147c365" xmlns:ns4="58dc3081-d8a1-4e92-884a-04f6ca0fc63f" targetNamespace="http://schemas.microsoft.com/office/2006/metadata/properties" ma:root="true" ma:fieldsID="752a5c63f437750ef2cedcd6166ab022" ns2:_="" ns3:_="" ns4:_="">
    <xsd:import namespace="5db5d4ef-9fd2-45ea-8e34-77d63cce28d8"/>
    <xsd:import namespace="9dc10479-9fe1-482d-8b13-fa9fc147c365"/>
    <xsd:import namespace="58dc3081-d8a1-4e92-884a-04f6ca0fc6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TaxKeywordTaxHTField" minOccurs="0"/>
                <xsd:element ref="ns4:TaxCatchAll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b5d4ef-9fd2-45ea-8e34-77d63cce28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c10479-9fe1-482d-8b13-fa9fc147c365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1" nillable="true" ma:taxonomy="true" ma:internalName="TaxKeywordTaxHTField" ma:taxonomyFieldName="TaxKeyword" ma:displayName="Ondernemingstrefwoorden" ma:fieldId="{23f27201-bee3-471e-b2e7-b64fd8b7ca38}" ma:taxonomyMulti="true" ma:sspId="23b92cde-922f-41e6-b057-b97c56e4b7b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c3081-d8a1-4e92-884a-04f6ca0fc63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65bc13-3d8f-49fb-9e07-0ee17562167c}" ma:internalName="TaxCatchAll" ma:showField="CatchAllData" ma:web="9dc10479-9fe1-482d-8b13-fa9fc147c3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338BAD-8BA4-4C42-A850-147A5D210631}">
  <ds:schemaRefs>
    <ds:schemaRef ds:uri="http://schemas.microsoft.com/office/2006/metadata/properties"/>
    <ds:schemaRef ds:uri="http://schemas.microsoft.com/office/infopath/2007/PartnerControls"/>
    <ds:schemaRef ds:uri="58dc3081-d8a1-4e92-884a-04f6ca0fc63f"/>
    <ds:schemaRef ds:uri="9dc10479-9fe1-482d-8b13-fa9fc147c365"/>
  </ds:schemaRefs>
</ds:datastoreItem>
</file>

<file path=customXml/itemProps2.xml><?xml version="1.0" encoding="utf-8"?>
<ds:datastoreItem xmlns:ds="http://schemas.openxmlformats.org/officeDocument/2006/customXml" ds:itemID="{5636F5E9-25BB-4734-86C2-FD32BCBA5C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A67F7B-C755-40AF-BDCD-D66D8F7ED1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b5d4ef-9fd2-45ea-8e34-77d63cce28d8"/>
    <ds:schemaRef ds:uri="9dc10479-9fe1-482d-8b13-fa9fc147c365"/>
    <ds:schemaRef ds:uri="58dc3081-d8a1-4e92-884a-04f6ca0fc6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Deltares - Sjabloon NL</Template>
  <TotalTime>771</TotalTime>
  <Words>572</Words>
  <Application>Microsoft Office PowerPoint</Application>
  <PresentationFormat>Widescreen</PresentationFormat>
  <Paragraphs>224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Deltares</vt:lpstr>
      <vt:lpstr>Probabilistische bibliotheek </vt:lpstr>
      <vt:lpstr>Inhoudsopgave</vt:lpstr>
      <vt:lpstr>Huidige situatie</vt:lpstr>
      <vt:lpstr>Nieuwe situatie</vt:lpstr>
      <vt:lpstr>Probabilistische bibliotheek</vt:lpstr>
      <vt:lpstr>Probabilistische bibliotheek - onderdelen</vt:lpstr>
      <vt:lpstr>Probabilistische bibliotheek - implementatie</vt:lpstr>
      <vt:lpstr>Probabilistische bibliotheek - ontwikkelomgeving</vt:lpstr>
      <vt:lpstr>Python interface – Dike Monitoring Purmer </vt:lpstr>
      <vt:lpstr>Dike Monitoring Purmer</vt:lpstr>
      <vt:lpstr>Python - betrouwbaarheidsberekening</vt:lpstr>
      <vt:lpstr>Probabilistische bibliotheek - ontwikkeling</vt:lpstr>
      <vt:lpstr>Discussie en feedback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Probabilistische bibliotheek</dc:title>
  <dc:creator>Karolina Wojciechowska</dc:creator>
  <dc:description>Template implementation by HQ Solutions B.V.</dc:description>
  <cp:lastModifiedBy>Rob Brinkman</cp:lastModifiedBy>
  <cp:revision>38</cp:revision>
  <dcterms:created xsi:type="dcterms:W3CDTF">2024-05-03T15:09:27Z</dcterms:created>
  <dcterms:modified xsi:type="dcterms:W3CDTF">2024-10-01T09:40:48Z</dcterms:modified>
  <cp:version>1.0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0x01010080ECBE09418E094297756BB7D28E2B2D</vt:lpwstr>
  </property>
  <property fmtid="{D5CDD505-2E9C-101B-9397-08002B2CF9AE}" pid="3" name="TaxKeyword">
    <vt:lpwstr/>
  </property>
</Properties>
</file>