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99" r:id="rId5"/>
    <p:sldId id="301" r:id="rId6"/>
    <p:sldId id="260" r:id="rId7"/>
    <p:sldId id="310" r:id="rId8"/>
    <p:sldId id="311" r:id="rId9"/>
    <p:sldId id="303" r:id="rId10"/>
    <p:sldId id="357" r:id="rId11"/>
    <p:sldId id="358" r:id="rId12"/>
    <p:sldId id="359" r:id="rId13"/>
    <p:sldId id="360" r:id="rId14"/>
    <p:sldId id="341" r:id="rId15"/>
    <p:sldId id="300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808080"/>
    <a:srgbClr val="CCFFFF"/>
    <a:srgbClr val="FFFFCC"/>
    <a:srgbClr val="FFFF66"/>
    <a:srgbClr val="E6E6E6"/>
    <a:srgbClr val="FFFFFF"/>
    <a:srgbClr val="707070"/>
    <a:srgbClr val="00B389"/>
    <a:srgbClr val="F1F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712" autoAdjust="0"/>
  </p:normalViewPr>
  <p:slideViewPr>
    <p:cSldViewPr snapToGrid="0" showGuides="1">
      <p:cViewPr varScale="1">
        <p:scale>
          <a:sx n="108" d="100"/>
          <a:sy n="108" d="100"/>
        </p:scale>
        <p:origin x="65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B07A4AF-8444-4E55-9211-06750DF868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59487" y="8229664"/>
            <a:ext cx="588963" cy="18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9B6C5B75-63DC-4795-B872-D188C0279E99}" type="slidenum">
              <a:rPr lang="nl-NL" sz="1000" smtClean="0"/>
              <a:pPr/>
              <a:t>‹#›</a:t>
            </a:fld>
            <a:endParaRPr lang="nl-NL" sz="100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3086CC55-5F13-427E-8D55-23A3E11C42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12" y="8635837"/>
            <a:ext cx="1080000" cy="3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3493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extLst>
    <p:ext uri="{56416CCD-93CA-4268-BC5B-53C4BB910035}">
      <p15:sldGuideLst xmlns:p15="http://schemas.microsoft.com/office/powerpoint/2012/main"/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6172200" y="8685213"/>
            <a:ext cx="438150" cy="18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000"/>
            </a:lvl1pPr>
          </a:lstStyle>
          <a:p>
            <a:fld id="{309F7339-69D5-4EA7-B93A-8AF4EDB56B8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EB29D91-C68B-40E2-ACA8-22AC17FBF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12" y="8592970"/>
            <a:ext cx="1080000" cy="351000"/>
          </a:xfrm>
          <a:prstGeom prst="rect">
            <a:avLst/>
          </a:prstGeom>
        </p:spPr>
      </p:pic>
      <p:sp>
        <p:nvSpPr>
          <p:cNvPr id="9" name="Tijdelijke aanduiding voor notities 8">
            <a:extLst>
              <a:ext uri="{FF2B5EF4-FFF2-40B4-BE49-F238E27FC236}">
                <a16:creationId xmlns:a16="http://schemas.microsoft.com/office/drawing/2014/main" id="{A3C8BF89-5841-4101-9B55-9A1ADF2AA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379500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052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3567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0772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5270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DeltaresNL/" TargetMode="External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hyperlink" Target="mailto:info@deltares.nl" TargetMode="External"/><Relationship Id="rId21" Type="http://schemas.openxmlformats.org/officeDocument/2006/relationships/image" Target="../media/image19.svg"/><Relationship Id="rId7" Type="http://schemas.openxmlformats.org/officeDocument/2006/relationships/hyperlink" Target="https://www.instagram.com/deltares/" TargetMode="External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image" Target="../media/image6.jp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deltares.nl/" TargetMode="External"/><Relationship Id="rId11" Type="http://schemas.openxmlformats.org/officeDocument/2006/relationships/image" Target="../media/image9.svg"/><Relationship Id="rId5" Type="http://schemas.openxmlformats.org/officeDocument/2006/relationships/hyperlink" Target="https://www.linkedin.com/company/deltares" TargetMode="External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hyperlink" Target="https://twitter.com/deltares/" TargetMode="External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1.svg"/><Relationship Id="rId3" Type="http://schemas.openxmlformats.org/officeDocument/2006/relationships/image" Target="../media/image7.png"/><Relationship Id="rId7" Type="http://schemas.openxmlformats.org/officeDocument/2006/relationships/image" Target="../media/image13.svg"/><Relationship Id="rId12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9.svg"/><Relationship Id="rId5" Type="http://schemas.openxmlformats.org/officeDocument/2006/relationships/image" Target="../media/image9.svg"/><Relationship Id="rId15" Type="http://schemas.openxmlformats.org/officeDocument/2006/relationships/image" Target="../media/image15.sv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7.svg"/><Relationship Id="rId14" Type="http://schemas.openxmlformats.org/officeDocument/2006/relationships/image" Target="../media/image14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jdelijke aanduiding voor afbeelding 65">
            <a:extLst>
              <a:ext uri="{FF2B5EF4-FFF2-40B4-BE49-F238E27FC236}">
                <a16:creationId xmlns:a16="http://schemas.microsoft.com/office/drawing/2014/main" id="{C993F618-5D8C-4CD3-B26D-F74E7598724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5328000" cy="6858000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6860" y="5295900"/>
            <a:ext cx="6002228" cy="788988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6861" y="3854640"/>
            <a:ext cx="600222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22938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tx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3258" y="1766078"/>
            <a:ext cx="6006145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62" name="TX_Enabling_deltalife_wit">
            <a:extLst>
              <a:ext uri="{FF2B5EF4-FFF2-40B4-BE49-F238E27FC236}">
                <a16:creationId xmlns:a16="http://schemas.microsoft.com/office/drawing/2014/main" id="{8230CF4F-5316-4F99-A0B8-28EA9797E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801" y="5947577"/>
            <a:ext cx="3176270" cy="756001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6045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057708-D1C8-4296-B46B-067A31C01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013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Titeldia met vierkant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jdelijke aanduiding voor afbeelding 65">
            <a:extLst>
              <a:ext uri="{FF2B5EF4-FFF2-40B4-BE49-F238E27FC236}">
                <a16:creationId xmlns:a16="http://schemas.microsoft.com/office/drawing/2014/main" id="{C993F618-5D8C-4CD3-B26D-F74E7598724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858000" cy="6858000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6000" y="5295900"/>
            <a:ext cx="4513088" cy="788988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6000" y="3854640"/>
            <a:ext cx="451308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6000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tx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000" y="1766078"/>
            <a:ext cx="4516033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62" name="TX_Enabling_deltalife_wit">
            <a:extLst>
              <a:ext uri="{FF2B5EF4-FFF2-40B4-BE49-F238E27FC236}">
                <a16:creationId xmlns:a16="http://schemas.microsoft.com/office/drawing/2014/main" id="{8230CF4F-5316-4F99-A0B8-28EA9797E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801" y="5947577"/>
            <a:ext cx="3176270" cy="756001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802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oofdstuk / Tussendia (Groen)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454C307C-D04D-4709-9FD4-571150894DD0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47038"/>
            <a:ext cx="5497462" cy="5943600"/>
          </a:xfrm>
          <a:custGeom>
            <a:avLst/>
            <a:gdLst>
              <a:gd name="connsiteX0" fmla="*/ 2525662 w 5497462"/>
              <a:gd name="connsiteY0" fmla="*/ 0 h 5943600"/>
              <a:gd name="connsiteX1" fmla="*/ 5497462 w 5497462"/>
              <a:gd name="connsiteY1" fmla="*/ 2971800 h 5943600"/>
              <a:gd name="connsiteX2" fmla="*/ 2525662 w 5497462"/>
              <a:gd name="connsiteY2" fmla="*/ 5943600 h 5943600"/>
              <a:gd name="connsiteX3" fmla="*/ 61399 w 5497462"/>
              <a:gd name="connsiteY3" fmla="*/ 4633362 h 5943600"/>
              <a:gd name="connsiteX4" fmla="*/ 0 w 5497462"/>
              <a:gd name="connsiteY4" fmla="*/ 4532297 h 5943600"/>
              <a:gd name="connsiteX5" fmla="*/ 0 w 5497462"/>
              <a:gd name="connsiteY5" fmla="*/ 1411304 h 5943600"/>
              <a:gd name="connsiteX6" fmla="*/ 61399 w 5497462"/>
              <a:gd name="connsiteY6" fmla="*/ 1310238 h 5943600"/>
              <a:gd name="connsiteX7" fmla="*/ 2525662 w 5497462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62" h="5943600">
                <a:moveTo>
                  <a:pt x="2525662" y="0"/>
                </a:moveTo>
                <a:cubicBezTo>
                  <a:pt x="4166942" y="0"/>
                  <a:pt x="5497462" y="1330520"/>
                  <a:pt x="5497462" y="2971800"/>
                </a:cubicBezTo>
                <a:cubicBezTo>
                  <a:pt x="5497462" y="4613080"/>
                  <a:pt x="4166942" y="5943600"/>
                  <a:pt x="2525662" y="5943600"/>
                </a:cubicBezTo>
                <a:cubicBezTo>
                  <a:pt x="1499862" y="5943600"/>
                  <a:pt x="595453" y="5423866"/>
                  <a:pt x="61399" y="4633362"/>
                </a:cubicBezTo>
                <a:lnTo>
                  <a:pt x="0" y="4532297"/>
                </a:lnTo>
                <a:lnTo>
                  <a:pt x="0" y="1411304"/>
                </a:lnTo>
                <a:lnTo>
                  <a:pt x="61399" y="1310238"/>
                </a:lnTo>
                <a:cubicBezTo>
                  <a:pt x="595453" y="519735"/>
                  <a:pt x="1499862" y="0"/>
                  <a:pt x="252566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/>
              </a:gs>
              <a:gs pos="100000">
                <a:schemeClr val="accent4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E2BD3A-5DDA-4757-ACCB-7CC38D75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00" y="1762124"/>
            <a:ext cx="10512000" cy="1368000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E77DC50-5611-4E05-B13C-BEF10B11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00" y="3564000"/>
            <a:ext cx="10585450" cy="1517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9971E-F873-4027-AEC0-F79E132D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13488" y="4586300"/>
            <a:ext cx="153888" cy="1262844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93B534-D0A1-49CD-B3E2-FA8113F9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3488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AD1C2C-AB5C-4424-9980-A055EC5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67279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4193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oofdstuk / Tussendia (Blauw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E2BD3A-5DDA-4757-ACCB-7CC38D75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00" y="1762124"/>
            <a:ext cx="10512000" cy="1368000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E77DC50-5611-4E05-B13C-BEF10B11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00" y="3564000"/>
            <a:ext cx="10585450" cy="1517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9971E-F873-4027-AEC0-F79E132D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13488" y="4586300"/>
            <a:ext cx="153888" cy="1262844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93B534-D0A1-49CD-B3E2-FA8113F9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3488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AD1C2C-AB5C-4424-9980-A055EC5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67279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FE604B20-D198-4E8C-9B1F-0066D909E5D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47038"/>
            <a:ext cx="5497462" cy="5943600"/>
          </a:xfrm>
          <a:custGeom>
            <a:avLst/>
            <a:gdLst>
              <a:gd name="connsiteX0" fmla="*/ 2525662 w 5497462"/>
              <a:gd name="connsiteY0" fmla="*/ 0 h 5943600"/>
              <a:gd name="connsiteX1" fmla="*/ 5497462 w 5497462"/>
              <a:gd name="connsiteY1" fmla="*/ 2971800 h 5943600"/>
              <a:gd name="connsiteX2" fmla="*/ 2525662 w 5497462"/>
              <a:gd name="connsiteY2" fmla="*/ 5943600 h 5943600"/>
              <a:gd name="connsiteX3" fmla="*/ 61399 w 5497462"/>
              <a:gd name="connsiteY3" fmla="*/ 4633362 h 5943600"/>
              <a:gd name="connsiteX4" fmla="*/ 0 w 5497462"/>
              <a:gd name="connsiteY4" fmla="*/ 4532297 h 5943600"/>
              <a:gd name="connsiteX5" fmla="*/ 0 w 5497462"/>
              <a:gd name="connsiteY5" fmla="*/ 1411304 h 5943600"/>
              <a:gd name="connsiteX6" fmla="*/ 61399 w 5497462"/>
              <a:gd name="connsiteY6" fmla="*/ 1310238 h 5943600"/>
              <a:gd name="connsiteX7" fmla="*/ 2525662 w 5497462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62" h="5943600">
                <a:moveTo>
                  <a:pt x="2525662" y="0"/>
                </a:moveTo>
                <a:cubicBezTo>
                  <a:pt x="4166942" y="0"/>
                  <a:pt x="5497462" y="1330520"/>
                  <a:pt x="5497462" y="2971800"/>
                </a:cubicBezTo>
                <a:cubicBezTo>
                  <a:pt x="5497462" y="4613080"/>
                  <a:pt x="4166942" y="5943600"/>
                  <a:pt x="2525662" y="5943600"/>
                </a:cubicBezTo>
                <a:cubicBezTo>
                  <a:pt x="1499862" y="5943600"/>
                  <a:pt x="595453" y="5423866"/>
                  <a:pt x="61399" y="4633362"/>
                </a:cubicBezTo>
                <a:lnTo>
                  <a:pt x="0" y="4532297"/>
                </a:lnTo>
                <a:lnTo>
                  <a:pt x="0" y="1411304"/>
                </a:lnTo>
                <a:lnTo>
                  <a:pt x="61399" y="1310238"/>
                </a:lnTo>
                <a:cubicBezTo>
                  <a:pt x="595453" y="519735"/>
                  <a:pt x="1499862" y="0"/>
                  <a:pt x="252566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739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Partn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FEC7CA-9C23-4C8C-8E52-48827CB3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AB16DB44-A35C-4555-8271-1BC45D5EE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98298A93-251E-4C71-ACF3-6A1388860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E74A889B-77F6-4552-B217-7A2CA16B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9EBD329-956B-407B-9AD6-0D41AC6CB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1" y="1762124"/>
            <a:ext cx="10517112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ijdelijke aanduiding voor afbeelding 13">
            <a:extLst>
              <a:ext uri="{FF2B5EF4-FFF2-40B4-BE49-F238E27FC236}">
                <a16:creationId xmlns:a16="http://schemas.microsoft.com/office/drawing/2014/main" id="{29C6F091-D152-418D-B9F8-A87580FF62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33588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afbeelding 13">
            <a:extLst>
              <a:ext uri="{FF2B5EF4-FFF2-40B4-BE49-F238E27FC236}">
                <a16:creationId xmlns:a16="http://schemas.microsoft.com/office/drawing/2014/main" id="{60BE643B-1ED0-4C44-A1BD-69154E5788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3876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2" name="Tijdelijke aanduiding voor afbeelding 13">
            <a:extLst>
              <a:ext uri="{FF2B5EF4-FFF2-40B4-BE49-F238E27FC236}">
                <a16:creationId xmlns:a16="http://schemas.microsoft.com/office/drawing/2014/main" id="{A065EEC8-0E39-4605-AE1D-D95CBC9048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14164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3" name="Tijdelijke aanduiding voor afbeelding 13">
            <a:extLst>
              <a:ext uri="{FF2B5EF4-FFF2-40B4-BE49-F238E27FC236}">
                <a16:creationId xmlns:a16="http://schemas.microsoft.com/office/drawing/2014/main" id="{48162130-D103-42A6-B07E-E8EF059018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54452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afbeelding 13">
            <a:extLst>
              <a:ext uri="{FF2B5EF4-FFF2-40B4-BE49-F238E27FC236}">
                <a16:creationId xmlns:a16="http://schemas.microsoft.com/office/drawing/2014/main" id="{7250C887-952A-4DC1-8215-8DFA36C6EDD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94740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5" name="Tijdelijke aanduiding voor afbeelding 13">
            <a:extLst>
              <a:ext uri="{FF2B5EF4-FFF2-40B4-BE49-F238E27FC236}">
                <a16:creationId xmlns:a16="http://schemas.microsoft.com/office/drawing/2014/main" id="{B0075813-47FE-4243-A0DB-86635BED623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735028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Tijdelijke aanduiding voor afbeelding 13">
            <a:extLst>
              <a:ext uri="{FF2B5EF4-FFF2-40B4-BE49-F238E27FC236}">
                <a16:creationId xmlns:a16="http://schemas.microsoft.com/office/drawing/2014/main" id="{B8D44326-7D12-4338-99E1-2E879D21A25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5317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4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2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BD4A7-30E2-4E78-B4FA-A8B2C41A6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89361EE-4435-4145-8E9D-4F0A53E9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6DFBB55-F053-4FC0-8FD6-FD27BC57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220EB44-40D1-4CAF-8FFD-29202A0A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564A6160-4B2C-4199-AB7C-023FEDE195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5650" y="1768763"/>
            <a:ext cx="5076175" cy="4318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8" name="Tijdelijke aanduiding voor inhoud 6">
            <a:extLst>
              <a:ext uri="{FF2B5EF4-FFF2-40B4-BE49-F238E27FC236}">
                <a16:creationId xmlns:a16="http://schemas.microsoft.com/office/drawing/2014/main" id="{A7315F35-EA75-4506-B955-CB617ACBDB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1825" y="1770636"/>
            <a:ext cx="5076175" cy="4318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359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 met tit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B360240-711C-40DC-B819-28D5F76EA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0" y="1762125"/>
            <a:ext cx="5065347" cy="7429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485B8C4-FFE1-4941-89E1-E5B658D71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650" y="2556001"/>
            <a:ext cx="5065347" cy="3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D244503-4D19-475F-8DE3-680EA8CDC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997" y="1762125"/>
            <a:ext cx="5087002" cy="7429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D37810D-DEFA-432E-B30A-7F13B7EF0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0997" y="2556001"/>
            <a:ext cx="5087002" cy="3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D5B83A0-F52F-4A50-A779-6FBDEC06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0DF3265-27D0-49AD-8963-A3EC3CB2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32C89B3-2645-49EA-AE6E-C0189B3A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CFFACB9-41BE-4C1C-8FD9-C0590014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4744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77C9B-D616-43D5-9E9C-399615DA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97891F0-8DCB-4D52-8695-2AD665086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B044C9F-B1E5-43F8-ABA5-F8A0AF3B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14021C5-B1DD-464A-832F-A03BCAB5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9620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5076175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91825" y="1762125"/>
            <a:ext cx="5076175" cy="4322762"/>
          </a:xfrm>
          <a:solidFill>
            <a:schemeClr val="bg1">
              <a:lumMod val="85000"/>
            </a:schemeClr>
          </a:solidFill>
        </p:spPr>
        <p:txBody>
          <a:bodyPr tIns="252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74817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91825" y="1762124"/>
            <a:ext cx="5076175" cy="3672000"/>
          </a:xfrm>
          <a:solidFill>
            <a:schemeClr val="bg1">
              <a:lumMod val="85000"/>
            </a:schemeClr>
          </a:solidFill>
        </p:spPr>
        <p:txBody>
          <a:bodyPr tIns="2232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DBE72E1-58EC-4D21-8ED2-E841E797C72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2125"/>
            <a:ext cx="5076175" cy="3672000"/>
          </a:xfrm>
          <a:solidFill>
            <a:schemeClr val="bg1">
              <a:lumMod val="85000"/>
            </a:schemeClr>
          </a:solidFill>
        </p:spPr>
        <p:txBody>
          <a:bodyPr tIns="2232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BA627D8-56BE-457D-A071-CDAF51FC7B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5650" y="5724001"/>
            <a:ext cx="5076175" cy="3608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B5530F62-171F-4B44-ACAA-AC786B92F2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91825" y="5724000"/>
            <a:ext cx="5076175" cy="3608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0511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DBE72E1-58EC-4D21-8ED2-E841E797C72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BA627D8-56BE-457D-A071-CDAF51FC7B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5650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afbeelding 65">
            <a:extLst>
              <a:ext uri="{FF2B5EF4-FFF2-40B4-BE49-F238E27FC236}">
                <a16:creationId xmlns:a16="http://schemas.microsoft.com/office/drawing/2014/main" id="{61FC5BFF-809B-4D7D-AC0F-5D7B92535F0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455737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afbeelding 65">
            <a:extLst>
              <a:ext uri="{FF2B5EF4-FFF2-40B4-BE49-F238E27FC236}">
                <a16:creationId xmlns:a16="http://schemas.microsoft.com/office/drawing/2014/main" id="{F51408D9-846A-496F-B660-9763E7E9FC9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55911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6" name="Tijdelijke aanduiding voor afbeelding 65">
            <a:extLst>
              <a:ext uri="{FF2B5EF4-FFF2-40B4-BE49-F238E27FC236}">
                <a16:creationId xmlns:a16="http://schemas.microsoft.com/office/drawing/2014/main" id="{B1122521-F62D-48C8-B637-D4F27028964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55824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650134BB-B103-4668-BCD7-561087B391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55737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jdelijke aanduiding voor tekst 8">
            <a:extLst>
              <a:ext uri="{FF2B5EF4-FFF2-40B4-BE49-F238E27FC236}">
                <a16:creationId xmlns:a16="http://schemas.microsoft.com/office/drawing/2014/main" id="{545B6CBB-4649-4D2E-B29A-C3F6E02090C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5824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9D1568BF-DD59-4BEE-A218-1B34F1C6B38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855911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4504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1768763"/>
            <a:ext cx="10512348" cy="4320000"/>
          </a:xfrm>
          <a:solidFill>
            <a:schemeClr val="bg1">
              <a:lumMod val="85000"/>
            </a:schemeClr>
          </a:solidFill>
        </p:spPr>
        <p:txBody>
          <a:bodyPr tIns="252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622785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olle breed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1743163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tekst 61">
            <a:extLst>
              <a:ext uri="{FF2B5EF4-FFF2-40B4-BE49-F238E27FC236}">
                <a16:creationId xmlns:a16="http://schemas.microsoft.com/office/drawing/2014/main" id="{CAD4495B-AA1A-4F62-8627-356151635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0752" y="6267443"/>
            <a:ext cx="1188000" cy="3852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5326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str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7382169" cy="93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7020000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40700" y="857"/>
            <a:ext cx="3599932" cy="6857143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24537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 sta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5340000" cy="93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5220000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6000" y="857"/>
            <a:ext cx="5644632" cy="6857143"/>
          </a:xfrm>
          <a:solidFill>
            <a:schemeClr val="bg1">
              <a:lumMod val="85000"/>
            </a:schemeClr>
          </a:solidFill>
        </p:spPr>
        <p:txBody>
          <a:bodyPr tIns="378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74022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of logo overz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F2D50-CADF-4163-A029-8B9A0424B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10512000" cy="46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60EC3D4-D14B-4BCD-BF52-05BE98A99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36323C5-92AF-4A0E-82DF-F4AB426B3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FFE8BBA-2E99-4D96-8F25-2A98D038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8" name="Tijdelijke aanduiding voor afbeelding 65">
            <a:extLst>
              <a:ext uri="{FF2B5EF4-FFF2-40B4-BE49-F238E27FC236}">
                <a16:creationId xmlns:a16="http://schemas.microsoft.com/office/drawing/2014/main" id="{2AF1D927-9FAE-49C1-9BD6-F1C4F8D7594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9" name="Tijdelijke aanduiding voor afbeelding 65">
            <a:extLst>
              <a:ext uri="{FF2B5EF4-FFF2-40B4-BE49-F238E27FC236}">
                <a16:creationId xmlns:a16="http://schemas.microsoft.com/office/drawing/2014/main" id="{733ADF27-84E5-4C77-A414-7F0E4DA3DA9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906724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1C857FC7-6D65-4C72-9D0F-581A48D0715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057799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B765388F-978F-43F5-923F-85D826894A4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08875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A87D663-B54E-4A21-A00C-0BD3BFB4647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359950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3" name="Tijdelijke aanduiding voor afbeelding 65">
            <a:extLst>
              <a:ext uri="{FF2B5EF4-FFF2-40B4-BE49-F238E27FC236}">
                <a16:creationId xmlns:a16="http://schemas.microsoft.com/office/drawing/2014/main" id="{56FDE74E-0F50-4155-BEEC-2850FDC97DB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55650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4" name="Tijdelijke aanduiding voor afbeelding 65">
            <a:extLst>
              <a:ext uri="{FF2B5EF4-FFF2-40B4-BE49-F238E27FC236}">
                <a16:creationId xmlns:a16="http://schemas.microsoft.com/office/drawing/2014/main" id="{D71C804D-3C0F-41A5-8373-6A3A8168C95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06724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afbeelding 65">
            <a:extLst>
              <a:ext uri="{FF2B5EF4-FFF2-40B4-BE49-F238E27FC236}">
                <a16:creationId xmlns:a16="http://schemas.microsoft.com/office/drawing/2014/main" id="{0C3E9BDF-7ACE-40C6-8AC1-CCDE842E1F3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057799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6" name="Tijdelijke aanduiding voor afbeelding 65">
            <a:extLst>
              <a:ext uri="{FF2B5EF4-FFF2-40B4-BE49-F238E27FC236}">
                <a16:creationId xmlns:a16="http://schemas.microsoft.com/office/drawing/2014/main" id="{4E753E60-0CC4-4D5F-9F09-D1EB7F5C1B6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208875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7" name="Tijdelijke aanduiding voor afbeelding 65">
            <a:extLst>
              <a:ext uri="{FF2B5EF4-FFF2-40B4-BE49-F238E27FC236}">
                <a16:creationId xmlns:a16="http://schemas.microsoft.com/office/drawing/2014/main" id="{3CA6A3D3-992C-4A44-ACE1-E437BA7329B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59950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8" name="Tijdelijke aanduiding voor afbeelding 65">
            <a:extLst>
              <a:ext uri="{FF2B5EF4-FFF2-40B4-BE49-F238E27FC236}">
                <a16:creationId xmlns:a16="http://schemas.microsoft.com/office/drawing/2014/main" id="{92F6A7FF-822A-4C63-8F78-1CCC66B869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55650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9" name="Tijdelijke aanduiding voor afbeelding 65">
            <a:extLst>
              <a:ext uri="{FF2B5EF4-FFF2-40B4-BE49-F238E27FC236}">
                <a16:creationId xmlns:a16="http://schemas.microsoft.com/office/drawing/2014/main" id="{9E6C6AC3-C163-4C9D-AC60-05BBCCF91478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906724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0" name="Tijdelijke aanduiding voor afbeelding 65">
            <a:extLst>
              <a:ext uri="{FF2B5EF4-FFF2-40B4-BE49-F238E27FC236}">
                <a16:creationId xmlns:a16="http://schemas.microsoft.com/office/drawing/2014/main" id="{3168A12F-BFBE-4360-98BA-A467C3F113E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057799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1" name="Tijdelijke aanduiding voor afbeelding 65">
            <a:extLst>
              <a:ext uri="{FF2B5EF4-FFF2-40B4-BE49-F238E27FC236}">
                <a16:creationId xmlns:a16="http://schemas.microsoft.com/office/drawing/2014/main" id="{27717DEB-1276-417F-A482-0C7E87407CF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08875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2" name="Tijdelijke aanduiding voor afbeelding 65">
            <a:extLst>
              <a:ext uri="{FF2B5EF4-FFF2-40B4-BE49-F238E27FC236}">
                <a16:creationId xmlns:a16="http://schemas.microsoft.com/office/drawing/2014/main" id="{DC804FE7-5194-45B7-9F11-66B83C126F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59950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3" name="Tijdelijke aanduiding voor afbeelding 65">
            <a:extLst>
              <a:ext uri="{FF2B5EF4-FFF2-40B4-BE49-F238E27FC236}">
                <a16:creationId xmlns:a16="http://schemas.microsoft.com/office/drawing/2014/main" id="{13BF1A4D-0004-47F5-BD22-5574315802E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55650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4" name="Tijdelijke aanduiding voor afbeelding 65">
            <a:extLst>
              <a:ext uri="{FF2B5EF4-FFF2-40B4-BE49-F238E27FC236}">
                <a16:creationId xmlns:a16="http://schemas.microsoft.com/office/drawing/2014/main" id="{40E7FE1B-81AA-4D57-A470-4914C5DE25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06724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5" name="Tijdelijke aanduiding voor afbeelding 65">
            <a:extLst>
              <a:ext uri="{FF2B5EF4-FFF2-40B4-BE49-F238E27FC236}">
                <a16:creationId xmlns:a16="http://schemas.microsoft.com/office/drawing/2014/main" id="{D4810DC4-4E2F-4B0D-88EA-49713EC28B6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057799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6" name="Tijdelijke aanduiding voor afbeelding 65">
            <a:extLst>
              <a:ext uri="{FF2B5EF4-FFF2-40B4-BE49-F238E27FC236}">
                <a16:creationId xmlns:a16="http://schemas.microsoft.com/office/drawing/2014/main" id="{C38C4235-7F22-4988-B598-0D97819CFE5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208875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7" name="Tijdelijke aanduiding voor afbeelding 65">
            <a:extLst>
              <a:ext uri="{FF2B5EF4-FFF2-40B4-BE49-F238E27FC236}">
                <a16:creationId xmlns:a16="http://schemas.microsoft.com/office/drawing/2014/main" id="{F9CC71FE-8D91-41AA-BD80-0A48C4E294A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359950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697758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met bol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256FF6D-B760-43BA-B16F-E3D5015A3F29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53" y="447038"/>
            <a:ext cx="5497409" cy="594360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2711AF3-2B55-481E-9ED2-5ACC1009CDA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1439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4876A113-1D30-4087-9D42-E90369759F0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132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81E34DD4-0E1C-4461-98C5-DDEC9922F5D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670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7449E03-26AF-49A4-81EB-7C9E0730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111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en accent (blau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E4274EA9-4496-4404-9868-D64D2F1ABF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726" y="4885884"/>
            <a:ext cx="7776000" cy="1057103"/>
          </a:xfrm>
          <a:solidFill>
            <a:schemeClr val="tx2"/>
          </a:solidFill>
        </p:spPr>
        <p:txBody>
          <a:bodyPr wrap="square" lIns="306000" tIns="576000" rIns="216000" bIns="288000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4A118DB-D1B4-428A-8989-29D76938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23" y="5150561"/>
            <a:ext cx="7200000" cy="252000"/>
          </a:xfrm>
        </p:spPr>
        <p:txBody>
          <a:bodyPr wrap="none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C2BE7A57-D121-4714-8A53-2C2146121931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1820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6C7F7593-F4BA-42C6-A380-DDE2C8EFDE6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513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DDBCD6E0-B215-4817-9034-DD97790855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5051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1777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en accent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E4274EA9-4496-4404-9868-D64D2F1ABF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726" y="4885884"/>
            <a:ext cx="7776000" cy="1057103"/>
          </a:xfrm>
          <a:solidFill>
            <a:schemeClr val="accent4"/>
          </a:solidFill>
        </p:spPr>
        <p:txBody>
          <a:bodyPr wrap="square" lIns="306000" tIns="576000" rIns="216000" bIns="288000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4A118DB-D1B4-428A-8989-29D76938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23" y="5150561"/>
            <a:ext cx="7200000" cy="252000"/>
          </a:xfrm>
        </p:spPr>
        <p:txBody>
          <a:bodyPr wrap="none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924D0FF-5EBE-4860-837B-BFB572136BD6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486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54CB1E06-8FF5-435E-8680-1F32B34785F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180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2A789FDD-DFC0-4340-8081-AD0F03E80E4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3718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407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en Vide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541695"/>
            <a:ext cx="10517113" cy="5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ijdelijke aanduiding voor media 6">
            <a:extLst>
              <a:ext uri="{FF2B5EF4-FFF2-40B4-BE49-F238E27FC236}">
                <a16:creationId xmlns:a16="http://schemas.microsoft.com/office/drawing/2014/main" id="{CACA34B0-32E8-4B1A-8AE4-DF4F1DEA507C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2035359" y="1513268"/>
            <a:ext cx="8128800" cy="4572000"/>
          </a:xfrm>
        </p:spPr>
        <p:txBody>
          <a:bodyPr tIns="2484000"/>
          <a:lstStyle>
            <a:lvl1pPr marL="0" indent="0" algn="ctr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video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5BDAF44-690D-4351-8FD6-C1E9BED26CF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9915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3674169-AF61-4435-A283-A72FDC76FF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4608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37B8B9B-1532-42C6-9518-5A4FFA46DA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3146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77010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hele di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-582255"/>
            <a:ext cx="10517113" cy="504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ijdelijke aanduiding voor media 6">
            <a:extLst>
              <a:ext uri="{FF2B5EF4-FFF2-40B4-BE49-F238E27FC236}">
                <a16:creationId xmlns:a16="http://schemas.microsoft.com/office/drawing/2014/main" id="{CACA34B0-32E8-4B1A-8AE4-DF4F1DEA507C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0" y="-381"/>
            <a:ext cx="12192000" cy="6857325"/>
          </a:xfrm>
        </p:spPr>
        <p:txBody>
          <a:bodyPr tIns="2484000"/>
          <a:lstStyle>
            <a:lvl1pPr marL="0" indent="0" algn="ctr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video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44074A4-CF50-4C78-B45A-809AAE1C0D8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2ABB8A6-5903-42F4-80B8-B80E7DE199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1603FA5-FFD5-4564-BBCA-638420254F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1011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34A854-1FA0-4B51-9A92-125BD5104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60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B3C54020-6274-482D-BF87-6C38C2F9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486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974C2B89-1B52-4DA9-B304-A626BCE8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80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A8AA3559-A58B-438D-A544-F79B7A9C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718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96020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rond el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6000" y="5295900"/>
            <a:ext cx="4513088" cy="788988"/>
          </a:xfr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6000" y="3854640"/>
            <a:ext cx="451308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6000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000" y="1766078"/>
            <a:ext cx="4516033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_wi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8" name="Ovaal 7">
            <a:extLst>
              <a:ext uri="{FF2B5EF4-FFF2-40B4-BE49-F238E27FC236}">
                <a16:creationId xmlns:a16="http://schemas.microsoft.com/office/drawing/2014/main" id="{EA007BEC-B68F-4D17-A66D-5C87F079B473}"/>
              </a:ext>
            </a:extLst>
          </p:cNvPr>
          <p:cNvSpPr>
            <a:spLocks noChangeAspect="1"/>
          </p:cNvSpPr>
          <p:nvPr userDrawn="1"/>
        </p:nvSpPr>
        <p:spPr>
          <a:xfrm>
            <a:off x="465064" y="455811"/>
            <a:ext cx="5943600" cy="5943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8" name="Enabling_deltalife_wit">
            <a:extLst>
              <a:ext uri="{FF2B5EF4-FFF2-40B4-BE49-F238E27FC236}">
                <a16:creationId xmlns:a16="http://schemas.microsoft.com/office/drawing/2014/main" id="{CC1AB181-2C98-49C8-B934-9DA01A7107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625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26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1469F-AEAC-4175-9A1D-5C42D268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24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EEDD8EA-AAF4-4299-BA58-9F889FEC3A5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106991" y="3235762"/>
            <a:ext cx="1980000" cy="387338"/>
          </a:xfrm>
          <a:custGeom>
            <a:avLst/>
            <a:gdLst>
              <a:gd name="T0" fmla="*/ 840 w 13524"/>
              <a:gd name="T1" fmla="*/ 0 h 2648"/>
              <a:gd name="T2" fmla="*/ 0 w 13524"/>
              <a:gd name="T3" fmla="*/ 160 h 2648"/>
              <a:gd name="T4" fmla="*/ 728 w 13524"/>
              <a:gd name="T5" fmla="*/ 2648 h 2648"/>
              <a:gd name="T6" fmla="*/ 1624 w 13524"/>
              <a:gd name="T7" fmla="*/ 1304 h 2648"/>
              <a:gd name="T8" fmla="*/ 504 w 13524"/>
              <a:gd name="T9" fmla="*/ 2204 h 2648"/>
              <a:gd name="T10" fmla="*/ 808 w 13524"/>
              <a:gd name="T11" fmla="*/ 416 h 2648"/>
              <a:gd name="T12" fmla="*/ 2432 w 13524"/>
              <a:gd name="T13" fmla="*/ 1664 h 2648"/>
              <a:gd name="T14" fmla="*/ 4016 w 13524"/>
              <a:gd name="T15" fmla="*/ 2544 h 2648"/>
              <a:gd name="T16" fmla="*/ 3472 w 13524"/>
              <a:gd name="T17" fmla="*/ 2264 h 2648"/>
              <a:gd name="T18" fmla="*/ 3912 w 13524"/>
              <a:gd name="T19" fmla="*/ 1728 h 2648"/>
              <a:gd name="T20" fmla="*/ 4136 w 13524"/>
              <a:gd name="T21" fmla="*/ 1504 h 2648"/>
              <a:gd name="T22" fmla="*/ 2432 w 13524"/>
              <a:gd name="T23" fmla="*/ 1664 h 2648"/>
              <a:gd name="T24" fmla="*/ 3640 w 13524"/>
              <a:gd name="T25" fmla="*/ 1400 h 2648"/>
              <a:gd name="T26" fmla="*/ 3320 w 13524"/>
              <a:gd name="T27" fmla="*/ 1016 h 2648"/>
              <a:gd name="T28" fmla="*/ 4728 w 13524"/>
              <a:gd name="T29" fmla="*/ 8 h 2648"/>
              <a:gd name="T30" fmla="*/ 4504 w 13524"/>
              <a:gd name="T31" fmla="*/ 2016 h 2648"/>
              <a:gd name="T32" fmla="*/ 5336 w 13524"/>
              <a:gd name="T33" fmla="*/ 2596 h 2648"/>
              <a:gd name="T34" fmla="*/ 5168 w 13524"/>
              <a:gd name="T35" fmla="*/ 2256 h 2648"/>
              <a:gd name="T36" fmla="*/ 5000 w 13524"/>
              <a:gd name="T37" fmla="*/ 8 h 2648"/>
              <a:gd name="T38" fmla="*/ 5872 w 13524"/>
              <a:gd name="T39" fmla="*/ 8 h 2648"/>
              <a:gd name="T40" fmla="*/ 5648 w 13524"/>
              <a:gd name="T41" fmla="*/ 2016 h 2648"/>
              <a:gd name="T42" fmla="*/ 6600 w 13524"/>
              <a:gd name="T43" fmla="*/ 2596 h 2648"/>
              <a:gd name="T44" fmla="*/ 6368 w 13524"/>
              <a:gd name="T45" fmla="*/ 2248 h 2648"/>
              <a:gd name="T46" fmla="*/ 6136 w 13524"/>
              <a:gd name="T47" fmla="*/ 1072 h 2648"/>
              <a:gd name="T48" fmla="*/ 6600 w 13524"/>
              <a:gd name="T49" fmla="*/ 920 h 2648"/>
              <a:gd name="T50" fmla="*/ 6136 w 13524"/>
              <a:gd name="T51" fmla="*/ 688 h 2648"/>
              <a:gd name="T52" fmla="*/ 6840 w 13524"/>
              <a:gd name="T53" fmla="*/ 1744 h 2648"/>
              <a:gd name="T54" fmla="*/ 8608 w 13524"/>
              <a:gd name="T55" fmla="*/ 2504 h 2648"/>
              <a:gd name="T56" fmla="*/ 7920 w 13524"/>
              <a:gd name="T57" fmla="*/ 648 h 2648"/>
              <a:gd name="T58" fmla="*/ 7352 w 13524"/>
              <a:gd name="T59" fmla="*/ 1696 h 2648"/>
              <a:gd name="T60" fmla="*/ 8120 w 13524"/>
              <a:gd name="T61" fmla="*/ 1060 h 2648"/>
              <a:gd name="T62" fmla="*/ 7808 w 13524"/>
              <a:gd name="T63" fmla="*/ 2264 h 2648"/>
              <a:gd name="T64" fmla="*/ 9112 w 13524"/>
              <a:gd name="T65" fmla="*/ 2608 h 2648"/>
              <a:gd name="T66" fmla="*/ 9608 w 13524"/>
              <a:gd name="T67" fmla="*/ 1440 h 2648"/>
              <a:gd name="T68" fmla="*/ 9896 w 13524"/>
              <a:gd name="T69" fmla="*/ 1072 h 2648"/>
              <a:gd name="T70" fmla="*/ 10112 w 13524"/>
              <a:gd name="T71" fmla="*/ 688 h 2648"/>
              <a:gd name="T72" fmla="*/ 9112 w 13524"/>
              <a:gd name="T73" fmla="*/ 1440 h 2648"/>
              <a:gd name="T74" fmla="*/ 10224 w 13524"/>
              <a:gd name="T75" fmla="*/ 1664 h 2648"/>
              <a:gd name="T76" fmla="*/ 11808 w 13524"/>
              <a:gd name="T77" fmla="*/ 2544 h 2648"/>
              <a:gd name="T78" fmla="*/ 11264 w 13524"/>
              <a:gd name="T79" fmla="*/ 2264 h 2648"/>
              <a:gd name="T80" fmla="*/ 11704 w 13524"/>
              <a:gd name="T81" fmla="*/ 1728 h 2648"/>
              <a:gd name="T82" fmla="*/ 11928 w 13524"/>
              <a:gd name="T83" fmla="*/ 1504 h 2648"/>
              <a:gd name="T84" fmla="*/ 10224 w 13524"/>
              <a:gd name="T85" fmla="*/ 1664 h 2648"/>
              <a:gd name="T86" fmla="*/ 11432 w 13524"/>
              <a:gd name="T87" fmla="*/ 1400 h 2648"/>
              <a:gd name="T88" fmla="*/ 11112 w 13524"/>
              <a:gd name="T89" fmla="*/ 1016 h 2648"/>
              <a:gd name="T90" fmla="*/ 13012 w 13524"/>
              <a:gd name="T91" fmla="*/ 2064 h 2648"/>
              <a:gd name="T92" fmla="*/ 12284 w 13524"/>
              <a:gd name="T93" fmla="*/ 2208 h 2648"/>
              <a:gd name="T94" fmla="*/ 12672 w 13524"/>
              <a:gd name="T95" fmla="*/ 2648 h 2648"/>
              <a:gd name="T96" fmla="*/ 12736 w 13524"/>
              <a:gd name="T97" fmla="*/ 1216 h 2648"/>
              <a:gd name="T98" fmla="*/ 13200 w 13524"/>
              <a:gd name="T99" fmla="*/ 1028 h 2648"/>
              <a:gd name="T100" fmla="*/ 13400 w 13524"/>
              <a:gd name="T101" fmla="*/ 680 h 2648"/>
              <a:gd name="T102" fmla="*/ 12232 w 13524"/>
              <a:gd name="T103" fmla="*/ 1264 h 2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524" h="2648">
                <a:moveTo>
                  <a:pt x="2160" y="1264"/>
                </a:moveTo>
                <a:cubicBezTo>
                  <a:pt x="2160" y="368"/>
                  <a:pt x="1656" y="0"/>
                  <a:pt x="840" y="0"/>
                </a:cubicBezTo>
                <a:cubicBezTo>
                  <a:pt x="584" y="0"/>
                  <a:pt x="336" y="0"/>
                  <a:pt x="208" y="8"/>
                </a:cubicBezTo>
                <a:cubicBezTo>
                  <a:pt x="80" y="16"/>
                  <a:pt x="0" y="32"/>
                  <a:pt x="0" y="160"/>
                </a:cubicBezTo>
                <a:cubicBezTo>
                  <a:pt x="0" y="2608"/>
                  <a:pt x="0" y="2608"/>
                  <a:pt x="0" y="2608"/>
                </a:cubicBezTo>
                <a:cubicBezTo>
                  <a:pt x="0" y="2608"/>
                  <a:pt x="344" y="2648"/>
                  <a:pt x="728" y="2648"/>
                </a:cubicBezTo>
                <a:cubicBezTo>
                  <a:pt x="1560" y="2648"/>
                  <a:pt x="2160" y="2160"/>
                  <a:pt x="2160" y="1264"/>
                </a:cubicBezTo>
                <a:close/>
                <a:moveTo>
                  <a:pt x="1624" y="1304"/>
                </a:moveTo>
                <a:cubicBezTo>
                  <a:pt x="1624" y="1880"/>
                  <a:pt x="1272" y="2224"/>
                  <a:pt x="776" y="2224"/>
                </a:cubicBezTo>
                <a:cubicBezTo>
                  <a:pt x="616" y="2224"/>
                  <a:pt x="504" y="2204"/>
                  <a:pt x="504" y="2204"/>
                </a:cubicBezTo>
                <a:cubicBezTo>
                  <a:pt x="504" y="428"/>
                  <a:pt x="504" y="428"/>
                  <a:pt x="504" y="428"/>
                </a:cubicBezTo>
                <a:cubicBezTo>
                  <a:pt x="504" y="428"/>
                  <a:pt x="648" y="416"/>
                  <a:pt x="808" y="416"/>
                </a:cubicBezTo>
                <a:cubicBezTo>
                  <a:pt x="1384" y="416"/>
                  <a:pt x="1624" y="728"/>
                  <a:pt x="1624" y="1304"/>
                </a:cubicBezTo>
                <a:close/>
                <a:moveTo>
                  <a:pt x="2432" y="1664"/>
                </a:moveTo>
                <a:cubicBezTo>
                  <a:pt x="2432" y="2320"/>
                  <a:pt x="2752" y="2648"/>
                  <a:pt x="3408" y="2648"/>
                </a:cubicBezTo>
                <a:cubicBezTo>
                  <a:pt x="3680" y="2648"/>
                  <a:pt x="3888" y="2592"/>
                  <a:pt x="4016" y="2544"/>
                </a:cubicBezTo>
                <a:cubicBezTo>
                  <a:pt x="4016" y="2168"/>
                  <a:pt x="4016" y="2168"/>
                  <a:pt x="4016" y="2168"/>
                </a:cubicBezTo>
                <a:cubicBezTo>
                  <a:pt x="3888" y="2216"/>
                  <a:pt x="3664" y="2264"/>
                  <a:pt x="3472" y="2264"/>
                </a:cubicBezTo>
                <a:cubicBezTo>
                  <a:pt x="3120" y="2264"/>
                  <a:pt x="2928" y="2080"/>
                  <a:pt x="2928" y="1728"/>
                </a:cubicBezTo>
                <a:cubicBezTo>
                  <a:pt x="3912" y="1728"/>
                  <a:pt x="3912" y="1728"/>
                  <a:pt x="3912" y="1728"/>
                </a:cubicBezTo>
                <a:cubicBezTo>
                  <a:pt x="4072" y="1728"/>
                  <a:pt x="4136" y="1688"/>
                  <a:pt x="4136" y="1576"/>
                </a:cubicBezTo>
                <a:cubicBezTo>
                  <a:pt x="4136" y="1504"/>
                  <a:pt x="4136" y="1504"/>
                  <a:pt x="4136" y="1504"/>
                </a:cubicBezTo>
                <a:cubicBezTo>
                  <a:pt x="4136" y="1024"/>
                  <a:pt x="3880" y="648"/>
                  <a:pt x="3336" y="648"/>
                </a:cubicBezTo>
                <a:cubicBezTo>
                  <a:pt x="2760" y="648"/>
                  <a:pt x="2432" y="1088"/>
                  <a:pt x="2432" y="1664"/>
                </a:cubicBezTo>
                <a:close/>
                <a:moveTo>
                  <a:pt x="3320" y="1016"/>
                </a:moveTo>
                <a:cubicBezTo>
                  <a:pt x="3528" y="1016"/>
                  <a:pt x="3640" y="1160"/>
                  <a:pt x="3640" y="1400"/>
                </a:cubicBezTo>
                <a:cubicBezTo>
                  <a:pt x="2936" y="1400"/>
                  <a:pt x="2936" y="1400"/>
                  <a:pt x="2936" y="1400"/>
                </a:cubicBezTo>
                <a:cubicBezTo>
                  <a:pt x="2968" y="1160"/>
                  <a:pt x="3112" y="1016"/>
                  <a:pt x="3320" y="1016"/>
                </a:cubicBezTo>
                <a:close/>
                <a:moveTo>
                  <a:pt x="5000" y="8"/>
                </a:moveTo>
                <a:cubicBezTo>
                  <a:pt x="4728" y="8"/>
                  <a:pt x="4728" y="8"/>
                  <a:pt x="4728" y="8"/>
                </a:cubicBezTo>
                <a:cubicBezTo>
                  <a:pt x="4568" y="8"/>
                  <a:pt x="4504" y="48"/>
                  <a:pt x="4504" y="160"/>
                </a:cubicBezTo>
                <a:cubicBezTo>
                  <a:pt x="4504" y="2016"/>
                  <a:pt x="4504" y="2016"/>
                  <a:pt x="4504" y="2016"/>
                </a:cubicBezTo>
                <a:cubicBezTo>
                  <a:pt x="4504" y="2464"/>
                  <a:pt x="4640" y="2648"/>
                  <a:pt x="5008" y="2648"/>
                </a:cubicBezTo>
                <a:cubicBezTo>
                  <a:pt x="5184" y="2648"/>
                  <a:pt x="5336" y="2596"/>
                  <a:pt x="5336" y="2596"/>
                </a:cubicBezTo>
                <a:cubicBezTo>
                  <a:pt x="5336" y="2232"/>
                  <a:pt x="5336" y="2232"/>
                  <a:pt x="5336" y="2232"/>
                </a:cubicBezTo>
                <a:cubicBezTo>
                  <a:pt x="5336" y="2232"/>
                  <a:pt x="5248" y="2256"/>
                  <a:pt x="5168" y="2256"/>
                </a:cubicBezTo>
                <a:cubicBezTo>
                  <a:pt x="5068" y="2256"/>
                  <a:pt x="5000" y="2208"/>
                  <a:pt x="5000" y="2000"/>
                </a:cubicBezTo>
                <a:lnTo>
                  <a:pt x="5000" y="8"/>
                </a:lnTo>
                <a:close/>
                <a:moveTo>
                  <a:pt x="6136" y="8"/>
                </a:moveTo>
                <a:cubicBezTo>
                  <a:pt x="5872" y="8"/>
                  <a:pt x="5872" y="8"/>
                  <a:pt x="5872" y="8"/>
                </a:cubicBezTo>
                <a:cubicBezTo>
                  <a:pt x="5712" y="8"/>
                  <a:pt x="5648" y="48"/>
                  <a:pt x="5648" y="160"/>
                </a:cubicBezTo>
                <a:cubicBezTo>
                  <a:pt x="5648" y="2016"/>
                  <a:pt x="5648" y="2016"/>
                  <a:pt x="5648" y="2016"/>
                </a:cubicBezTo>
                <a:cubicBezTo>
                  <a:pt x="5648" y="2464"/>
                  <a:pt x="5792" y="2648"/>
                  <a:pt x="6208" y="2648"/>
                </a:cubicBezTo>
                <a:cubicBezTo>
                  <a:pt x="6432" y="2648"/>
                  <a:pt x="6600" y="2596"/>
                  <a:pt x="6600" y="2596"/>
                </a:cubicBezTo>
                <a:cubicBezTo>
                  <a:pt x="6600" y="2216"/>
                  <a:pt x="6600" y="2216"/>
                  <a:pt x="6600" y="2216"/>
                </a:cubicBezTo>
                <a:cubicBezTo>
                  <a:pt x="6600" y="2216"/>
                  <a:pt x="6480" y="2248"/>
                  <a:pt x="6368" y="2248"/>
                </a:cubicBezTo>
                <a:cubicBezTo>
                  <a:pt x="6224" y="2248"/>
                  <a:pt x="6136" y="2176"/>
                  <a:pt x="6136" y="1936"/>
                </a:cubicBezTo>
                <a:cubicBezTo>
                  <a:pt x="6136" y="1072"/>
                  <a:pt x="6136" y="1072"/>
                  <a:pt x="6136" y="1072"/>
                </a:cubicBezTo>
                <a:cubicBezTo>
                  <a:pt x="6376" y="1072"/>
                  <a:pt x="6376" y="1072"/>
                  <a:pt x="6376" y="1072"/>
                </a:cubicBezTo>
                <a:cubicBezTo>
                  <a:pt x="6536" y="1072"/>
                  <a:pt x="6600" y="1032"/>
                  <a:pt x="6600" y="920"/>
                </a:cubicBezTo>
                <a:cubicBezTo>
                  <a:pt x="6600" y="688"/>
                  <a:pt x="6600" y="688"/>
                  <a:pt x="6600" y="688"/>
                </a:cubicBezTo>
                <a:cubicBezTo>
                  <a:pt x="6136" y="688"/>
                  <a:pt x="6136" y="688"/>
                  <a:pt x="6136" y="688"/>
                </a:cubicBezTo>
                <a:lnTo>
                  <a:pt x="6136" y="8"/>
                </a:lnTo>
                <a:close/>
                <a:moveTo>
                  <a:pt x="6840" y="1744"/>
                </a:moveTo>
                <a:cubicBezTo>
                  <a:pt x="6840" y="2400"/>
                  <a:pt x="7256" y="2648"/>
                  <a:pt x="7768" y="2648"/>
                </a:cubicBezTo>
                <a:cubicBezTo>
                  <a:pt x="8088" y="2648"/>
                  <a:pt x="8416" y="2584"/>
                  <a:pt x="8608" y="2504"/>
                </a:cubicBezTo>
                <a:cubicBezTo>
                  <a:pt x="8608" y="752"/>
                  <a:pt x="8608" y="752"/>
                  <a:pt x="8608" y="752"/>
                </a:cubicBezTo>
                <a:cubicBezTo>
                  <a:pt x="8416" y="696"/>
                  <a:pt x="8176" y="648"/>
                  <a:pt x="7920" y="648"/>
                </a:cubicBezTo>
                <a:cubicBezTo>
                  <a:pt x="7248" y="648"/>
                  <a:pt x="6840" y="1088"/>
                  <a:pt x="6840" y="1744"/>
                </a:cubicBezTo>
                <a:close/>
                <a:moveTo>
                  <a:pt x="7352" y="1696"/>
                </a:moveTo>
                <a:cubicBezTo>
                  <a:pt x="7352" y="1232"/>
                  <a:pt x="7584" y="1032"/>
                  <a:pt x="7872" y="1032"/>
                </a:cubicBezTo>
                <a:cubicBezTo>
                  <a:pt x="8016" y="1032"/>
                  <a:pt x="8120" y="1060"/>
                  <a:pt x="8120" y="1060"/>
                </a:cubicBezTo>
                <a:cubicBezTo>
                  <a:pt x="8120" y="2216"/>
                  <a:pt x="8120" y="2216"/>
                  <a:pt x="8120" y="2216"/>
                </a:cubicBezTo>
                <a:cubicBezTo>
                  <a:pt x="8120" y="2216"/>
                  <a:pt x="8016" y="2264"/>
                  <a:pt x="7808" y="2264"/>
                </a:cubicBezTo>
                <a:cubicBezTo>
                  <a:pt x="7488" y="2264"/>
                  <a:pt x="7352" y="2048"/>
                  <a:pt x="7352" y="1696"/>
                </a:cubicBezTo>
                <a:close/>
                <a:moveTo>
                  <a:pt x="9112" y="2608"/>
                </a:moveTo>
                <a:cubicBezTo>
                  <a:pt x="9608" y="2608"/>
                  <a:pt x="9608" y="2608"/>
                  <a:pt x="9608" y="2608"/>
                </a:cubicBezTo>
                <a:cubicBezTo>
                  <a:pt x="9608" y="1440"/>
                  <a:pt x="9608" y="1440"/>
                  <a:pt x="9608" y="1440"/>
                </a:cubicBezTo>
                <a:cubicBezTo>
                  <a:pt x="9608" y="1168"/>
                  <a:pt x="9680" y="1072"/>
                  <a:pt x="9872" y="1072"/>
                </a:cubicBezTo>
                <a:cubicBezTo>
                  <a:pt x="9896" y="1072"/>
                  <a:pt x="9896" y="1072"/>
                  <a:pt x="9896" y="1072"/>
                </a:cubicBezTo>
                <a:cubicBezTo>
                  <a:pt x="10040" y="1072"/>
                  <a:pt x="10112" y="1048"/>
                  <a:pt x="10112" y="920"/>
                </a:cubicBezTo>
                <a:cubicBezTo>
                  <a:pt x="10112" y="688"/>
                  <a:pt x="10112" y="688"/>
                  <a:pt x="10112" y="688"/>
                </a:cubicBezTo>
                <a:cubicBezTo>
                  <a:pt x="9808" y="688"/>
                  <a:pt x="9808" y="688"/>
                  <a:pt x="9808" y="688"/>
                </a:cubicBezTo>
                <a:cubicBezTo>
                  <a:pt x="9264" y="688"/>
                  <a:pt x="9112" y="1024"/>
                  <a:pt x="9112" y="1440"/>
                </a:cubicBezTo>
                <a:lnTo>
                  <a:pt x="9112" y="2608"/>
                </a:lnTo>
                <a:close/>
                <a:moveTo>
                  <a:pt x="10224" y="1664"/>
                </a:moveTo>
                <a:cubicBezTo>
                  <a:pt x="10224" y="2320"/>
                  <a:pt x="10544" y="2648"/>
                  <a:pt x="11200" y="2648"/>
                </a:cubicBezTo>
                <a:cubicBezTo>
                  <a:pt x="11472" y="2648"/>
                  <a:pt x="11680" y="2592"/>
                  <a:pt x="11808" y="2544"/>
                </a:cubicBezTo>
                <a:cubicBezTo>
                  <a:pt x="11808" y="2168"/>
                  <a:pt x="11808" y="2168"/>
                  <a:pt x="11808" y="2168"/>
                </a:cubicBezTo>
                <a:cubicBezTo>
                  <a:pt x="11680" y="2216"/>
                  <a:pt x="11456" y="2264"/>
                  <a:pt x="11264" y="2264"/>
                </a:cubicBezTo>
                <a:cubicBezTo>
                  <a:pt x="10912" y="2264"/>
                  <a:pt x="10720" y="2080"/>
                  <a:pt x="10720" y="1728"/>
                </a:cubicBezTo>
                <a:cubicBezTo>
                  <a:pt x="11704" y="1728"/>
                  <a:pt x="11704" y="1728"/>
                  <a:pt x="11704" y="1728"/>
                </a:cubicBezTo>
                <a:cubicBezTo>
                  <a:pt x="11864" y="1728"/>
                  <a:pt x="11928" y="1688"/>
                  <a:pt x="11928" y="1576"/>
                </a:cubicBezTo>
                <a:cubicBezTo>
                  <a:pt x="11928" y="1504"/>
                  <a:pt x="11928" y="1504"/>
                  <a:pt x="11928" y="1504"/>
                </a:cubicBezTo>
                <a:cubicBezTo>
                  <a:pt x="11928" y="1024"/>
                  <a:pt x="11672" y="648"/>
                  <a:pt x="11128" y="648"/>
                </a:cubicBezTo>
                <a:cubicBezTo>
                  <a:pt x="10552" y="648"/>
                  <a:pt x="10224" y="1088"/>
                  <a:pt x="10224" y="1664"/>
                </a:cubicBezTo>
                <a:close/>
                <a:moveTo>
                  <a:pt x="11112" y="1016"/>
                </a:moveTo>
                <a:cubicBezTo>
                  <a:pt x="11320" y="1016"/>
                  <a:pt x="11432" y="1160"/>
                  <a:pt x="11432" y="1400"/>
                </a:cubicBezTo>
                <a:cubicBezTo>
                  <a:pt x="10728" y="1400"/>
                  <a:pt x="10728" y="1400"/>
                  <a:pt x="10728" y="1400"/>
                </a:cubicBezTo>
                <a:cubicBezTo>
                  <a:pt x="10760" y="1160"/>
                  <a:pt x="10904" y="1016"/>
                  <a:pt x="11112" y="1016"/>
                </a:cubicBezTo>
                <a:close/>
                <a:moveTo>
                  <a:pt x="12232" y="1264"/>
                </a:moveTo>
                <a:cubicBezTo>
                  <a:pt x="12232" y="1904"/>
                  <a:pt x="13012" y="1728"/>
                  <a:pt x="13012" y="2064"/>
                </a:cubicBezTo>
                <a:cubicBezTo>
                  <a:pt x="13012" y="2192"/>
                  <a:pt x="12888" y="2264"/>
                  <a:pt x="12696" y="2264"/>
                </a:cubicBezTo>
                <a:cubicBezTo>
                  <a:pt x="12552" y="2264"/>
                  <a:pt x="12396" y="2240"/>
                  <a:pt x="12284" y="2208"/>
                </a:cubicBezTo>
                <a:cubicBezTo>
                  <a:pt x="12276" y="2608"/>
                  <a:pt x="12276" y="2608"/>
                  <a:pt x="12276" y="2608"/>
                </a:cubicBezTo>
                <a:cubicBezTo>
                  <a:pt x="12388" y="2632"/>
                  <a:pt x="12528" y="2648"/>
                  <a:pt x="12672" y="2648"/>
                </a:cubicBezTo>
                <a:cubicBezTo>
                  <a:pt x="13184" y="2648"/>
                  <a:pt x="13524" y="2400"/>
                  <a:pt x="13524" y="2016"/>
                </a:cubicBezTo>
                <a:cubicBezTo>
                  <a:pt x="13524" y="1392"/>
                  <a:pt x="12736" y="1520"/>
                  <a:pt x="12736" y="1216"/>
                </a:cubicBezTo>
                <a:cubicBezTo>
                  <a:pt x="12736" y="1088"/>
                  <a:pt x="12848" y="1024"/>
                  <a:pt x="13024" y="1024"/>
                </a:cubicBezTo>
                <a:cubicBezTo>
                  <a:pt x="13088" y="1024"/>
                  <a:pt x="13152" y="1028"/>
                  <a:pt x="13200" y="1028"/>
                </a:cubicBezTo>
                <a:cubicBezTo>
                  <a:pt x="13312" y="1028"/>
                  <a:pt x="13400" y="1008"/>
                  <a:pt x="13400" y="816"/>
                </a:cubicBezTo>
                <a:cubicBezTo>
                  <a:pt x="13400" y="680"/>
                  <a:pt x="13400" y="680"/>
                  <a:pt x="13400" y="680"/>
                </a:cubicBezTo>
                <a:cubicBezTo>
                  <a:pt x="13400" y="680"/>
                  <a:pt x="13224" y="648"/>
                  <a:pt x="13048" y="648"/>
                </a:cubicBezTo>
                <a:cubicBezTo>
                  <a:pt x="12504" y="648"/>
                  <a:pt x="12232" y="928"/>
                  <a:pt x="12232" y="1264"/>
                </a:cubicBezTo>
                <a:close/>
              </a:path>
            </a:pathLst>
          </a:custGeom>
          <a:solidFill>
            <a:schemeClr val="bg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EEA063B1-D1BB-422B-A945-0E0BF92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CA897A52-D4CF-4702-BCED-5706FDE7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35B6879-93B0-4CA7-BCA9-D4FA9240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Enabling_deltalife_wit">
            <a:extLst>
              <a:ext uri="{FF2B5EF4-FFF2-40B4-BE49-F238E27FC236}">
                <a16:creationId xmlns:a16="http://schemas.microsoft.com/office/drawing/2014/main" id="{A4EF4C13-16AE-4FBA-9B9D-2EEA812DFA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8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(met animati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ircle Blue">
            <a:extLst>
              <a:ext uri="{FF2B5EF4-FFF2-40B4-BE49-F238E27FC236}">
                <a16:creationId xmlns:a16="http://schemas.microsoft.com/office/drawing/2014/main" id="{E67129F5-F9B1-464C-B563-6456865CCFF2}"/>
              </a:ext>
            </a:extLst>
          </p:cNvPr>
          <p:cNvSpPr>
            <a:spLocks noChangeAspect="1"/>
          </p:cNvSpPr>
          <p:nvPr userDrawn="1"/>
        </p:nvSpPr>
        <p:spPr>
          <a:xfrm>
            <a:off x="4384800" y="1580400"/>
            <a:ext cx="3564000" cy="3564000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Circle Green">
            <a:extLst>
              <a:ext uri="{FF2B5EF4-FFF2-40B4-BE49-F238E27FC236}">
                <a16:creationId xmlns:a16="http://schemas.microsoft.com/office/drawing/2014/main" id="{9D1A10F2-6EA4-4646-94AB-D1971B8790AC}"/>
              </a:ext>
            </a:extLst>
          </p:cNvPr>
          <p:cNvSpPr>
            <a:spLocks noChangeAspect="1"/>
          </p:cNvSpPr>
          <p:nvPr userDrawn="1"/>
        </p:nvSpPr>
        <p:spPr>
          <a:xfrm>
            <a:off x="4240800" y="1796400"/>
            <a:ext cx="3564000" cy="3564000"/>
          </a:xfrm>
          <a:prstGeom prst="ellipse">
            <a:avLst/>
          </a:pr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E1DF8627-4105-4921-8328-8A3BE55CDA89}"/>
              </a:ext>
            </a:extLst>
          </p:cNvPr>
          <p:cNvSpPr/>
          <p:nvPr userDrawn="1"/>
        </p:nvSpPr>
        <p:spPr>
          <a:xfrm>
            <a:off x="3123210" y="985652"/>
            <a:ext cx="7030193" cy="4773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E1469F-AEAC-4175-9A1D-5C42D268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24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EEDD8EA-AAF4-4299-BA58-9F889FEC3A5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106991" y="3235762"/>
            <a:ext cx="1980000" cy="387338"/>
          </a:xfrm>
          <a:custGeom>
            <a:avLst/>
            <a:gdLst>
              <a:gd name="T0" fmla="*/ 840 w 13524"/>
              <a:gd name="T1" fmla="*/ 0 h 2648"/>
              <a:gd name="T2" fmla="*/ 0 w 13524"/>
              <a:gd name="T3" fmla="*/ 160 h 2648"/>
              <a:gd name="T4" fmla="*/ 728 w 13524"/>
              <a:gd name="T5" fmla="*/ 2648 h 2648"/>
              <a:gd name="T6" fmla="*/ 1624 w 13524"/>
              <a:gd name="T7" fmla="*/ 1304 h 2648"/>
              <a:gd name="T8" fmla="*/ 504 w 13524"/>
              <a:gd name="T9" fmla="*/ 2204 h 2648"/>
              <a:gd name="T10" fmla="*/ 808 w 13524"/>
              <a:gd name="T11" fmla="*/ 416 h 2648"/>
              <a:gd name="T12" fmla="*/ 2432 w 13524"/>
              <a:gd name="T13" fmla="*/ 1664 h 2648"/>
              <a:gd name="T14" fmla="*/ 4016 w 13524"/>
              <a:gd name="T15" fmla="*/ 2544 h 2648"/>
              <a:gd name="T16" fmla="*/ 3472 w 13524"/>
              <a:gd name="T17" fmla="*/ 2264 h 2648"/>
              <a:gd name="T18" fmla="*/ 3912 w 13524"/>
              <a:gd name="T19" fmla="*/ 1728 h 2648"/>
              <a:gd name="T20" fmla="*/ 4136 w 13524"/>
              <a:gd name="T21" fmla="*/ 1504 h 2648"/>
              <a:gd name="T22" fmla="*/ 2432 w 13524"/>
              <a:gd name="T23" fmla="*/ 1664 h 2648"/>
              <a:gd name="T24" fmla="*/ 3640 w 13524"/>
              <a:gd name="T25" fmla="*/ 1400 h 2648"/>
              <a:gd name="T26" fmla="*/ 3320 w 13524"/>
              <a:gd name="T27" fmla="*/ 1016 h 2648"/>
              <a:gd name="T28" fmla="*/ 4728 w 13524"/>
              <a:gd name="T29" fmla="*/ 8 h 2648"/>
              <a:gd name="T30" fmla="*/ 4504 w 13524"/>
              <a:gd name="T31" fmla="*/ 2016 h 2648"/>
              <a:gd name="T32" fmla="*/ 5336 w 13524"/>
              <a:gd name="T33" fmla="*/ 2596 h 2648"/>
              <a:gd name="T34" fmla="*/ 5168 w 13524"/>
              <a:gd name="T35" fmla="*/ 2256 h 2648"/>
              <a:gd name="T36" fmla="*/ 5000 w 13524"/>
              <a:gd name="T37" fmla="*/ 8 h 2648"/>
              <a:gd name="T38" fmla="*/ 5872 w 13524"/>
              <a:gd name="T39" fmla="*/ 8 h 2648"/>
              <a:gd name="T40" fmla="*/ 5648 w 13524"/>
              <a:gd name="T41" fmla="*/ 2016 h 2648"/>
              <a:gd name="T42" fmla="*/ 6600 w 13524"/>
              <a:gd name="T43" fmla="*/ 2596 h 2648"/>
              <a:gd name="T44" fmla="*/ 6368 w 13524"/>
              <a:gd name="T45" fmla="*/ 2248 h 2648"/>
              <a:gd name="T46" fmla="*/ 6136 w 13524"/>
              <a:gd name="T47" fmla="*/ 1072 h 2648"/>
              <a:gd name="T48" fmla="*/ 6600 w 13524"/>
              <a:gd name="T49" fmla="*/ 920 h 2648"/>
              <a:gd name="T50" fmla="*/ 6136 w 13524"/>
              <a:gd name="T51" fmla="*/ 688 h 2648"/>
              <a:gd name="T52" fmla="*/ 6840 w 13524"/>
              <a:gd name="T53" fmla="*/ 1744 h 2648"/>
              <a:gd name="T54" fmla="*/ 8608 w 13524"/>
              <a:gd name="T55" fmla="*/ 2504 h 2648"/>
              <a:gd name="T56" fmla="*/ 7920 w 13524"/>
              <a:gd name="T57" fmla="*/ 648 h 2648"/>
              <a:gd name="T58" fmla="*/ 7352 w 13524"/>
              <a:gd name="T59" fmla="*/ 1696 h 2648"/>
              <a:gd name="T60" fmla="*/ 8120 w 13524"/>
              <a:gd name="T61" fmla="*/ 1060 h 2648"/>
              <a:gd name="T62" fmla="*/ 7808 w 13524"/>
              <a:gd name="T63" fmla="*/ 2264 h 2648"/>
              <a:gd name="T64" fmla="*/ 9112 w 13524"/>
              <a:gd name="T65" fmla="*/ 2608 h 2648"/>
              <a:gd name="T66" fmla="*/ 9608 w 13524"/>
              <a:gd name="T67" fmla="*/ 1440 h 2648"/>
              <a:gd name="T68" fmla="*/ 9896 w 13524"/>
              <a:gd name="T69" fmla="*/ 1072 h 2648"/>
              <a:gd name="T70" fmla="*/ 10112 w 13524"/>
              <a:gd name="T71" fmla="*/ 688 h 2648"/>
              <a:gd name="T72" fmla="*/ 9112 w 13524"/>
              <a:gd name="T73" fmla="*/ 1440 h 2648"/>
              <a:gd name="T74" fmla="*/ 10224 w 13524"/>
              <a:gd name="T75" fmla="*/ 1664 h 2648"/>
              <a:gd name="T76" fmla="*/ 11808 w 13524"/>
              <a:gd name="T77" fmla="*/ 2544 h 2648"/>
              <a:gd name="T78" fmla="*/ 11264 w 13524"/>
              <a:gd name="T79" fmla="*/ 2264 h 2648"/>
              <a:gd name="T80" fmla="*/ 11704 w 13524"/>
              <a:gd name="T81" fmla="*/ 1728 h 2648"/>
              <a:gd name="T82" fmla="*/ 11928 w 13524"/>
              <a:gd name="T83" fmla="*/ 1504 h 2648"/>
              <a:gd name="T84" fmla="*/ 10224 w 13524"/>
              <a:gd name="T85" fmla="*/ 1664 h 2648"/>
              <a:gd name="T86" fmla="*/ 11432 w 13524"/>
              <a:gd name="T87" fmla="*/ 1400 h 2648"/>
              <a:gd name="T88" fmla="*/ 11112 w 13524"/>
              <a:gd name="T89" fmla="*/ 1016 h 2648"/>
              <a:gd name="T90" fmla="*/ 13012 w 13524"/>
              <a:gd name="T91" fmla="*/ 2064 h 2648"/>
              <a:gd name="T92" fmla="*/ 12284 w 13524"/>
              <a:gd name="T93" fmla="*/ 2208 h 2648"/>
              <a:gd name="T94" fmla="*/ 12672 w 13524"/>
              <a:gd name="T95" fmla="*/ 2648 h 2648"/>
              <a:gd name="T96" fmla="*/ 12736 w 13524"/>
              <a:gd name="T97" fmla="*/ 1216 h 2648"/>
              <a:gd name="T98" fmla="*/ 13200 w 13524"/>
              <a:gd name="T99" fmla="*/ 1028 h 2648"/>
              <a:gd name="T100" fmla="*/ 13400 w 13524"/>
              <a:gd name="T101" fmla="*/ 680 h 2648"/>
              <a:gd name="T102" fmla="*/ 12232 w 13524"/>
              <a:gd name="T103" fmla="*/ 1264 h 2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524" h="2648">
                <a:moveTo>
                  <a:pt x="2160" y="1264"/>
                </a:moveTo>
                <a:cubicBezTo>
                  <a:pt x="2160" y="368"/>
                  <a:pt x="1656" y="0"/>
                  <a:pt x="840" y="0"/>
                </a:cubicBezTo>
                <a:cubicBezTo>
                  <a:pt x="584" y="0"/>
                  <a:pt x="336" y="0"/>
                  <a:pt x="208" y="8"/>
                </a:cubicBezTo>
                <a:cubicBezTo>
                  <a:pt x="80" y="16"/>
                  <a:pt x="0" y="32"/>
                  <a:pt x="0" y="160"/>
                </a:cubicBezTo>
                <a:cubicBezTo>
                  <a:pt x="0" y="2608"/>
                  <a:pt x="0" y="2608"/>
                  <a:pt x="0" y="2608"/>
                </a:cubicBezTo>
                <a:cubicBezTo>
                  <a:pt x="0" y="2608"/>
                  <a:pt x="344" y="2648"/>
                  <a:pt x="728" y="2648"/>
                </a:cubicBezTo>
                <a:cubicBezTo>
                  <a:pt x="1560" y="2648"/>
                  <a:pt x="2160" y="2160"/>
                  <a:pt x="2160" y="1264"/>
                </a:cubicBezTo>
                <a:close/>
                <a:moveTo>
                  <a:pt x="1624" y="1304"/>
                </a:moveTo>
                <a:cubicBezTo>
                  <a:pt x="1624" y="1880"/>
                  <a:pt x="1272" y="2224"/>
                  <a:pt x="776" y="2224"/>
                </a:cubicBezTo>
                <a:cubicBezTo>
                  <a:pt x="616" y="2224"/>
                  <a:pt x="504" y="2204"/>
                  <a:pt x="504" y="2204"/>
                </a:cubicBezTo>
                <a:cubicBezTo>
                  <a:pt x="504" y="428"/>
                  <a:pt x="504" y="428"/>
                  <a:pt x="504" y="428"/>
                </a:cubicBezTo>
                <a:cubicBezTo>
                  <a:pt x="504" y="428"/>
                  <a:pt x="648" y="416"/>
                  <a:pt x="808" y="416"/>
                </a:cubicBezTo>
                <a:cubicBezTo>
                  <a:pt x="1384" y="416"/>
                  <a:pt x="1624" y="728"/>
                  <a:pt x="1624" y="1304"/>
                </a:cubicBezTo>
                <a:close/>
                <a:moveTo>
                  <a:pt x="2432" y="1664"/>
                </a:moveTo>
                <a:cubicBezTo>
                  <a:pt x="2432" y="2320"/>
                  <a:pt x="2752" y="2648"/>
                  <a:pt x="3408" y="2648"/>
                </a:cubicBezTo>
                <a:cubicBezTo>
                  <a:pt x="3680" y="2648"/>
                  <a:pt x="3888" y="2592"/>
                  <a:pt x="4016" y="2544"/>
                </a:cubicBezTo>
                <a:cubicBezTo>
                  <a:pt x="4016" y="2168"/>
                  <a:pt x="4016" y="2168"/>
                  <a:pt x="4016" y="2168"/>
                </a:cubicBezTo>
                <a:cubicBezTo>
                  <a:pt x="3888" y="2216"/>
                  <a:pt x="3664" y="2264"/>
                  <a:pt x="3472" y="2264"/>
                </a:cubicBezTo>
                <a:cubicBezTo>
                  <a:pt x="3120" y="2264"/>
                  <a:pt x="2928" y="2080"/>
                  <a:pt x="2928" y="1728"/>
                </a:cubicBezTo>
                <a:cubicBezTo>
                  <a:pt x="3912" y="1728"/>
                  <a:pt x="3912" y="1728"/>
                  <a:pt x="3912" y="1728"/>
                </a:cubicBezTo>
                <a:cubicBezTo>
                  <a:pt x="4072" y="1728"/>
                  <a:pt x="4136" y="1688"/>
                  <a:pt x="4136" y="1576"/>
                </a:cubicBezTo>
                <a:cubicBezTo>
                  <a:pt x="4136" y="1504"/>
                  <a:pt x="4136" y="1504"/>
                  <a:pt x="4136" y="1504"/>
                </a:cubicBezTo>
                <a:cubicBezTo>
                  <a:pt x="4136" y="1024"/>
                  <a:pt x="3880" y="648"/>
                  <a:pt x="3336" y="648"/>
                </a:cubicBezTo>
                <a:cubicBezTo>
                  <a:pt x="2760" y="648"/>
                  <a:pt x="2432" y="1088"/>
                  <a:pt x="2432" y="1664"/>
                </a:cubicBezTo>
                <a:close/>
                <a:moveTo>
                  <a:pt x="3320" y="1016"/>
                </a:moveTo>
                <a:cubicBezTo>
                  <a:pt x="3528" y="1016"/>
                  <a:pt x="3640" y="1160"/>
                  <a:pt x="3640" y="1400"/>
                </a:cubicBezTo>
                <a:cubicBezTo>
                  <a:pt x="2936" y="1400"/>
                  <a:pt x="2936" y="1400"/>
                  <a:pt x="2936" y="1400"/>
                </a:cubicBezTo>
                <a:cubicBezTo>
                  <a:pt x="2968" y="1160"/>
                  <a:pt x="3112" y="1016"/>
                  <a:pt x="3320" y="1016"/>
                </a:cubicBezTo>
                <a:close/>
                <a:moveTo>
                  <a:pt x="5000" y="8"/>
                </a:moveTo>
                <a:cubicBezTo>
                  <a:pt x="4728" y="8"/>
                  <a:pt x="4728" y="8"/>
                  <a:pt x="4728" y="8"/>
                </a:cubicBezTo>
                <a:cubicBezTo>
                  <a:pt x="4568" y="8"/>
                  <a:pt x="4504" y="48"/>
                  <a:pt x="4504" y="160"/>
                </a:cubicBezTo>
                <a:cubicBezTo>
                  <a:pt x="4504" y="2016"/>
                  <a:pt x="4504" y="2016"/>
                  <a:pt x="4504" y="2016"/>
                </a:cubicBezTo>
                <a:cubicBezTo>
                  <a:pt x="4504" y="2464"/>
                  <a:pt x="4640" y="2648"/>
                  <a:pt x="5008" y="2648"/>
                </a:cubicBezTo>
                <a:cubicBezTo>
                  <a:pt x="5184" y="2648"/>
                  <a:pt x="5336" y="2596"/>
                  <a:pt x="5336" y="2596"/>
                </a:cubicBezTo>
                <a:cubicBezTo>
                  <a:pt x="5336" y="2232"/>
                  <a:pt x="5336" y="2232"/>
                  <a:pt x="5336" y="2232"/>
                </a:cubicBezTo>
                <a:cubicBezTo>
                  <a:pt x="5336" y="2232"/>
                  <a:pt x="5248" y="2256"/>
                  <a:pt x="5168" y="2256"/>
                </a:cubicBezTo>
                <a:cubicBezTo>
                  <a:pt x="5068" y="2256"/>
                  <a:pt x="5000" y="2208"/>
                  <a:pt x="5000" y="2000"/>
                </a:cubicBezTo>
                <a:lnTo>
                  <a:pt x="5000" y="8"/>
                </a:lnTo>
                <a:close/>
                <a:moveTo>
                  <a:pt x="6136" y="8"/>
                </a:moveTo>
                <a:cubicBezTo>
                  <a:pt x="5872" y="8"/>
                  <a:pt x="5872" y="8"/>
                  <a:pt x="5872" y="8"/>
                </a:cubicBezTo>
                <a:cubicBezTo>
                  <a:pt x="5712" y="8"/>
                  <a:pt x="5648" y="48"/>
                  <a:pt x="5648" y="160"/>
                </a:cubicBezTo>
                <a:cubicBezTo>
                  <a:pt x="5648" y="2016"/>
                  <a:pt x="5648" y="2016"/>
                  <a:pt x="5648" y="2016"/>
                </a:cubicBezTo>
                <a:cubicBezTo>
                  <a:pt x="5648" y="2464"/>
                  <a:pt x="5792" y="2648"/>
                  <a:pt x="6208" y="2648"/>
                </a:cubicBezTo>
                <a:cubicBezTo>
                  <a:pt x="6432" y="2648"/>
                  <a:pt x="6600" y="2596"/>
                  <a:pt x="6600" y="2596"/>
                </a:cubicBezTo>
                <a:cubicBezTo>
                  <a:pt x="6600" y="2216"/>
                  <a:pt x="6600" y="2216"/>
                  <a:pt x="6600" y="2216"/>
                </a:cubicBezTo>
                <a:cubicBezTo>
                  <a:pt x="6600" y="2216"/>
                  <a:pt x="6480" y="2248"/>
                  <a:pt x="6368" y="2248"/>
                </a:cubicBezTo>
                <a:cubicBezTo>
                  <a:pt x="6224" y="2248"/>
                  <a:pt x="6136" y="2176"/>
                  <a:pt x="6136" y="1936"/>
                </a:cubicBezTo>
                <a:cubicBezTo>
                  <a:pt x="6136" y="1072"/>
                  <a:pt x="6136" y="1072"/>
                  <a:pt x="6136" y="1072"/>
                </a:cubicBezTo>
                <a:cubicBezTo>
                  <a:pt x="6376" y="1072"/>
                  <a:pt x="6376" y="1072"/>
                  <a:pt x="6376" y="1072"/>
                </a:cubicBezTo>
                <a:cubicBezTo>
                  <a:pt x="6536" y="1072"/>
                  <a:pt x="6600" y="1032"/>
                  <a:pt x="6600" y="920"/>
                </a:cubicBezTo>
                <a:cubicBezTo>
                  <a:pt x="6600" y="688"/>
                  <a:pt x="6600" y="688"/>
                  <a:pt x="6600" y="688"/>
                </a:cubicBezTo>
                <a:cubicBezTo>
                  <a:pt x="6136" y="688"/>
                  <a:pt x="6136" y="688"/>
                  <a:pt x="6136" y="688"/>
                </a:cubicBezTo>
                <a:lnTo>
                  <a:pt x="6136" y="8"/>
                </a:lnTo>
                <a:close/>
                <a:moveTo>
                  <a:pt x="6840" y="1744"/>
                </a:moveTo>
                <a:cubicBezTo>
                  <a:pt x="6840" y="2400"/>
                  <a:pt x="7256" y="2648"/>
                  <a:pt x="7768" y="2648"/>
                </a:cubicBezTo>
                <a:cubicBezTo>
                  <a:pt x="8088" y="2648"/>
                  <a:pt x="8416" y="2584"/>
                  <a:pt x="8608" y="2504"/>
                </a:cubicBezTo>
                <a:cubicBezTo>
                  <a:pt x="8608" y="752"/>
                  <a:pt x="8608" y="752"/>
                  <a:pt x="8608" y="752"/>
                </a:cubicBezTo>
                <a:cubicBezTo>
                  <a:pt x="8416" y="696"/>
                  <a:pt x="8176" y="648"/>
                  <a:pt x="7920" y="648"/>
                </a:cubicBezTo>
                <a:cubicBezTo>
                  <a:pt x="7248" y="648"/>
                  <a:pt x="6840" y="1088"/>
                  <a:pt x="6840" y="1744"/>
                </a:cubicBezTo>
                <a:close/>
                <a:moveTo>
                  <a:pt x="7352" y="1696"/>
                </a:moveTo>
                <a:cubicBezTo>
                  <a:pt x="7352" y="1232"/>
                  <a:pt x="7584" y="1032"/>
                  <a:pt x="7872" y="1032"/>
                </a:cubicBezTo>
                <a:cubicBezTo>
                  <a:pt x="8016" y="1032"/>
                  <a:pt x="8120" y="1060"/>
                  <a:pt x="8120" y="1060"/>
                </a:cubicBezTo>
                <a:cubicBezTo>
                  <a:pt x="8120" y="2216"/>
                  <a:pt x="8120" y="2216"/>
                  <a:pt x="8120" y="2216"/>
                </a:cubicBezTo>
                <a:cubicBezTo>
                  <a:pt x="8120" y="2216"/>
                  <a:pt x="8016" y="2264"/>
                  <a:pt x="7808" y="2264"/>
                </a:cubicBezTo>
                <a:cubicBezTo>
                  <a:pt x="7488" y="2264"/>
                  <a:pt x="7352" y="2048"/>
                  <a:pt x="7352" y="1696"/>
                </a:cubicBezTo>
                <a:close/>
                <a:moveTo>
                  <a:pt x="9112" y="2608"/>
                </a:moveTo>
                <a:cubicBezTo>
                  <a:pt x="9608" y="2608"/>
                  <a:pt x="9608" y="2608"/>
                  <a:pt x="9608" y="2608"/>
                </a:cubicBezTo>
                <a:cubicBezTo>
                  <a:pt x="9608" y="1440"/>
                  <a:pt x="9608" y="1440"/>
                  <a:pt x="9608" y="1440"/>
                </a:cubicBezTo>
                <a:cubicBezTo>
                  <a:pt x="9608" y="1168"/>
                  <a:pt x="9680" y="1072"/>
                  <a:pt x="9872" y="1072"/>
                </a:cubicBezTo>
                <a:cubicBezTo>
                  <a:pt x="9896" y="1072"/>
                  <a:pt x="9896" y="1072"/>
                  <a:pt x="9896" y="1072"/>
                </a:cubicBezTo>
                <a:cubicBezTo>
                  <a:pt x="10040" y="1072"/>
                  <a:pt x="10112" y="1048"/>
                  <a:pt x="10112" y="920"/>
                </a:cubicBezTo>
                <a:cubicBezTo>
                  <a:pt x="10112" y="688"/>
                  <a:pt x="10112" y="688"/>
                  <a:pt x="10112" y="688"/>
                </a:cubicBezTo>
                <a:cubicBezTo>
                  <a:pt x="9808" y="688"/>
                  <a:pt x="9808" y="688"/>
                  <a:pt x="9808" y="688"/>
                </a:cubicBezTo>
                <a:cubicBezTo>
                  <a:pt x="9264" y="688"/>
                  <a:pt x="9112" y="1024"/>
                  <a:pt x="9112" y="1440"/>
                </a:cubicBezTo>
                <a:lnTo>
                  <a:pt x="9112" y="2608"/>
                </a:lnTo>
                <a:close/>
                <a:moveTo>
                  <a:pt x="10224" y="1664"/>
                </a:moveTo>
                <a:cubicBezTo>
                  <a:pt x="10224" y="2320"/>
                  <a:pt x="10544" y="2648"/>
                  <a:pt x="11200" y="2648"/>
                </a:cubicBezTo>
                <a:cubicBezTo>
                  <a:pt x="11472" y="2648"/>
                  <a:pt x="11680" y="2592"/>
                  <a:pt x="11808" y="2544"/>
                </a:cubicBezTo>
                <a:cubicBezTo>
                  <a:pt x="11808" y="2168"/>
                  <a:pt x="11808" y="2168"/>
                  <a:pt x="11808" y="2168"/>
                </a:cubicBezTo>
                <a:cubicBezTo>
                  <a:pt x="11680" y="2216"/>
                  <a:pt x="11456" y="2264"/>
                  <a:pt x="11264" y="2264"/>
                </a:cubicBezTo>
                <a:cubicBezTo>
                  <a:pt x="10912" y="2264"/>
                  <a:pt x="10720" y="2080"/>
                  <a:pt x="10720" y="1728"/>
                </a:cubicBezTo>
                <a:cubicBezTo>
                  <a:pt x="11704" y="1728"/>
                  <a:pt x="11704" y="1728"/>
                  <a:pt x="11704" y="1728"/>
                </a:cubicBezTo>
                <a:cubicBezTo>
                  <a:pt x="11864" y="1728"/>
                  <a:pt x="11928" y="1688"/>
                  <a:pt x="11928" y="1576"/>
                </a:cubicBezTo>
                <a:cubicBezTo>
                  <a:pt x="11928" y="1504"/>
                  <a:pt x="11928" y="1504"/>
                  <a:pt x="11928" y="1504"/>
                </a:cubicBezTo>
                <a:cubicBezTo>
                  <a:pt x="11928" y="1024"/>
                  <a:pt x="11672" y="648"/>
                  <a:pt x="11128" y="648"/>
                </a:cubicBezTo>
                <a:cubicBezTo>
                  <a:pt x="10552" y="648"/>
                  <a:pt x="10224" y="1088"/>
                  <a:pt x="10224" y="1664"/>
                </a:cubicBezTo>
                <a:close/>
                <a:moveTo>
                  <a:pt x="11112" y="1016"/>
                </a:moveTo>
                <a:cubicBezTo>
                  <a:pt x="11320" y="1016"/>
                  <a:pt x="11432" y="1160"/>
                  <a:pt x="11432" y="1400"/>
                </a:cubicBezTo>
                <a:cubicBezTo>
                  <a:pt x="10728" y="1400"/>
                  <a:pt x="10728" y="1400"/>
                  <a:pt x="10728" y="1400"/>
                </a:cubicBezTo>
                <a:cubicBezTo>
                  <a:pt x="10760" y="1160"/>
                  <a:pt x="10904" y="1016"/>
                  <a:pt x="11112" y="1016"/>
                </a:cubicBezTo>
                <a:close/>
                <a:moveTo>
                  <a:pt x="12232" y="1264"/>
                </a:moveTo>
                <a:cubicBezTo>
                  <a:pt x="12232" y="1904"/>
                  <a:pt x="13012" y="1728"/>
                  <a:pt x="13012" y="2064"/>
                </a:cubicBezTo>
                <a:cubicBezTo>
                  <a:pt x="13012" y="2192"/>
                  <a:pt x="12888" y="2264"/>
                  <a:pt x="12696" y="2264"/>
                </a:cubicBezTo>
                <a:cubicBezTo>
                  <a:pt x="12552" y="2264"/>
                  <a:pt x="12396" y="2240"/>
                  <a:pt x="12284" y="2208"/>
                </a:cubicBezTo>
                <a:cubicBezTo>
                  <a:pt x="12276" y="2608"/>
                  <a:pt x="12276" y="2608"/>
                  <a:pt x="12276" y="2608"/>
                </a:cubicBezTo>
                <a:cubicBezTo>
                  <a:pt x="12388" y="2632"/>
                  <a:pt x="12528" y="2648"/>
                  <a:pt x="12672" y="2648"/>
                </a:cubicBezTo>
                <a:cubicBezTo>
                  <a:pt x="13184" y="2648"/>
                  <a:pt x="13524" y="2400"/>
                  <a:pt x="13524" y="2016"/>
                </a:cubicBezTo>
                <a:cubicBezTo>
                  <a:pt x="13524" y="1392"/>
                  <a:pt x="12736" y="1520"/>
                  <a:pt x="12736" y="1216"/>
                </a:cubicBezTo>
                <a:cubicBezTo>
                  <a:pt x="12736" y="1088"/>
                  <a:pt x="12848" y="1024"/>
                  <a:pt x="13024" y="1024"/>
                </a:cubicBezTo>
                <a:cubicBezTo>
                  <a:pt x="13088" y="1024"/>
                  <a:pt x="13152" y="1028"/>
                  <a:pt x="13200" y="1028"/>
                </a:cubicBezTo>
                <a:cubicBezTo>
                  <a:pt x="13312" y="1028"/>
                  <a:pt x="13400" y="1008"/>
                  <a:pt x="13400" y="816"/>
                </a:cubicBezTo>
                <a:cubicBezTo>
                  <a:pt x="13400" y="680"/>
                  <a:pt x="13400" y="680"/>
                  <a:pt x="13400" y="680"/>
                </a:cubicBezTo>
                <a:cubicBezTo>
                  <a:pt x="13400" y="680"/>
                  <a:pt x="13224" y="648"/>
                  <a:pt x="13048" y="648"/>
                </a:cubicBezTo>
                <a:cubicBezTo>
                  <a:pt x="12504" y="648"/>
                  <a:pt x="12232" y="928"/>
                  <a:pt x="12232" y="1264"/>
                </a:cubicBezTo>
                <a:close/>
              </a:path>
            </a:pathLst>
          </a:custGeom>
          <a:solidFill>
            <a:schemeClr val="bg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EEA063B1-D1BB-422B-A945-0E0BF92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CA897A52-D4CF-4702-BCED-5706FDE7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35B6879-93B0-4CA7-BCA9-D4FA9240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Enabling_deltalife_wit">
            <a:extLst>
              <a:ext uri="{FF2B5EF4-FFF2-40B4-BE49-F238E27FC236}">
                <a16:creationId xmlns:a16="http://schemas.microsoft.com/office/drawing/2014/main" id="{F6979AE7-8CDB-45F8-88A4-AC18A1F0E5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0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7 7.40741E-7 L -0.0332 0.0604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300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400000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2.22222E-6 L 0.04115 -0.0747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7" y="-375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400000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3" animBg="1"/>
      <p:bldP spid="10" grpId="0" animBg="1"/>
      <p:bldP spid="10" grpId="1" animBg="1"/>
      <p:bldP spid="10" grpId="3" animBg="1"/>
      <p:bldP spid="3" grpId="0" animBg="1"/>
      <p:bldP spid="12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D8C9B7F8-6288-4D09-BD88-8006B973F3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2820473"/>
            <a:ext cx="11436350" cy="4037527"/>
          </a:xfrm>
          <a:blipFill>
            <a:blip r:embed="rId2"/>
            <a:stretch>
              <a:fillRect/>
            </a:stretch>
          </a:blipFill>
        </p:spPr>
        <p:txBody>
          <a:bodyPr tIns="234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B90DCA0-4985-4FE6-A3E0-A65236F1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29" name="Tekstvak 28">
            <a:hlinkClick r:id="rId3"/>
            <a:extLst>
              <a:ext uri="{FF2B5EF4-FFF2-40B4-BE49-F238E27FC236}">
                <a16:creationId xmlns:a16="http://schemas.microsoft.com/office/drawing/2014/main" id="{C731B5EA-6866-4EBE-8138-DEC893F2E2E3}"/>
              </a:ext>
            </a:extLst>
          </p:cNvPr>
          <p:cNvSpPr txBox="1"/>
          <p:nvPr userDrawn="1"/>
        </p:nvSpPr>
        <p:spPr>
          <a:xfrm>
            <a:off x="1260000" y="2267999"/>
            <a:ext cx="19496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info@deltares.nl</a:t>
            </a:r>
          </a:p>
        </p:txBody>
      </p:sp>
      <p:sp>
        <p:nvSpPr>
          <p:cNvPr id="30" name="Tekstvak 29">
            <a:hlinkClick r:id="rId4"/>
            <a:extLst>
              <a:ext uri="{FF2B5EF4-FFF2-40B4-BE49-F238E27FC236}">
                <a16:creationId xmlns:a16="http://schemas.microsoft.com/office/drawing/2014/main" id="{B2A41075-9E8D-4E25-B2BA-1D1DD506088A}"/>
              </a:ext>
            </a:extLst>
          </p:cNvPr>
          <p:cNvSpPr txBox="1"/>
          <p:nvPr userDrawn="1"/>
        </p:nvSpPr>
        <p:spPr>
          <a:xfrm>
            <a:off x="4212000" y="1763999"/>
            <a:ext cx="18716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@deltares</a:t>
            </a:r>
          </a:p>
        </p:txBody>
      </p:sp>
      <p:sp>
        <p:nvSpPr>
          <p:cNvPr id="31" name="Tekstvak 30">
            <a:hlinkClick r:id="rId5"/>
            <a:extLst>
              <a:ext uri="{FF2B5EF4-FFF2-40B4-BE49-F238E27FC236}">
                <a16:creationId xmlns:a16="http://schemas.microsoft.com/office/drawing/2014/main" id="{58C063EF-2783-4DB8-8B62-49C28C8695C5}"/>
              </a:ext>
            </a:extLst>
          </p:cNvPr>
          <p:cNvSpPr txBox="1"/>
          <p:nvPr userDrawn="1"/>
        </p:nvSpPr>
        <p:spPr>
          <a:xfrm>
            <a:off x="6912000" y="1763999"/>
            <a:ext cx="43444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linkedin.com/company/deltares</a:t>
            </a:r>
          </a:p>
        </p:txBody>
      </p:sp>
      <p:sp>
        <p:nvSpPr>
          <p:cNvPr id="32" name="Tekstvak 31">
            <a:hlinkClick r:id="rId6"/>
            <a:extLst>
              <a:ext uri="{FF2B5EF4-FFF2-40B4-BE49-F238E27FC236}">
                <a16:creationId xmlns:a16="http://schemas.microsoft.com/office/drawing/2014/main" id="{5F163D96-77E3-420C-8665-5CE311574B20}"/>
              </a:ext>
            </a:extLst>
          </p:cNvPr>
          <p:cNvSpPr txBox="1"/>
          <p:nvPr userDrawn="1"/>
        </p:nvSpPr>
        <p:spPr>
          <a:xfrm>
            <a:off x="1260000" y="1763999"/>
            <a:ext cx="19496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www.deltares.nl</a:t>
            </a:r>
          </a:p>
        </p:txBody>
      </p:sp>
      <p:sp>
        <p:nvSpPr>
          <p:cNvPr id="33" name="Tekstvak 32">
            <a:hlinkClick r:id="rId7"/>
            <a:extLst>
              <a:ext uri="{FF2B5EF4-FFF2-40B4-BE49-F238E27FC236}">
                <a16:creationId xmlns:a16="http://schemas.microsoft.com/office/drawing/2014/main" id="{3B4E325A-D4A5-415E-A8C3-FF4A98631369}"/>
              </a:ext>
            </a:extLst>
          </p:cNvPr>
          <p:cNvSpPr txBox="1"/>
          <p:nvPr userDrawn="1"/>
        </p:nvSpPr>
        <p:spPr>
          <a:xfrm>
            <a:off x="4212000" y="2267999"/>
            <a:ext cx="18716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@deltares</a:t>
            </a:r>
          </a:p>
        </p:txBody>
      </p:sp>
      <p:sp>
        <p:nvSpPr>
          <p:cNvPr id="34" name="Tekstvak 33">
            <a:hlinkClick r:id="rId8"/>
            <a:extLst>
              <a:ext uri="{FF2B5EF4-FFF2-40B4-BE49-F238E27FC236}">
                <a16:creationId xmlns:a16="http://schemas.microsoft.com/office/drawing/2014/main" id="{052934D0-6B1B-4AB9-8002-224050C7A1A1}"/>
              </a:ext>
            </a:extLst>
          </p:cNvPr>
          <p:cNvSpPr txBox="1"/>
          <p:nvPr userDrawn="1"/>
        </p:nvSpPr>
        <p:spPr>
          <a:xfrm>
            <a:off x="6912000" y="2267999"/>
            <a:ext cx="43444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facebook.com/deltaresNL</a:t>
            </a:r>
          </a:p>
        </p:txBody>
      </p:sp>
      <p:sp>
        <p:nvSpPr>
          <p:cNvPr id="17" name="Tijdelijke aanduiding voor tekst 61">
            <a:extLst>
              <a:ext uri="{FF2B5EF4-FFF2-40B4-BE49-F238E27FC236}">
                <a16:creationId xmlns:a16="http://schemas.microsoft.com/office/drawing/2014/main" id="{3D815638-2A87-40E4-BC3A-FB4D1E25ACB0}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>
          <a:xfrm>
            <a:off x="9531707" y="5835881"/>
            <a:ext cx="2340000" cy="758729"/>
          </a:xfrm>
          <a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3240000" rIns="0"/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hlinkClick r:id="rId6"/>
            <a:extLst>
              <a:ext uri="{FF2B5EF4-FFF2-40B4-BE49-F238E27FC236}">
                <a16:creationId xmlns:a16="http://schemas.microsoft.com/office/drawing/2014/main" id="{0D7005BD-5B17-436C-95BF-D53FCBDA054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6000" y="1764000"/>
            <a:ext cx="306000" cy="306000"/>
          </a:xfrm>
          <a:prstGeom prst="rect">
            <a:avLst/>
          </a:prstGeom>
        </p:spPr>
      </p:pic>
      <p:pic>
        <p:nvPicPr>
          <p:cNvPr id="9" name="Graphic 8">
            <a:hlinkClick r:id="rId5"/>
            <a:extLst>
              <a:ext uri="{FF2B5EF4-FFF2-40B4-BE49-F238E27FC236}">
                <a16:creationId xmlns:a16="http://schemas.microsoft.com/office/drawing/2014/main" id="{48ED5D6E-BB00-4DF8-8A4A-B64CCA32001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08000" y="1764000"/>
            <a:ext cx="306000" cy="306000"/>
          </a:xfrm>
          <a:prstGeom prst="rect">
            <a:avLst/>
          </a:prstGeom>
        </p:spPr>
      </p:pic>
      <p:pic>
        <p:nvPicPr>
          <p:cNvPr id="12" name="Graphic 11">
            <a:hlinkClick r:id="rId3"/>
            <a:extLst>
              <a:ext uri="{FF2B5EF4-FFF2-40B4-BE49-F238E27FC236}">
                <a16:creationId xmlns:a16="http://schemas.microsoft.com/office/drawing/2014/main" id="{3D248AEC-10A5-4B7E-BF95-2E949619BAC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6000" y="2268000"/>
            <a:ext cx="306000" cy="306000"/>
          </a:xfrm>
          <a:prstGeom prst="rect">
            <a:avLst/>
          </a:prstGeom>
        </p:spPr>
      </p:pic>
      <p:pic>
        <p:nvPicPr>
          <p:cNvPr id="16" name="Graphic 15">
            <a:hlinkClick r:id="rId8"/>
            <a:extLst>
              <a:ext uri="{FF2B5EF4-FFF2-40B4-BE49-F238E27FC236}">
                <a16:creationId xmlns:a16="http://schemas.microsoft.com/office/drawing/2014/main" id="{54EB740A-0F53-4E1C-8587-DA2F01870AD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08000" y="2268000"/>
            <a:ext cx="306000" cy="306000"/>
          </a:xfrm>
          <a:prstGeom prst="rect">
            <a:avLst/>
          </a:prstGeom>
        </p:spPr>
      </p:pic>
      <p:pic>
        <p:nvPicPr>
          <p:cNvPr id="19" name="Graphic 18">
            <a:hlinkClick r:id="rId4"/>
            <a:extLst>
              <a:ext uri="{FF2B5EF4-FFF2-40B4-BE49-F238E27FC236}">
                <a16:creationId xmlns:a16="http://schemas.microsoft.com/office/drawing/2014/main" id="{3C2A80C3-6754-49BB-AE1D-787E3C8B82C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708000" y="1764000"/>
            <a:ext cx="306000" cy="306000"/>
          </a:xfrm>
          <a:prstGeom prst="rect">
            <a:avLst/>
          </a:prstGeom>
        </p:spPr>
      </p:pic>
      <p:pic>
        <p:nvPicPr>
          <p:cNvPr id="44" name="Graphic 43">
            <a:hlinkClick r:id="rId7"/>
            <a:extLst>
              <a:ext uri="{FF2B5EF4-FFF2-40B4-BE49-F238E27FC236}">
                <a16:creationId xmlns:a16="http://schemas.microsoft.com/office/drawing/2014/main" id="{7232CAEC-F3CE-4040-A772-F8A6B930251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08000" y="2268000"/>
            <a:ext cx="306000" cy="306000"/>
          </a:xfrm>
          <a:prstGeom prst="rect">
            <a:avLst/>
          </a:prstGeom>
        </p:spPr>
      </p:pic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4416EE60-04E7-4A49-88D4-1122BC4AF7D8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755650" y="3288888"/>
            <a:ext cx="2863850" cy="309629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30A32AC-B6B9-49DA-96CB-8FA7566F258D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867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5B33C15-FA3F-4488-B605-FD2E5912A64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561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A43FF58-601A-486A-BC3C-8646024C246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099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52552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45" userDrawn="1">
          <p15:clr>
            <a:srgbClr val="FBAE40"/>
          </p15:clr>
        </p15:guide>
        <p15:guide id="2" orient="horz" pos="2058" userDrawn="1">
          <p15:clr>
            <a:srgbClr val="FBAE40"/>
          </p15:clr>
        </p15:guide>
        <p15:guide id="3" orient="horz" pos="4026" userDrawn="1">
          <p15:clr>
            <a:srgbClr val="FBAE40"/>
          </p15:clr>
        </p15:guide>
        <p15:guide id="4" pos="4044" userDrawn="1">
          <p15:clr>
            <a:srgbClr val="FBAE40"/>
          </p15:clr>
        </p15:guide>
        <p15:guide id="5" pos="4362" userDrawn="1">
          <p15:clr>
            <a:srgbClr val="FBAE40"/>
          </p15:clr>
        </p15:guide>
        <p15:guide id="6" pos="2661" userDrawn="1">
          <p15:clr>
            <a:srgbClr val="FBAE40"/>
          </p15:clr>
        </p15:guide>
        <p15:guide id="7" pos="2343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(Vrij invulba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D8C9B7F8-6288-4D09-BD88-8006B973F3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2820473"/>
            <a:ext cx="11436350" cy="4037527"/>
          </a:xfrm>
          <a:blipFill>
            <a:blip r:embed="rId2"/>
            <a:stretch>
              <a:fillRect/>
            </a:stretch>
          </a:blipFill>
        </p:spPr>
        <p:txBody>
          <a:bodyPr tIns="234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B90DCA0-4985-4FE6-A3E0-A65236F1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7" name="Tijdelijke aanduiding voor tekst 61">
            <a:extLst>
              <a:ext uri="{FF2B5EF4-FFF2-40B4-BE49-F238E27FC236}">
                <a16:creationId xmlns:a16="http://schemas.microsoft.com/office/drawing/2014/main" id="{3D815638-2A87-40E4-BC3A-FB4D1E25ACB0}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>
          <a:xfrm>
            <a:off x="9531707" y="5835881"/>
            <a:ext cx="2340000" cy="758729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3240000" rIns="0"/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4416EE60-04E7-4A49-88D4-1122BC4AF7D8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755650" y="3288888"/>
            <a:ext cx="2863850" cy="309629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30A32AC-B6B9-49DA-96CB-8FA7566F258D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867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5B33C15-FA3F-4488-B605-FD2E5912A64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561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A43FF58-601A-486A-BC3C-8646024C246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099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3" name="Tijdelijke aanduiding voor tekst 3">
            <a:extLst>
              <a:ext uri="{FF2B5EF4-FFF2-40B4-BE49-F238E27FC236}">
                <a16:creationId xmlns:a16="http://schemas.microsoft.com/office/drawing/2014/main" id="{D05F72AB-9143-4CEB-9995-BC46F87996D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60000" y="1764000"/>
            <a:ext cx="2448000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4" name="Tijdelijke aanduiding voor tekst 3">
            <a:extLst>
              <a:ext uri="{FF2B5EF4-FFF2-40B4-BE49-F238E27FC236}">
                <a16:creationId xmlns:a16="http://schemas.microsoft.com/office/drawing/2014/main" id="{140C74ED-3843-44B5-A036-98F1C0983D0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260000" y="2268000"/>
            <a:ext cx="2448000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5" name="Tijdelijke aanduiding voor tekst 3">
            <a:extLst>
              <a:ext uri="{FF2B5EF4-FFF2-40B4-BE49-F238E27FC236}">
                <a16:creationId xmlns:a16="http://schemas.microsoft.com/office/drawing/2014/main" id="{7CB3B72F-829E-4802-89CE-5FAA887211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12000" y="1764000"/>
            <a:ext cx="2195512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6" name="Tijdelijke aanduiding voor tekst 3">
            <a:extLst>
              <a:ext uri="{FF2B5EF4-FFF2-40B4-BE49-F238E27FC236}">
                <a16:creationId xmlns:a16="http://schemas.microsoft.com/office/drawing/2014/main" id="{E96C0F79-C1F5-448A-9B02-130652C5EFD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212000" y="2268000"/>
            <a:ext cx="2195512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7" name="Tijdelijke aanduiding voor tekst 3">
            <a:extLst>
              <a:ext uri="{FF2B5EF4-FFF2-40B4-BE49-F238E27FC236}">
                <a16:creationId xmlns:a16="http://schemas.microsoft.com/office/drawing/2014/main" id="{3008B147-EF81-4851-A6A3-FDBC85BB5B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10369" y="1764000"/>
            <a:ext cx="4362394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8" name="Tijdelijke aanduiding voor tekst 3">
            <a:extLst>
              <a:ext uri="{FF2B5EF4-FFF2-40B4-BE49-F238E27FC236}">
                <a16:creationId xmlns:a16="http://schemas.microsoft.com/office/drawing/2014/main" id="{D61D01F4-0D94-49A0-A0C6-2A6964B3939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910369" y="2268000"/>
            <a:ext cx="4362394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12238712-852D-4C83-A179-EE0F3F65535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5650" y="1764000"/>
            <a:ext cx="306000" cy="3060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5" name="Tijdelijke aanduiding voor afbeelding 12">
            <a:extLst>
              <a:ext uri="{FF2B5EF4-FFF2-40B4-BE49-F238E27FC236}">
                <a16:creationId xmlns:a16="http://schemas.microsoft.com/office/drawing/2014/main" id="{B94B33D8-9ADC-46F3-9BAD-244DD869287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55650" y="2268000"/>
            <a:ext cx="306000" cy="306000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6" name="Tijdelijke aanduiding voor afbeelding 12">
            <a:extLst>
              <a:ext uri="{FF2B5EF4-FFF2-40B4-BE49-F238E27FC236}">
                <a16:creationId xmlns:a16="http://schemas.microsoft.com/office/drawing/2014/main" id="{7B078E79-A086-4E54-9016-28A2DBA0692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08000" y="1764000"/>
            <a:ext cx="306000" cy="306000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7" name="Tijdelijke aanduiding voor afbeelding 12">
            <a:extLst>
              <a:ext uri="{FF2B5EF4-FFF2-40B4-BE49-F238E27FC236}">
                <a16:creationId xmlns:a16="http://schemas.microsoft.com/office/drawing/2014/main" id="{9A2E3717-085D-4920-9B0E-8DBF1A42FCA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708000" y="2268000"/>
            <a:ext cx="306000" cy="306000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8" name="Tijdelijke aanduiding voor afbeelding 12">
            <a:extLst>
              <a:ext uri="{FF2B5EF4-FFF2-40B4-BE49-F238E27FC236}">
                <a16:creationId xmlns:a16="http://schemas.microsoft.com/office/drawing/2014/main" id="{77467CBB-F989-40AA-BAA1-DDC3FE2145D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408000" y="1764000"/>
            <a:ext cx="306000" cy="306000"/>
          </a:xfr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9" name="Tijdelijke aanduiding voor afbeelding 12">
            <a:extLst>
              <a:ext uri="{FF2B5EF4-FFF2-40B4-BE49-F238E27FC236}">
                <a16:creationId xmlns:a16="http://schemas.microsoft.com/office/drawing/2014/main" id="{1C25A578-0CC7-464F-9CFB-1B9EC232EF8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408000" y="2268000"/>
            <a:ext cx="306000" cy="306000"/>
          </a:xfr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4094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45">
          <p15:clr>
            <a:srgbClr val="FBAE40"/>
          </p15:clr>
        </p15:guide>
        <p15:guide id="2" orient="horz" pos="2058">
          <p15:clr>
            <a:srgbClr val="FBAE40"/>
          </p15:clr>
        </p15:guide>
        <p15:guide id="3" orient="horz" pos="4026">
          <p15:clr>
            <a:srgbClr val="FBAE40"/>
          </p15:clr>
        </p15:guide>
        <p15:guide id="4" pos="4044">
          <p15:clr>
            <a:srgbClr val="FBAE40"/>
          </p15:clr>
        </p15:guide>
        <p15:guide id="5" pos="4362">
          <p15:clr>
            <a:srgbClr val="FBAE40"/>
          </p15:clr>
        </p15:guide>
        <p15:guide id="6" pos="2661">
          <p15:clr>
            <a:srgbClr val="FBAE40"/>
          </p15:clr>
        </p15:guide>
        <p15:guide id="7" pos="234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423462-6B27-4736-8FD4-1786EE0BB6CA}" type="datetime1">
              <a:rPr lang="nl-NL" smtClean="0"/>
              <a:t>2-10-2024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Voettekst van de presentatie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88C096-3EE4-4BEC-940C-289F65359199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515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Footer Bar">
            <a:extLst>
              <a:ext uri="{FF2B5EF4-FFF2-40B4-BE49-F238E27FC236}">
                <a16:creationId xmlns:a16="http://schemas.microsoft.com/office/drawing/2014/main" id="{022EB8B7-6824-4AED-BB2B-C0B109993AD1}"/>
              </a:ext>
            </a:extLst>
          </p:cNvPr>
          <p:cNvGrpSpPr/>
          <p:nvPr userDrawn="1"/>
        </p:nvGrpSpPr>
        <p:grpSpPr>
          <a:xfrm>
            <a:off x="11742000" y="0"/>
            <a:ext cx="450000" cy="6858000"/>
            <a:chOff x="11742000" y="0"/>
            <a:chExt cx="450000" cy="6858000"/>
          </a:xfrm>
          <a:solidFill>
            <a:schemeClr val="accent2">
              <a:alpha val="5882"/>
            </a:schemeClr>
          </a:solidFill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9F9EE001-C15B-435E-9F44-1622C159FC17}"/>
                </a:ext>
              </a:extLst>
            </p:cNvPr>
            <p:cNvSpPr/>
            <p:nvPr userDrawn="1"/>
          </p:nvSpPr>
          <p:spPr>
            <a:xfrm>
              <a:off x="11742000" y="0"/>
              <a:ext cx="450000" cy="6858000"/>
            </a:xfrm>
            <a:prstGeom prst="rect">
              <a:avLst/>
            </a:prstGeom>
            <a:solidFill>
              <a:srgbClr val="F1F3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32440EA2-337B-4EDA-9C88-10B9002EF364}"/>
                </a:ext>
              </a:extLst>
            </p:cNvPr>
            <p:cNvCxnSpPr/>
            <p:nvPr userDrawn="1"/>
          </p:nvCxnSpPr>
          <p:spPr>
            <a:xfrm>
              <a:off x="11801530" y="6081711"/>
              <a:ext cx="324000" cy="0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8E966F5-006F-433A-9691-0B17633B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541695"/>
            <a:ext cx="10517113" cy="93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 err="1"/>
              <a:t>Dia</a:t>
            </a:r>
            <a:r>
              <a:rPr lang="en-GB" dirty="0"/>
              <a:t> met </a:t>
            </a:r>
            <a:r>
              <a:rPr lang="en-GB" dirty="0" err="1"/>
              <a:t>tekst</a:t>
            </a:r>
            <a:r>
              <a:rPr lang="en-GB" dirty="0"/>
              <a:t>. </a:t>
            </a:r>
            <a:r>
              <a:rPr lang="en-GB" dirty="0" err="1"/>
              <a:t>Voorbeeld</a:t>
            </a:r>
            <a:r>
              <a:rPr lang="en-GB" dirty="0"/>
              <a:t> van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tekst</a:t>
            </a:r>
            <a:r>
              <a:rPr lang="en-GB" dirty="0"/>
              <a:t> over twee regels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B2E2CE-1F7F-4603-9A75-FEAAFF738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0" y="1768763"/>
            <a:ext cx="10512349" cy="43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dirty="0"/>
              <a:t>Level 1, default bullets</a:t>
            </a:r>
          </a:p>
          <a:p>
            <a:pPr lvl="1"/>
            <a:r>
              <a:rPr lang="en-GB" dirty="0"/>
              <a:t>Level 2, (sub bullets)</a:t>
            </a:r>
          </a:p>
          <a:p>
            <a:pPr lvl="2"/>
            <a:r>
              <a:rPr lang="en-GB" dirty="0"/>
              <a:t>Level 3 (</a:t>
            </a:r>
            <a:r>
              <a:rPr lang="en-GB" dirty="0" err="1"/>
              <a:t>bodytext</a:t>
            </a:r>
            <a:r>
              <a:rPr lang="en-GB" dirty="0"/>
              <a:t>)</a:t>
            </a:r>
          </a:p>
          <a:p>
            <a:pPr lvl="3"/>
            <a:r>
              <a:rPr lang="en-GB" dirty="0"/>
              <a:t>Level 4 (Subtitle)</a:t>
            </a:r>
          </a:p>
          <a:p>
            <a:pPr lvl="4"/>
            <a:r>
              <a:rPr lang="en-GB" dirty="0"/>
              <a:t>Level 5 (numbers)</a:t>
            </a:r>
          </a:p>
          <a:p>
            <a:pPr lvl="5"/>
            <a:r>
              <a:rPr lang="en-GB" dirty="0"/>
              <a:t>Level (sub numbers)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E4571E1-7B78-4AC3-AB7A-7A15720DF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20000" y="4157669"/>
            <a:ext cx="153888" cy="1485895"/>
          </a:xfrm>
          <a:prstGeom prst="rect">
            <a:avLst/>
          </a:prstGeom>
        </p:spPr>
        <p:txBody>
          <a:bodyPr vert="vert270" wrap="square" lIns="0" tIns="0" rIns="0" bIns="0" rtlCol="0" anchor="ctr" anchorCtr="0">
            <a:noAutofit/>
          </a:bodyPr>
          <a:lstStyle>
            <a:lvl1pPr algn="l">
              <a:defRPr sz="1000" b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004B6D2-F868-492E-8371-701F4F999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89372" y="541695"/>
            <a:ext cx="153888" cy="5101869"/>
          </a:xfrm>
          <a:prstGeom prst="rect">
            <a:avLst/>
          </a:prstGeom>
        </p:spPr>
        <p:txBody>
          <a:bodyPr vert="vert270" wrap="square" lIns="0" tIns="0" rIns="0" bIns="0" rtlCol="0" anchor="ctr" anchorCtr="0">
            <a:noAutofit/>
          </a:bodyPr>
          <a:lstStyle>
            <a:lvl1pPr algn="l">
              <a:defRPr lang="nl-NL" sz="10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F491C4D-045B-4D79-8E4E-A715678EC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3163" y="6413498"/>
            <a:ext cx="450000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2B3F14-D836-496B-80A2-23BE75BD68CB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5" name="Deltares_Logo_klein">
            <a:extLst>
              <a:ext uri="{FF2B5EF4-FFF2-40B4-BE49-F238E27FC236}">
                <a16:creationId xmlns:a16="http://schemas.microsoft.com/office/drawing/2014/main" id="{CA5E38F1-EE2E-4740-B411-6A2F5838BECA}"/>
              </a:ext>
            </a:extLst>
          </p:cNvPr>
          <p:cNvPicPr>
            <a:picLocks noChangeAspect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756" y="6267123"/>
            <a:ext cx="1188000" cy="3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53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47" r:id="rId3"/>
    <p:sldLayoutId id="2147483691" r:id="rId4"/>
    <p:sldLayoutId id="2147483692" r:id="rId5"/>
    <p:sldLayoutId id="2147483664" r:id="rId6"/>
    <p:sldLayoutId id="2147483687" r:id="rId7"/>
    <p:sldLayoutId id="2147483689" r:id="rId8"/>
    <p:sldLayoutId id="2147483690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96" r:id="rId17"/>
    <p:sldLayoutId id="2147483682" r:id="rId18"/>
    <p:sldLayoutId id="2147483683" r:id="rId19"/>
    <p:sldLayoutId id="2147483749" r:id="rId20"/>
    <p:sldLayoutId id="2147483681" r:id="rId21"/>
    <p:sldLayoutId id="2147483752" r:id="rId22"/>
    <p:sldLayoutId id="2147483699" r:id="rId23"/>
    <p:sldLayoutId id="2147483748" r:id="rId24"/>
    <p:sldLayoutId id="2147483656" r:id="rId25"/>
    <p:sldLayoutId id="2147483753" r:id="rId26"/>
    <p:sldLayoutId id="2147483698" r:id="rId27"/>
    <p:sldLayoutId id="2147483754" r:id="rId28"/>
    <p:sldLayoutId id="2147483755" r:id="rId2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24000" indent="-324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8000" indent="-324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324000" indent="-324000" algn="l" defTabSz="914400" rtl="0" eaLnBrk="1" latinLnBrk="0" hangingPunct="1">
        <a:lnSpc>
          <a:spcPct val="90000"/>
        </a:lnSpc>
        <a:spcBef>
          <a:spcPts val="1000"/>
        </a:spcBef>
        <a:buSzPct val="90000"/>
        <a:buFont typeface="+mj-lt"/>
        <a:buAutoNum type="arabicPeriod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648000" indent="-324000" algn="l" defTabSz="914400" rtl="0" eaLnBrk="1" latinLnBrk="0" hangingPunct="1">
        <a:lnSpc>
          <a:spcPct val="90000"/>
        </a:lnSpc>
        <a:spcBef>
          <a:spcPts val="500"/>
        </a:spcBef>
        <a:buSzPct val="95000"/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1110" userDrawn="1">
          <p15:clr>
            <a:srgbClr val="F26B43"/>
          </p15:clr>
        </p15:guide>
        <p15:guide id="3" pos="476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6" pos="792" userDrawn="1">
          <p15:clr>
            <a:srgbClr val="F26B43"/>
          </p15:clr>
        </p15:guide>
        <p15:guide id="7" orient="horz" pos="3833" userDrawn="1">
          <p15:clr>
            <a:srgbClr val="F26B43"/>
          </p15:clr>
        </p15:guide>
        <p15:guide id="8" orient="horz" pos="336" userDrawn="1">
          <p15:clr>
            <a:srgbClr val="F26B43"/>
          </p15:clr>
        </p15:guide>
        <p15:guide id="9" pos="7098" userDrawn="1">
          <p15:clr>
            <a:srgbClr val="F26B43"/>
          </p15:clr>
        </p15:guide>
        <p15:guide id="10" pos="74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rob.brinkman@deltares.n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4" Type="http://schemas.openxmlformats.org/officeDocument/2006/relationships/hyperlink" Target="mailto:edwin.spee@deltares.n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BEDE333-FBE5-41FF-92E3-3CED59DF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0DE5847-2B0D-4E4F-AD42-A74B0A67B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4825659-D616-4781-9C2B-94E8CE3B9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869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6A85E4E0-2BC9-4B4F-995C-59B6840B1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4C28F8A-5043-4E5F-B10A-AB48319AA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3BD31E1-20C9-4C1B-95D4-04A193DF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42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Tijdelijke aanduiding voor afbeelding 17">
            <a:extLst>
              <a:ext uri="{FF2B5EF4-FFF2-40B4-BE49-F238E27FC236}">
                <a16:creationId xmlns:a16="http://schemas.microsoft.com/office/drawing/2014/main" id="{AA69BC65-8AFE-4119-BE77-AE1B7096E43E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" r="42"/>
          <a:stretch>
            <a:fillRect/>
          </a:stretch>
        </p:blipFill>
        <p:spPr/>
      </p:pic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DB7F9F16-38F3-4C18-8CF0-49A766FBC4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Edwin Spee		Karolina Wojciechowska</a:t>
            </a:r>
          </a:p>
          <a:p>
            <a:r>
              <a:rPr lang="en-GB" dirty="0"/>
              <a:t>Rob Brinkman	Arjen Markus</a:t>
            </a:r>
          </a:p>
        </p:txBody>
      </p:sp>
      <p:sp>
        <p:nvSpPr>
          <p:cNvPr id="7" name="Ondertitel 6">
            <a:extLst>
              <a:ext uri="{FF2B5EF4-FFF2-40B4-BE49-F238E27FC236}">
                <a16:creationId xmlns:a16="http://schemas.microsoft.com/office/drawing/2014/main" id="{838C8FD7-55FC-4DBD-825A-309E45D663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D510B812-7AC5-475D-ACB5-69A9EF35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 </a:t>
            </a:r>
            <a:r>
              <a:rPr lang="en-GB" dirty="0" err="1"/>
              <a:t>oktober</a:t>
            </a:r>
            <a:r>
              <a:rPr lang="en-GB" dirty="0"/>
              <a:t> 2024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18D4A5E8-322A-4392-899C-82090DBD4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D010081-142B-471A-8A79-433EA62F4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Probabilistic Library</a:t>
            </a:r>
            <a:br>
              <a:rPr lang="en-GB" dirty="0"/>
            </a:br>
            <a:endParaRPr lang="en-GB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7F40214-05A9-459B-91CB-FE5EED0528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Naam </a:t>
            </a:r>
            <a:r>
              <a:rPr lang="en-GB" dirty="0" err="1"/>
              <a:t>Achternaam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8310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BF51-0106-B71C-7B04-226B00CC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Situatie</a:t>
            </a:r>
            <a:r>
              <a:rPr lang="en-US" dirty="0"/>
              <a:t> </a:t>
            </a:r>
            <a:r>
              <a:rPr lang="en-US" dirty="0" err="1"/>
              <a:t>januari</a:t>
            </a:r>
            <a:r>
              <a:rPr lang="en-US" dirty="0"/>
              <a:t> 2024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9C6CB-E7A7-1363-6339-360A5AC88C7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2420000" y="4157669"/>
            <a:ext cx="153888" cy="1485895"/>
          </a:xfrm>
        </p:spPr>
        <p:txBody>
          <a:bodyPr/>
          <a:lstStyle/>
          <a:p>
            <a:r>
              <a:rPr lang="nl-NL"/>
              <a:t> 28 november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F1E3A-C71B-8470-1AB9-1ABE0B875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4</a:t>
            </a:fld>
            <a:endParaRPr lang="nl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22F1F21-2BA6-D253-4705-24D70A78CD7D}"/>
              </a:ext>
            </a:extLst>
          </p:cNvPr>
          <p:cNvSpPr/>
          <p:nvPr/>
        </p:nvSpPr>
        <p:spPr>
          <a:xfrm>
            <a:off x="3682399" y="264493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Statistiek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9A8D80-34BD-1720-9F0C-EB4954361D7E}"/>
              </a:ext>
            </a:extLst>
          </p:cNvPr>
          <p:cNvSpPr/>
          <p:nvPr/>
        </p:nvSpPr>
        <p:spPr>
          <a:xfrm>
            <a:off x="5563241" y="3879839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Betrouwbaar-heid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5D1A27-4236-4613-5A2E-7AA7A007FBED}"/>
              </a:ext>
            </a:extLst>
          </p:cNvPr>
          <p:cNvSpPr/>
          <p:nvPr/>
        </p:nvSpPr>
        <p:spPr>
          <a:xfrm>
            <a:off x="1340418" y="1309950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Visualisatie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FA48E2C-6C38-4410-3398-AAF0C300C962}"/>
              </a:ext>
            </a:extLst>
          </p:cNvPr>
          <p:cNvSpPr/>
          <p:nvPr/>
        </p:nvSpPr>
        <p:spPr>
          <a:xfrm>
            <a:off x="4244802" y="5835032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3B75A3-BD83-A750-00AA-580D34EBDD5F}"/>
              </a:ext>
            </a:extLst>
          </p:cNvPr>
          <p:cNvSpPr/>
          <p:nvPr/>
        </p:nvSpPr>
        <p:spPr>
          <a:xfrm>
            <a:off x="7776264" y="5664549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Faal-</a:t>
            </a:r>
            <a:r>
              <a:rPr lang="en-US" dirty="0" err="1"/>
              <a:t>mechanisme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E9B308-A1A2-48D4-A7FE-6B2F2E7DA085}"/>
              </a:ext>
            </a:extLst>
          </p:cNvPr>
          <p:cNvSpPr/>
          <p:nvPr/>
        </p:nvSpPr>
        <p:spPr>
          <a:xfrm>
            <a:off x="4472678" y="102815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7230AC-B009-3D95-5B32-1F7667C8473A}"/>
              </a:ext>
            </a:extLst>
          </p:cNvPr>
          <p:cNvSpPr/>
          <p:nvPr/>
        </p:nvSpPr>
        <p:spPr>
          <a:xfrm>
            <a:off x="2633133" y="391360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Toolkit </a:t>
            </a:r>
          </a:p>
          <a:p>
            <a:pPr algn="ctr"/>
            <a:r>
              <a:rPr lang="en-US" dirty="0"/>
              <a:t>library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5D8B961-162E-134C-1160-BE9C6A705165}"/>
              </a:ext>
            </a:extLst>
          </p:cNvPr>
          <p:cNvSpPr/>
          <p:nvPr/>
        </p:nvSpPr>
        <p:spPr>
          <a:xfrm>
            <a:off x="8684979" y="393654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Hydra-Ring library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1C1C3F-365C-1406-EBA5-6558ADFB916C}"/>
              </a:ext>
            </a:extLst>
          </p:cNvPr>
          <p:cNvSpPr/>
          <p:nvPr/>
        </p:nvSpPr>
        <p:spPr>
          <a:xfrm>
            <a:off x="1031116" y="5600546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Python interface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89DD871-0456-2E30-847B-F74C03303496}"/>
              </a:ext>
            </a:extLst>
          </p:cNvPr>
          <p:cNvSpPr/>
          <p:nvPr/>
        </p:nvSpPr>
        <p:spPr>
          <a:xfrm>
            <a:off x="7453178" y="2199832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Waterstand</a:t>
            </a:r>
            <a:r>
              <a:rPr lang="en-US" dirty="0"/>
              <a:t> </a:t>
            </a:r>
            <a:r>
              <a:rPr lang="en-US" dirty="0" err="1"/>
              <a:t>statistiek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6FD9EB-2800-4D38-E28C-59731AC27A33}"/>
              </a:ext>
            </a:extLst>
          </p:cNvPr>
          <p:cNvCxnSpPr>
            <a:cxnSpLocks/>
            <a:stCxn id="45" idx="7"/>
            <a:endCxn id="9" idx="4"/>
          </p:cNvCxnSpPr>
          <p:nvPr/>
        </p:nvCxnSpPr>
        <p:spPr>
          <a:xfrm flipV="1">
            <a:off x="2141185" y="2224350"/>
            <a:ext cx="373610" cy="483083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0CE60F-869E-6A80-6CAA-8C283C22E1A2}"/>
              </a:ext>
            </a:extLst>
          </p:cNvPr>
          <p:cNvCxnSpPr>
            <a:cxnSpLocks/>
            <a:stCxn id="14" idx="4"/>
            <a:endCxn id="16" idx="7"/>
          </p:cNvCxnSpPr>
          <p:nvPr/>
        </p:nvCxnSpPr>
        <p:spPr>
          <a:xfrm flipH="1">
            <a:off x="3035902" y="4828008"/>
            <a:ext cx="771608" cy="90644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15834E5-6E04-A2D2-D612-716D5CC25149}"/>
              </a:ext>
            </a:extLst>
          </p:cNvPr>
          <p:cNvCxnSpPr>
            <a:cxnSpLocks/>
            <a:stCxn id="14" idx="6"/>
            <a:endCxn id="8" idx="2"/>
          </p:cNvCxnSpPr>
          <p:nvPr/>
        </p:nvCxnSpPr>
        <p:spPr>
          <a:xfrm flipV="1">
            <a:off x="4981886" y="4337039"/>
            <a:ext cx="581355" cy="3376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1255E23-6C5B-6A9A-8C05-428C52DE1346}"/>
              </a:ext>
            </a:extLst>
          </p:cNvPr>
          <p:cNvCxnSpPr>
            <a:cxnSpLocks/>
            <a:stCxn id="17" idx="5"/>
            <a:endCxn id="15" idx="0"/>
          </p:cNvCxnSpPr>
          <p:nvPr/>
        </p:nvCxnSpPr>
        <p:spPr>
          <a:xfrm>
            <a:off x="9457964" y="2980321"/>
            <a:ext cx="401392" cy="95622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DE24B42-CB09-CE6F-2953-CA7FCD2530FA}"/>
              </a:ext>
            </a:extLst>
          </p:cNvPr>
          <p:cNvCxnSpPr>
            <a:cxnSpLocks/>
            <a:stCxn id="8" idx="6"/>
            <a:endCxn id="15" idx="2"/>
          </p:cNvCxnSpPr>
          <p:nvPr/>
        </p:nvCxnSpPr>
        <p:spPr>
          <a:xfrm>
            <a:off x="7911994" y="4337039"/>
            <a:ext cx="772985" cy="5670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B110C1-5298-70C5-AC1E-11E9AFA67863}"/>
              </a:ext>
            </a:extLst>
          </p:cNvPr>
          <p:cNvCxnSpPr>
            <a:cxnSpLocks/>
            <a:stCxn id="14" idx="0"/>
            <a:endCxn id="7" idx="3"/>
          </p:cNvCxnSpPr>
          <p:nvPr/>
        </p:nvCxnSpPr>
        <p:spPr>
          <a:xfrm flipV="1">
            <a:off x="3807510" y="3425427"/>
            <a:ext cx="218856" cy="48818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2944722-D016-BAFD-36F6-D79BBD1339FF}"/>
              </a:ext>
            </a:extLst>
          </p:cNvPr>
          <p:cNvCxnSpPr>
            <a:cxnSpLocks/>
            <a:stCxn id="7" idx="0"/>
            <a:endCxn id="13" idx="4"/>
          </p:cNvCxnSpPr>
          <p:nvPr/>
        </p:nvCxnSpPr>
        <p:spPr>
          <a:xfrm flipV="1">
            <a:off x="4856776" y="1942558"/>
            <a:ext cx="790279" cy="70238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D05572B-F5FE-3EAE-6945-1AFE1E15FD45}"/>
              </a:ext>
            </a:extLst>
          </p:cNvPr>
          <p:cNvCxnSpPr>
            <a:cxnSpLocks/>
            <a:stCxn id="14" idx="5"/>
            <a:endCxn id="10" idx="0"/>
          </p:cNvCxnSpPr>
          <p:nvPr/>
        </p:nvCxnSpPr>
        <p:spPr>
          <a:xfrm>
            <a:off x="4637919" y="4694097"/>
            <a:ext cx="781260" cy="114093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6DFACDA-0D92-4A2A-DEA9-FB03E57D9670}"/>
              </a:ext>
            </a:extLst>
          </p:cNvPr>
          <p:cNvCxnSpPr>
            <a:cxnSpLocks/>
            <a:stCxn id="12" idx="7"/>
            <a:endCxn id="15" idx="4"/>
          </p:cNvCxnSpPr>
          <p:nvPr/>
        </p:nvCxnSpPr>
        <p:spPr>
          <a:xfrm flipV="1">
            <a:off x="9781050" y="4850948"/>
            <a:ext cx="78306" cy="94751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63F962B-8ECE-9490-F08C-DAE22658A9D3}"/>
              </a:ext>
            </a:extLst>
          </p:cNvPr>
          <p:cNvCxnSpPr>
            <a:cxnSpLocks/>
            <a:stCxn id="17" idx="2"/>
            <a:endCxn id="7" idx="6"/>
          </p:cNvCxnSpPr>
          <p:nvPr/>
        </p:nvCxnSpPr>
        <p:spPr>
          <a:xfrm flipH="1">
            <a:off x="6031152" y="2657032"/>
            <a:ext cx="1422026" cy="445106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BE9F195-DBE2-DFE0-7D56-7321739BFEAA}"/>
              </a:ext>
            </a:extLst>
          </p:cNvPr>
          <p:cNvCxnSpPr>
            <a:cxnSpLocks/>
            <a:stCxn id="12" idx="2"/>
            <a:endCxn id="10" idx="6"/>
          </p:cNvCxnSpPr>
          <p:nvPr/>
        </p:nvCxnSpPr>
        <p:spPr>
          <a:xfrm flipH="1">
            <a:off x="6593555" y="6121749"/>
            <a:ext cx="1182709" cy="170483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27C2AE7-20AA-282B-EA20-BA8BF46C9DC6}"/>
              </a:ext>
            </a:extLst>
          </p:cNvPr>
          <p:cNvCxnSpPr>
            <a:cxnSpLocks/>
            <a:stCxn id="15" idx="3"/>
            <a:endCxn id="16" idx="6"/>
          </p:cNvCxnSpPr>
          <p:nvPr/>
        </p:nvCxnSpPr>
        <p:spPr>
          <a:xfrm flipH="1">
            <a:off x="3379869" y="4717037"/>
            <a:ext cx="5649077" cy="1340709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FEDBE92-92C4-B91E-6A1E-60BA5F71978E}"/>
              </a:ext>
            </a:extLst>
          </p:cNvPr>
          <p:cNvCxnSpPr>
            <a:cxnSpLocks/>
            <a:stCxn id="15" idx="1"/>
            <a:endCxn id="9" idx="6"/>
          </p:cNvCxnSpPr>
          <p:nvPr/>
        </p:nvCxnSpPr>
        <p:spPr>
          <a:xfrm flipH="1" flipV="1">
            <a:off x="3689171" y="1767150"/>
            <a:ext cx="5339775" cy="2303309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77F76C0-B093-C241-6290-F4FE5926FC60}"/>
              </a:ext>
            </a:extLst>
          </p:cNvPr>
          <p:cNvSpPr txBox="1"/>
          <p:nvPr/>
        </p:nvSpPr>
        <p:spPr>
          <a:xfrm rot="20692404">
            <a:off x="6060223" y="5191013"/>
            <a:ext cx="63999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wens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E88BF4B-2A9E-90BA-A83A-AA317208F930}"/>
              </a:ext>
            </a:extLst>
          </p:cNvPr>
          <p:cNvSpPr txBox="1"/>
          <p:nvPr/>
        </p:nvSpPr>
        <p:spPr>
          <a:xfrm rot="1371166">
            <a:off x="7137163" y="3220370"/>
            <a:ext cx="6286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wens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9BCF7DA-AC12-6E2F-5C02-BD46EAE87D20}"/>
              </a:ext>
            </a:extLst>
          </p:cNvPr>
          <p:cNvSpPr txBox="1"/>
          <p:nvPr/>
        </p:nvSpPr>
        <p:spPr>
          <a:xfrm rot="21004464">
            <a:off x="7070632" y="6037842"/>
            <a:ext cx="31446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is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F91DBD6-73D6-48A2-FAEF-95C974850882}"/>
              </a:ext>
            </a:extLst>
          </p:cNvPr>
          <p:cNvSpPr txBox="1"/>
          <p:nvPr/>
        </p:nvSpPr>
        <p:spPr>
          <a:xfrm rot="20542582">
            <a:off x="6874188" y="2616695"/>
            <a:ext cx="31446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is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B63E438-0EE0-026D-CFD1-22DE6AB26C37}"/>
              </a:ext>
            </a:extLst>
          </p:cNvPr>
          <p:cNvSpPr/>
          <p:nvPr/>
        </p:nvSpPr>
        <p:spPr>
          <a:xfrm>
            <a:off x="136399" y="2573522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Toolkit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3AB230A-6A68-E433-190A-8E2F615800DD}"/>
              </a:ext>
            </a:extLst>
          </p:cNvPr>
          <p:cNvSpPr/>
          <p:nvPr/>
        </p:nvSpPr>
        <p:spPr>
          <a:xfrm>
            <a:off x="9274178" y="1212951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Hydra-Ring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181421F-3F45-A5B3-9647-6FB9C6047633}"/>
              </a:ext>
            </a:extLst>
          </p:cNvPr>
          <p:cNvCxnSpPr>
            <a:cxnSpLocks/>
            <a:stCxn id="14" idx="1"/>
            <a:endCxn id="45" idx="5"/>
          </p:cNvCxnSpPr>
          <p:nvPr/>
        </p:nvCxnSpPr>
        <p:spPr>
          <a:xfrm flipH="1" flipV="1">
            <a:off x="2141185" y="3354011"/>
            <a:ext cx="835915" cy="69350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7757B04-FE1F-F38B-1501-391E65120176}"/>
              </a:ext>
            </a:extLst>
          </p:cNvPr>
          <p:cNvCxnSpPr>
            <a:cxnSpLocks/>
            <a:stCxn id="50" idx="5"/>
            <a:endCxn id="15" idx="7"/>
          </p:cNvCxnSpPr>
          <p:nvPr/>
        </p:nvCxnSpPr>
        <p:spPr>
          <a:xfrm flipH="1">
            <a:off x="10689765" y="1993440"/>
            <a:ext cx="589199" cy="207701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CCF9E2DF-9BBB-0AA4-E52C-82A039A014FE}"/>
              </a:ext>
            </a:extLst>
          </p:cNvPr>
          <p:cNvSpPr/>
          <p:nvPr/>
        </p:nvSpPr>
        <p:spPr>
          <a:xfrm>
            <a:off x="97171" y="4395813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Embankment-Suite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F1CE9A2-9121-CD4F-DCA7-A42BABB07DCD}"/>
              </a:ext>
            </a:extLst>
          </p:cNvPr>
          <p:cNvCxnSpPr>
            <a:cxnSpLocks/>
            <a:stCxn id="14" idx="2"/>
            <a:endCxn id="34" idx="7"/>
          </p:cNvCxnSpPr>
          <p:nvPr/>
        </p:nvCxnSpPr>
        <p:spPr>
          <a:xfrm flipH="1">
            <a:off x="2101957" y="4370808"/>
            <a:ext cx="531176" cy="15891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57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85" grpId="0" animBg="1"/>
      <p:bldP spid="86" grpId="0" animBg="1"/>
      <p:bldP spid="87" grpId="0" animBg="1"/>
      <p:bldP spid="88" grpId="0" animBg="1"/>
      <p:bldP spid="45" grpId="0" animBg="1"/>
      <p:bldP spid="50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BF51-0106-B71C-7B04-226B00CC2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Situatie</a:t>
            </a:r>
            <a:r>
              <a:rPr lang="en-US" dirty="0"/>
              <a:t> </a:t>
            </a:r>
            <a:r>
              <a:rPr lang="en-US" dirty="0" err="1"/>
              <a:t>oktober</a:t>
            </a:r>
            <a:r>
              <a:rPr lang="en-US" dirty="0"/>
              <a:t> 2024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F1E3A-C71B-8470-1AB9-1ABE0B875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5</a:t>
            </a:fld>
            <a:endParaRPr lang="nl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9A8D80-34BD-1720-9F0C-EB4954361D7E}"/>
              </a:ext>
            </a:extLst>
          </p:cNvPr>
          <p:cNvSpPr/>
          <p:nvPr/>
        </p:nvSpPr>
        <p:spPr>
          <a:xfrm>
            <a:off x="5177195" y="5683764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Betrouwbaar-heid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5D1A27-4236-4613-5A2E-7AA7A007FBED}"/>
              </a:ext>
            </a:extLst>
          </p:cNvPr>
          <p:cNvSpPr/>
          <p:nvPr/>
        </p:nvSpPr>
        <p:spPr>
          <a:xfrm>
            <a:off x="2644793" y="168651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Visualisatie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E9B308-A1A2-48D4-A7FE-6B2F2E7DA085}"/>
              </a:ext>
            </a:extLst>
          </p:cNvPr>
          <p:cNvSpPr/>
          <p:nvPr/>
        </p:nvSpPr>
        <p:spPr>
          <a:xfrm>
            <a:off x="8708501" y="791895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1C1C3F-365C-1406-EBA5-6558ADFB916C}"/>
              </a:ext>
            </a:extLst>
          </p:cNvPr>
          <p:cNvSpPr/>
          <p:nvPr/>
        </p:nvSpPr>
        <p:spPr>
          <a:xfrm>
            <a:off x="2103038" y="5561033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Python interface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6FD9EB-2800-4D38-E28C-59731AC27A33}"/>
              </a:ext>
            </a:extLst>
          </p:cNvPr>
          <p:cNvCxnSpPr>
            <a:cxnSpLocks/>
            <a:stCxn id="82" idx="7"/>
            <a:endCxn id="9" idx="3"/>
          </p:cNvCxnSpPr>
          <p:nvPr/>
        </p:nvCxnSpPr>
        <p:spPr>
          <a:xfrm flipV="1">
            <a:off x="2732125" y="2467007"/>
            <a:ext cx="256635" cy="63484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0CE60F-869E-6A80-6CAA-8C283C22E1A2}"/>
              </a:ext>
            </a:extLst>
          </p:cNvPr>
          <p:cNvCxnSpPr>
            <a:cxnSpLocks/>
            <a:stCxn id="77" idx="3"/>
            <a:endCxn id="16" idx="7"/>
          </p:cNvCxnSpPr>
          <p:nvPr/>
        </p:nvCxnSpPr>
        <p:spPr>
          <a:xfrm flipH="1">
            <a:off x="4107824" y="4208258"/>
            <a:ext cx="492973" cy="148668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15834E5-6E04-A2D2-D612-716D5CC25149}"/>
              </a:ext>
            </a:extLst>
          </p:cNvPr>
          <p:cNvCxnSpPr>
            <a:cxnSpLocks/>
            <a:stCxn id="77" idx="4"/>
            <a:endCxn id="8" idx="0"/>
          </p:cNvCxnSpPr>
          <p:nvPr/>
        </p:nvCxnSpPr>
        <p:spPr>
          <a:xfrm>
            <a:off x="5440127" y="4342169"/>
            <a:ext cx="911445" cy="134159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1255E23-6C5B-6A9A-8C05-428C52DE1346}"/>
              </a:ext>
            </a:extLst>
          </p:cNvPr>
          <p:cNvCxnSpPr>
            <a:cxnSpLocks/>
            <a:stCxn id="77" idx="6"/>
            <a:endCxn id="83" idx="2"/>
          </p:cNvCxnSpPr>
          <p:nvPr/>
        </p:nvCxnSpPr>
        <p:spPr>
          <a:xfrm flipV="1">
            <a:off x="6627118" y="3838524"/>
            <a:ext cx="1797660" cy="4644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DE24B42-CB09-CE6F-2953-CA7FCD2530FA}"/>
              </a:ext>
            </a:extLst>
          </p:cNvPr>
          <p:cNvCxnSpPr>
            <a:cxnSpLocks/>
            <a:stCxn id="16" idx="0"/>
            <a:endCxn id="82" idx="5"/>
          </p:cNvCxnSpPr>
          <p:nvPr/>
        </p:nvCxnSpPr>
        <p:spPr>
          <a:xfrm flipH="1" flipV="1">
            <a:off x="2732125" y="3748429"/>
            <a:ext cx="545290" cy="1812604"/>
          </a:xfrm>
          <a:prstGeom prst="line">
            <a:avLst/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B110C1-5298-70C5-AC1E-11E9AFA67863}"/>
              </a:ext>
            </a:extLst>
          </p:cNvPr>
          <p:cNvCxnSpPr>
            <a:cxnSpLocks/>
            <a:stCxn id="77" idx="0"/>
            <a:endCxn id="55" idx="3"/>
          </p:cNvCxnSpPr>
          <p:nvPr/>
        </p:nvCxnSpPr>
        <p:spPr>
          <a:xfrm flipV="1">
            <a:off x="5440127" y="2140607"/>
            <a:ext cx="625444" cy="128716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2944722-D016-BAFD-36F6-D79BBD1339FF}"/>
              </a:ext>
            </a:extLst>
          </p:cNvPr>
          <p:cNvCxnSpPr>
            <a:cxnSpLocks/>
            <a:stCxn id="55" idx="7"/>
            <a:endCxn id="13" idx="2"/>
          </p:cNvCxnSpPr>
          <p:nvPr/>
        </p:nvCxnSpPr>
        <p:spPr>
          <a:xfrm flipV="1">
            <a:off x="7744230" y="1249095"/>
            <a:ext cx="964271" cy="24493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D05572B-F5FE-3EAE-6945-1AFE1E15FD45}"/>
              </a:ext>
            </a:extLst>
          </p:cNvPr>
          <p:cNvCxnSpPr>
            <a:cxnSpLocks/>
            <a:stCxn id="77" idx="5"/>
            <a:endCxn id="56" idx="1"/>
          </p:cNvCxnSpPr>
          <p:nvPr/>
        </p:nvCxnSpPr>
        <p:spPr>
          <a:xfrm>
            <a:off x="6279456" y="4208258"/>
            <a:ext cx="2195265" cy="128716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FEDBE92-92C4-B91E-6A1E-60BA5F71978E}"/>
              </a:ext>
            </a:extLst>
          </p:cNvPr>
          <p:cNvCxnSpPr>
            <a:cxnSpLocks/>
            <a:stCxn id="83" idx="1"/>
            <a:endCxn id="9" idx="6"/>
          </p:cNvCxnSpPr>
          <p:nvPr/>
        </p:nvCxnSpPr>
        <p:spPr>
          <a:xfrm flipH="1" flipV="1">
            <a:off x="4993546" y="2143718"/>
            <a:ext cx="3775199" cy="1371517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5E88BF4B-2A9E-90BA-A83A-AA317208F930}"/>
              </a:ext>
            </a:extLst>
          </p:cNvPr>
          <p:cNvSpPr txBox="1"/>
          <p:nvPr/>
        </p:nvSpPr>
        <p:spPr>
          <a:xfrm rot="1199496">
            <a:off x="6794730" y="2740989"/>
            <a:ext cx="6286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wens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83B72FB-6E43-C2C7-4357-423BECFF7A0D}"/>
              </a:ext>
            </a:extLst>
          </p:cNvPr>
          <p:cNvSpPr/>
          <p:nvPr/>
        </p:nvSpPr>
        <p:spPr>
          <a:xfrm>
            <a:off x="5717909" y="1360118"/>
            <a:ext cx="2373983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(Waterstand) Statistiek</a:t>
            </a:r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FA8DB40-B607-4DD1-8CF8-5357065327FB}"/>
              </a:ext>
            </a:extLst>
          </p:cNvPr>
          <p:cNvSpPr/>
          <p:nvPr/>
        </p:nvSpPr>
        <p:spPr>
          <a:xfrm>
            <a:off x="8127059" y="5361509"/>
            <a:ext cx="2373983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 / Faal-</a:t>
            </a:r>
            <a:r>
              <a:rPr lang="en-US" dirty="0" err="1"/>
              <a:t>mechanisme</a:t>
            </a:r>
            <a:endParaRPr lang="en-US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95E3C32-E9CE-B7F9-A998-5F3C77142A23}"/>
              </a:ext>
            </a:extLst>
          </p:cNvPr>
          <p:cNvSpPr/>
          <p:nvPr/>
        </p:nvSpPr>
        <p:spPr>
          <a:xfrm>
            <a:off x="4253135" y="3427769"/>
            <a:ext cx="2373983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library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2C69527-C319-312B-D930-E371300448AC}"/>
              </a:ext>
            </a:extLst>
          </p:cNvPr>
          <p:cNvSpPr/>
          <p:nvPr/>
        </p:nvSpPr>
        <p:spPr>
          <a:xfrm>
            <a:off x="727339" y="2967940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Toolkit</a:t>
            </a:r>
            <a:endParaRPr lang="en-US" b="1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B97B86F-678F-82F8-8AF8-D4810E354824}"/>
              </a:ext>
            </a:extLst>
          </p:cNvPr>
          <p:cNvSpPr/>
          <p:nvPr/>
        </p:nvSpPr>
        <p:spPr>
          <a:xfrm>
            <a:off x="8424778" y="3381324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Hydra-Ring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8ED9F69-52C2-115C-CD8A-C4D13D8DDD62}"/>
              </a:ext>
            </a:extLst>
          </p:cNvPr>
          <p:cNvCxnSpPr>
            <a:cxnSpLocks/>
            <a:stCxn id="77" idx="1"/>
            <a:endCxn id="82" idx="6"/>
          </p:cNvCxnSpPr>
          <p:nvPr/>
        </p:nvCxnSpPr>
        <p:spPr>
          <a:xfrm flipH="1" flipV="1">
            <a:off x="3076092" y="3425140"/>
            <a:ext cx="1524705" cy="13654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C0502F1-5329-7ECC-FE2D-E74CB20C56CD}"/>
              </a:ext>
            </a:extLst>
          </p:cNvPr>
          <p:cNvSpPr/>
          <p:nvPr/>
        </p:nvSpPr>
        <p:spPr>
          <a:xfrm>
            <a:off x="272222" y="4287388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Embankment-Suite</a:t>
            </a:r>
            <a:endParaRPr lang="en-US" b="1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F33D9C-42AF-1B32-5CB0-2FE72663BF09}"/>
              </a:ext>
            </a:extLst>
          </p:cNvPr>
          <p:cNvCxnSpPr>
            <a:cxnSpLocks/>
            <a:stCxn id="77" idx="2"/>
            <a:endCxn id="18" idx="6"/>
          </p:cNvCxnSpPr>
          <p:nvPr/>
        </p:nvCxnSpPr>
        <p:spPr>
          <a:xfrm flipH="1">
            <a:off x="2620975" y="3884969"/>
            <a:ext cx="1632160" cy="85961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DBBE45-7E6A-FFAE-9A16-40A86C479B30}"/>
              </a:ext>
            </a:extLst>
          </p:cNvPr>
          <p:cNvCxnSpPr>
            <a:cxnSpLocks/>
            <a:stCxn id="83" idx="3"/>
            <a:endCxn id="16" idx="6"/>
          </p:cNvCxnSpPr>
          <p:nvPr/>
        </p:nvCxnSpPr>
        <p:spPr>
          <a:xfrm flipH="1">
            <a:off x="4451791" y="4161813"/>
            <a:ext cx="4316954" cy="185642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39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6" grpId="0" animBg="1"/>
      <p:bldP spid="86" grpId="0" animBg="1"/>
      <p:bldP spid="55" grpId="0" animBg="1"/>
      <p:bldP spid="56" grpId="0" animBg="1"/>
      <p:bldP spid="77" grpId="0" animBg="1"/>
      <p:bldP spid="82" grpId="0" animBg="1"/>
      <p:bldP spid="83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23689-79D4-A1E4-74B0-40C3CABF7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Probabilistic </a:t>
            </a:r>
            <a:r>
              <a:rPr lang="nl-NL" dirty="0" err="1"/>
              <a:t>library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5FDB1-9579-30EE-6962-04412192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6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D5BDFD-41A4-074D-966D-5CADAD9C32A3}"/>
              </a:ext>
            </a:extLst>
          </p:cNvPr>
          <p:cNvSpPr/>
          <p:nvPr/>
        </p:nvSpPr>
        <p:spPr>
          <a:xfrm>
            <a:off x="594837" y="1606734"/>
            <a:ext cx="7530680" cy="4709571"/>
          </a:xfrm>
          <a:prstGeom prst="rect">
            <a:avLst/>
          </a:prstGeom>
          <a:solidFill>
            <a:srgbClr val="CCECFF">
              <a:alpha val="70000"/>
            </a:srgb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Probabilistic toolkit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0A7C89-401E-6B62-660A-63365991004B}"/>
              </a:ext>
            </a:extLst>
          </p:cNvPr>
          <p:cNvSpPr/>
          <p:nvPr/>
        </p:nvSpPr>
        <p:spPr>
          <a:xfrm>
            <a:off x="4497355" y="1177092"/>
            <a:ext cx="7015277" cy="3814786"/>
          </a:xfrm>
          <a:prstGeom prst="rect">
            <a:avLst/>
          </a:prstGeom>
          <a:solidFill>
            <a:srgbClr val="FFFFCC">
              <a:alpha val="70000"/>
            </a:srgb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Hydra-Ring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B8E526-285E-4A0E-E37E-77E4B1BF0390}"/>
              </a:ext>
            </a:extLst>
          </p:cNvPr>
          <p:cNvSpPr/>
          <p:nvPr/>
        </p:nvSpPr>
        <p:spPr>
          <a:xfrm>
            <a:off x="2792760" y="1963663"/>
            <a:ext cx="6941241" cy="3961276"/>
          </a:xfrm>
          <a:prstGeom prst="rect">
            <a:avLst/>
          </a:prstGeom>
          <a:solidFill>
            <a:srgbClr val="339966">
              <a:alpha val="30000"/>
            </a:srgb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Probabilistic library in C++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05ACB1-449D-03A3-238A-ED2954E18062}"/>
              </a:ext>
            </a:extLst>
          </p:cNvPr>
          <p:cNvSpPr/>
          <p:nvPr/>
        </p:nvSpPr>
        <p:spPr>
          <a:xfrm>
            <a:off x="4688235" y="3110200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Directional sampling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5BBE27-272C-4552-EC67-C04021508F5E}"/>
              </a:ext>
            </a:extLst>
          </p:cNvPr>
          <p:cNvSpPr/>
          <p:nvPr/>
        </p:nvSpPr>
        <p:spPr>
          <a:xfrm>
            <a:off x="6506620" y="2393657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FORM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8A460F-D915-E6E9-C70F-BAD8ED48D234}"/>
              </a:ext>
            </a:extLst>
          </p:cNvPr>
          <p:cNvSpPr/>
          <p:nvPr/>
        </p:nvSpPr>
        <p:spPr>
          <a:xfrm>
            <a:off x="4655643" y="2398678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Statistische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distributies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4684A6-FA04-DF90-7118-7FD769C34977}"/>
              </a:ext>
            </a:extLst>
          </p:cNvPr>
          <p:cNvSpPr/>
          <p:nvPr/>
        </p:nvSpPr>
        <p:spPr>
          <a:xfrm>
            <a:off x="2889756" y="2395921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Meer stat. </a:t>
            </a:r>
            <a:r>
              <a:rPr lang="en-US" sz="1400" dirty="0" err="1">
                <a:solidFill>
                  <a:schemeClr val="tx1"/>
                </a:solidFill>
              </a:rPr>
              <a:t>en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conditionele</a:t>
            </a:r>
            <a:r>
              <a:rPr lang="en-US" sz="1400" dirty="0">
                <a:solidFill>
                  <a:schemeClr val="tx1"/>
                </a:solidFill>
              </a:rPr>
              <a:t> dis.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54FC63-5C86-FAE7-2D9C-69CC925B6EE7}"/>
              </a:ext>
            </a:extLst>
          </p:cNvPr>
          <p:cNvSpPr/>
          <p:nvPr/>
        </p:nvSpPr>
        <p:spPr>
          <a:xfrm>
            <a:off x="4661868" y="3796350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Importance Sampling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DB6F47-7BB4-9D52-D3AD-B605BA81740D}"/>
              </a:ext>
            </a:extLst>
          </p:cNvPr>
          <p:cNvSpPr/>
          <p:nvPr/>
        </p:nvSpPr>
        <p:spPr>
          <a:xfrm>
            <a:off x="2889754" y="3796350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Adaptive Imp. Sampling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472D82-86E3-7F01-8987-77053F8020A8}"/>
              </a:ext>
            </a:extLst>
          </p:cNvPr>
          <p:cNvSpPr/>
          <p:nvPr/>
        </p:nvSpPr>
        <p:spPr>
          <a:xfrm>
            <a:off x="6503806" y="5109305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Pearson </a:t>
            </a:r>
            <a:r>
              <a:rPr lang="en-US" sz="1400" dirty="0" err="1">
                <a:solidFill>
                  <a:schemeClr val="tx1"/>
                </a:solidFill>
              </a:rPr>
              <a:t>Correlatiemodel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C12F97-8D75-857C-5187-AF101C7EEE9A}"/>
              </a:ext>
            </a:extLst>
          </p:cNvPr>
          <p:cNvSpPr/>
          <p:nvPr/>
        </p:nvSpPr>
        <p:spPr>
          <a:xfrm>
            <a:off x="9867363" y="3079548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Volker/PCR/CS </a:t>
            </a:r>
            <a:r>
              <a:rPr lang="en-US" sz="1400" dirty="0" err="1">
                <a:solidFill>
                  <a:schemeClr val="tx1"/>
                </a:solidFill>
              </a:rPr>
              <a:t>correlatiemodel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1E239B-02ED-8E0D-7AC8-3F6380E5F9BD}"/>
              </a:ext>
            </a:extLst>
          </p:cNvPr>
          <p:cNvSpPr/>
          <p:nvPr/>
        </p:nvSpPr>
        <p:spPr>
          <a:xfrm>
            <a:off x="2905682" y="5111150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Subset simulation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796C61-FB1E-FF3D-5086-25EC486E6325}"/>
              </a:ext>
            </a:extLst>
          </p:cNvPr>
          <p:cNvSpPr/>
          <p:nvPr/>
        </p:nvSpPr>
        <p:spPr>
          <a:xfrm>
            <a:off x="9813374" y="2393657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Hydraulische</a:t>
            </a:r>
            <a:r>
              <a:rPr lang="en-US" sz="1400" dirty="0">
                <a:solidFill>
                  <a:schemeClr val="tx1"/>
                </a:solidFill>
              </a:rPr>
              <a:t> stat. </a:t>
            </a:r>
            <a:r>
              <a:rPr lang="en-US" sz="1400" dirty="0" err="1">
                <a:solidFill>
                  <a:schemeClr val="tx1"/>
                </a:solidFill>
              </a:rPr>
              <a:t>distributies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A96871-A08D-B8A8-F70A-5A478E806988}"/>
              </a:ext>
            </a:extLst>
          </p:cNvPr>
          <p:cNvSpPr/>
          <p:nvPr/>
        </p:nvSpPr>
        <p:spPr>
          <a:xfrm>
            <a:off x="9813374" y="3767334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Belastingmodel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7E4FE3-3E8E-029A-D355-BA9945C83685}"/>
              </a:ext>
            </a:extLst>
          </p:cNvPr>
          <p:cNvSpPr/>
          <p:nvPr/>
        </p:nvSpPr>
        <p:spPr>
          <a:xfrm>
            <a:off x="1033299" y="3760340"/>
            <a:ext cx="160868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Generieke</a:t>
            </a:r>
            <a:r>
              <a:rPr lang="en-GB" sz="1400" dirty="0">
                <a:solidFill>
                  <a:schemeClr val="tx1"/>
                </a:solidFill>
              </a:rPr>
              <a:t> model </a:t>
            </a:r>
            <a:r>
              <a:rPr lang="en-GB" sz="1400" dirty="0" err="1">
                <a:solidFill>
                  <a:schemeClr val="tx1"/>
                </a:solidFill>
              </a:rPr>
              <a:t>aansluiting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B9DD78-21CE-0AC6-7830-6755D309F6C8}"/>
              </a:ext>
            </a:extLst>
          </p:cNvPr>
          <p:cNvSpPr/>
          <p:nvPr/>
        </p:nvSpPr>
        <p:spPr>
          <a:xfrm>
            <a:off x="6522459" y="3110200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Crude Monte Carlo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94DC85-8EB0-33F7-F6EE-41A59239C9CC}"/>
              </a:ext>
            </a:extLst>
          </p:cNvPr>
          <p:cNvSpPr/>
          <p:nvPr/>
        </p:nvSpPr>
        <p:spPr>
          <a:xfrm>
            <a:off x="1021097" y="3083940"/>
            <a:ext cx="160868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Gevoeligheids</a:t>
            </a:r>
            <a:r>
              <a:rPr lang="en-GB" sz="1400" dirty="0">
                <a:solidFill>
                  <a:schemeClr val="tx1"/>
                </a:solidFill>
              </a:rPr>
              <a:t>-analyse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05F36C-91ED-F903-302A-5BB794C1C61F}"/>
              </a:ext>
            </a:extLst>
          </p:cNvPr>
          <p:cNvSpPr/>
          <p:nvPr/>
        </p:nvSpPr>
        <p:spPr>
          <a:xfrm>
            <a:off x="1031877" y="2397834"/>
            <a:ext cx="160868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Model-</a:t>
            </a:r>
            <a:r>
              <a:rPr lang="en-GB" sz="1400" dirty="0" err="1">
                <a:solidFill>
                  <a:schemeClr val="tx1"/>
                </a:solidFill>
              </a:rPr>
              <a:t>onzekerheid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BBCAE9-0BF4-0CC4-7735-E4FE5FA3C34C}"/>
              </a:ext>
            </a:extLst>
          </p:cNvPr>
          <p:cNvSpPr/>
          <p:nvPr/>
        </p:nvSpPr>
        <p:spPr>
          <a:xfrm>
            <a:off x="2889754" y="3105229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Statistische</a:t>
            </a:r>
            <a:r>
              <a:rPr lang="en-GB" sz="1400" dirty="0">
                <a:solidFill>
                  <a:schemeClr val="tx1"/>
                </a:solidFill>
              </a:rPr>
              <a:t> analyse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78CB80-EF25-597D-6103-C58751AE5333}"/>
              </a:ext>
            </a:extLst>
          </p:cNvPr>
          <p:cNvSpPr/>
          <p:nvPr/>
        </p:nvSpPr>
        <p:spPr>
          <a:xfrm>
            <a:off x="6506620" y="3786308"/>
            <a:ext cx="149007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Numerieke</a:t>
            </a:r>
            <a:r>
              <a:rPr lang="en-GB" sz="1400" dirty="0">
                <a:solidFill>
                  <a:schemeClr val="tx1"/>
                </a:solidFill>
              </a:rPr>
              <a:t> </a:t>
            </a:r>
            <a:r>
              <a:rPr lang="en-GB" sz="1400" dirty="0" err="1">
                <a:solidFill>
                  <a:schemeClr val="tx1"/>
                </a:solidFill>
              </a:rPr>
              <a:t>integratie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17FA79-F5FC-9434-24FB-88F020289007}"/>
              </a:ext>
            </a:extLst>
          </p:cNvPr>
          <p:cNvSpPr/>
          <p:nvPr/>
        </p:nvSpPr>
        <p:spPr>
          <a:xfrm>
            <a:off x="1033299" y="4436740"/>
            <a:ext cx="160868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Kalibratie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13559A-D4E7-BF72-9461-B0216E2991DE}"/>
              </a:ext>
            </a:extLst>
          </p:cNvPr>
          <p:cNvSpPr/>
          <p:nvPr/>
        </p:nvSpPr>
        <p:spPr>
          <a:xfrm>
            <a:off x="1031877" y="5111149"/>
            <a:ext cx="160868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Surrogate modelling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54B90E-E32A-BA5C-7BF4-E65072C82092}"/>
              </a:ext>
            </a:extLst>
          </p:cNvPr>
          <p:cNvSpPr/>
          <p:nvPr/>
        </p:nvSpPr>
        <p:spPr>
          <a:xfrm>
            <a:off x="4647639" y="4444349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Hohenbichler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9E452B-46E7-12FF-C43B-DDA62AA9BAC3}"/>
              </a:ext>
            </a:extLst>
          </p:cNvPr>
          <p:cNvSpPr/>
          <p:nvPr/>
        </p:nvSpPr>
        <p:spPr>
          <a:xfrm>
            <a:off x="2889753" y="4436739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Meer </a:t>
            </a:r>
            <a:r>
              <a:rPr lang="en-US" sz="1400" dirty="0" err="1">
                <a:solidFill>
                  <a:schemeClr val="tx1"/>
                </a:solidFill>
              </a:rPr>
              <a:t>combin-methodes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762395-D545-63CD-5FBE-3EA976747D7B}"/>
              </a:ext>
            </a:extLst>
          </p:cNvPr>
          <p:cNvSpPr/>
          <p:nvPr/>
        </p:nvSpPr>
        <p:spPr>
          <a:xfrm>
            <a:off x="8197212" y="2393657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FORM+DS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EB3806-C680-4C48-6949-B617408081AD}"/>
              </a:ext>
            </a:extLst>
          </p:cNvPr>
          <p:cNvSpPr/>
          <p:nvPr/>
        </p:nvSpPr>
        <p:spPr>
          <a:xfrm>
            <a:off x="8186940" y="3092629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Fortran </a:t>
            </a:r>
            <a:r>
              <a:rPr lang="en-US" sz="1400" dirty="0" err="1">
                <a:solidFill>
                  <a:schemeClr val="tx1"/>
                </a:solidFill>
              </a:rPr>
              <a:t>aansluiting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D992A3-639E-A32E-7396-79EF2289AAA7}"/>
              </a:ext>
            </a:extLst>
          </p:cNvPr>
          <p:cNvSpPr/>
          <p:nvPr/>
        </p:nvSpPr>
        <p:spPr>
          <a:xfrm>
            <a:off x="4621763" y="5111149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.Net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aansluiting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30486F-294E-ED26-EF05-C891BD31A650}"/>
              </a:ext>
            </a:extLst>
          </p:cNvPr>
          <p:cNvSpPr/>
          <p:nvPr/>
        </p:nvSpPr>
        <p:spPr>
          <a:xfrm>
            <a:off x="6506620" y="4444348"/>
            <a:ext cx="1490076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1"/>
                </a:solidFill>
              </a:rPr>
              <a:t>Startmethodes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89623E2-F89C-3F59-2BB1-E3C096BF62E1}"/>
              </a:ext>
            </a:extLst>
          </p:cNvPr>
          <p:cNvSpPr/>
          <p:nvPr/>
        </p:nvSpPr>
        <p:spPr>
          <a:xfrm>
            <a:off x="9813373" y="4436738"/>
            <a:ext cx="1474237" cy="476689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Config database</a:t>
            </a:r>
            <a:endParaRPr lang="en-GB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43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408281C5-4BCB-6785-9B7F-99751CCC1DC1}"/>
              </a:ext>
            </a:extLst>
          </p:cNvPr>
          <p:cNvSpPr/>
          <p:nvPr/>
        </p:nvSpPr>
        <p:spPr>
          <a:xfrm>
            <a:off x="301260" y="3535465"/>
            <a:ext cx="11262090" cy="3191614"/>
          </a:xfrm>
          <a:prstGeom prst="rect">
            <a:avLst/>
          </a:prstGeom>
          <a:solidFill>
            <a:srgbClr val="99FF99">
              <a:alpha val="40000"/>
            </a:srgbClr>
          </a:solidFill>
          <a:ln>
            <a:solidFill>
              <a:srgbClr val="99F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Probabilistic library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465C822-A491-3F4A-7FC9-61A92F7DA9A1}"/>
              </a:ext>
            </a:extLst>
          </p:cNvPr>
          <p:cNvSpPr/>
          <p:nvPr/>
        </p:nvSpPr>
        <p:spPr>
          <a:xfrm>
            <a:off x="3307819" y="3592507"/>
            <a:ext cx="4999809" cy="1463404"/>
          </a:xfrm>
          <a:prstGeom prst="rect">
            <a:avLst/>
          </a:prstGeom>
          <a:solidFill>
            <a:srgbClr val="FFCC99">
              <a:alpha val="40000"/>
            </a:srgbClr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C++/CLI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A64912E-DB74-A03F-80D0-87CDD12B64CB}"/>
              </a:ext>
            </a:extLst>
          </p:cNvPr>
          <p:cNvSpPr/>
          <p:nvPr/>
        </p:nvSpPr>
        <p:spPr>
          <a:xfrm>
            <a:off x="3294575" y="5174503"/>
            <a:ext cx="4999809" cy="1352553"/>
          </a:xfrm>
          <a:prstGeom prst="rect">
            <a:avLst/>
          </a:prstGeom>
          <a:solidFill>
            <a:srgbClr val="FFCC99">
              <a:alpha val="40000"/>
            </a:srgbClr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C++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DE62D98-F208-5E5F-1B44-F0F1B6EE2718}"/>
              </a:ext>
            </a:extLst>
          </p:cNvPr>
          <p:cNvSpPr/>
          <p:nvPr/>
        </p:nvSpPr>
        <p:spPr>
          <a:xfrm>
            <a:off x="8495591" y="1266825"/>
            <a:ext cx="2777172" cy="3790950"/>
          </a:xfrm>
          <a:prstGeom prst="rect">
            <a:avLst/>
          </a:prstGeom>
          <a:solidFill>
            <a:srgbClr val="FFCC99">
              <a:alpha val="40000"/>
            </a:srgbClr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C/Fortran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620890-B117-E274-AE54-55CCFC2CDC6A}"/>
              </a:ext>
            </a:extLst>
          </p:cNvPr>
          <p:cNvSpPr/>
          <p:nvPr/>
        </p:nvSpPr>
        <p:spPr>
          <a:xfrm>
            <a:off x="3294576" y="1266825"/>
            <a:ext cx="4999809" cy="2220272"/>
          </a:xfrm>
          <a:prstGeom prst="rect">
            <a:avLst/>
          </a:prstGeom>
          <a:solidFill>
            <a:srgbClr val="FFCC99">
              <a:alpha val="40000"/>
            </a:srgbClr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C#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5307394-7526-FA83-7FFB-8C9875D647BD}"/>
              </a:ext>
            </a:extLst>
          </p:cNvPr>
          <p:cNvSpPr/>
          <p:nvPr/>
        </p:nvSpPr>
        <p:spPr>
          <a:xfrm>
            <a:off x="554444" y="1266825"/>
            <a:ext cx="2591212" cy="3790950"/>
          </a:xfrm>
          <a:prstGeom prst="rect">
            <a:avLst/>
          </a:prstGeom>
          <a:solidFill>
            <a:srgbClr val="FFCC99">
              <a:alpha val="40000"/>
            </a:srgbClr>
          </a:solidFill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B182FA-E216-F5B5-85A6-19B688C4C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Probabilististic</a:t>
            </a:r>
            <a:r>
              <a:rPr lang="en-US" dirty="0"/>
              <a:t> library - </a:t>
            </a:r>
            <a:r>
              <a:rPr lang="en-US" dirty="0" err="1"/>
              <a:t>implementatie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EF7F5-1179-ACD8-655E-AEB0B0C7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52713" y="6994523"/>
            <a:ext cx="450000" cy="184666"/>
          </a:xfrm>
        </p:spPr>
        <p:txBody>
          <a:bodyPr/>
          <a:lstStyle/>
          <a:p>
            <a:fld id="{F42B3F14-D836-496B-80A2-23BE75BD68CB}" type="slidenum">
              <a:rPr lang="nl-NL" smtClean="0"/>
              <a:t>7</a:t>
            </a:fld>
            <a:endParaRPr lang="nl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1F893A-5B4E-1DDB-980C-28B476991BDE}"/>
              </a:ext>
            </a:extLst>
          </p:cNvPr>
          <p:cNvSpPr/>
          <p:nvPr/>
        </p:nvSpPr>
        <p:spPr>
          <a:xfrm>
            <a:off x="4381500" y="5514975"/>
            <a:ext cx="2686050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library kernel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F7218E7-E285-3004-B5A8-4620F91C596D}"/>
              </a:ext>
            </a:extLst>
          </p:cNvPr>
          <p:cNvSpPr/>
          <p:nvPr/>
        </p:nvSpPr>
        <p:spPr>
          <a:xfrm>
            <a:off x="703362" y="3873600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Python interface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EBDE4C6-94B9-8718-D124-DEB0A37BDE62}"/>
              </a:ext>
            </a:extLst>
          </p:cNvPr>
          <p:cNvSpPr/>
          <p:nvPr/>
        </p:nvSpPr>
        <p:spPr>
          <a:xfrm>
            <a:off x="4542254" y="3873600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.Net</a:t>
            </a:r>
            <a:r>
              <a:rPr lang="en-US" dirty="0"/>
              <a:t> interface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7431E76-8788-1A10-6DF1-8E8B0BC83CD3}"/>
              </a:ext>
            </a:extLst>
          </p:cNvPr>
          <p:cNvSpPr/>
          <p:nvPr/>
        </p:nvSpPr>
        <p:spPr>
          <a:xfrm>
            <a:off x="8615819" y="3873600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C-interface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974868-9651-3FD4-DC4D-2C2C510CE5A1}"/>
              </a:ext>
            </a:extLst>
          </p:cNvPr>
          <p:cNvSpPr/>
          <p:nvPr/>
        </p:nvSpPr>
        <p:spPr>
          <a:xfrm>
            <a:off x="8615819" y="2113991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Hydra-Ring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820ABD-6CC2-5FCF-B73E-95ACBE3961D9}"/>
              </a:ext>
            </a:extLst>
          </p:cNvPr>
          <p:cNvSpPr/>
          <p:nvPr/>
        </p:nvSpPr>
        <p:spPr>
          <a:xfrm>
            <a:off x="3333520" y="2066184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Toolkit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1F2078-BA63-3004-AF81-EC56B8AF5CE6}"/>
              </a:ext>
            </a:extLst>
          </p:cNvPr>
          <p:cNvSpPr/>
          <p:nvPr/>
        </p:nvSpPr>
        <p:spPr>
          <a:xfrm>
            <a:off x="5796711" y="2066184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Embankment Suite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DBA7DC-DFD4-C8BD-C0D0-D56BFE7DD7AB}"/>
              </a:ext>
            </a:extLst>
          </p:cNvPr>
          <p:cNvSpPr/>
          <p:nvPr/>
        </p:nvSpPr>
        <p:spPr>
          <a:xfrm>
            <a:off x="703361" y="2032576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 tools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0DB0B9-4185-393D-0546-6F29B0B3AFD5}"/>
              </a:ext>
            </a:extLst>
          </p:cNvPr>
          <p:cNvCxnSpPr>
            <a:stCxn id="15" idx="4"/>
            <a:endCxn id="8" idx="0"/>
          </p:cNvCxnSpPr>
          <p:nvPr/>
        </p:nvCxnSpPr>
        <p:spPr>
          <a:xfrm>
            <a:off x="1877738" y="2946976"/>
            <a:ext cx="1" cy="926624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A12941-2B8A-4A47-4ECF-BB5E13365E01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>
            <a:off x="5716631" y="4788000"/>
            <a:ext cx="7894" cy="726975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4540FF-332A-CEAC-8546-D6E5A3549423}"/>
              </a:ext>
            </a:extLst>
          </p:cNvPr>
          <p:cNvCxnSpPr>
            <a:cxnSpLocks/>
            <a:stCxn id="12" idx="4"/>
            <a:endCxn id="11" idx="0"/>
          </p:cNvCxnSpPr>
          <p:nvPr/>
        </p:nvCxnSpPr>
        <p:spPr>
          <a:xfrm>
            <a:off x="9790196" y="3028391"/>
            <a:ext cx="0" cy="845209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590C4802-2129-05D8-C760-9607B1026947}"/>
              </a:ext>
            </a:extLst>
          </p:cNvPr>
          <p:cNvCxnSpPr>
            <a:cxnSpLocks/>
            <a:stCxn id="8" idx="4"/>
            <a:endCxn id="7" idx="2"/>
          </p:cNvCxnSpPr>
          <p:nvPr/>
        </p:nvCxnSpPr>
        <p:spPr>
          <a:xfrm rot="16200000" flipH="1">
            <a:off x="2537532" y="4128206"/>
            <a:ext cx="1184175" cy="2503761"/>
          </a:xfrm>
          <a:prstGeom prst="bentConnector2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AC609E2-263B-CA38-5FFF-9ED9107AB248}"/>
              </a:ext>
            </a:extLst>
          </p:cNvPr>
          <p:cNvCxnSpPr>
            <a:cxnSpLocks/>
            <a:stCxn id="13" idx="4"/>
            <a:endCxn id="10" idx="0"/>
          </p:cNvCxnSpPr>
          <p:nvPr/>
        </p:nvCxnSpPr>
        <p:spPr>
          <a:xfrm rot="16200000" flipH="1">
            <a:off x="4665756" y="2822725"/>
            <a:ext cx="893016" cy="1208734"/>
          </a:xfrm>
          <a:prstGeom prst="bentConnector3">
            <a:avLst>
              <a:gd name="adj1" fmla="val 50000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A00F31F-66A3-567E-D29C-DD79FD5B1775}"/>
              </a:ext>
            </a:extLst>
          </p:cNvPr>
          <p:cNvCxnSpPr>
            <a:cxnSpLocks/>
            <a:stCxn id="14" idx="4"/>
            <a:endCxn id="10" idx="0"/>
          </p:cNvCxnSpPr>
          <p:nvPr/>
        </p:nvCxnSpPr>
        <p:spPr>
          <a:xfrm rot="5400000">
            <a:off x="5897352" y="2799864"/>
            <a:ext cx="893016" cy="1254457"/>
          </a:xfrm>
          <a:prstGeom prst="bentConnector3">
            <a:avLst>
              <a:gd name="adj1" fmla="val 50000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CBF005A-9913-7776-5E05-268460A47DF2}"/>
              </a:ext>
            </a:extLst>
          </p:cNvPr>
          <p:cNvCxnSpPr>
            <a:cxnSpLocks/>
            <a:stCxn id="11" idx="4"/>
            <a:endCxn id="7" idx="6"/>
          </p:cNvCxnSpPr>
          <p:nvPr/>
        </p:nvCxnSpPr>
        <p:spPr>
          <a:xfrm rot="5400000">
            <a:off x="7836786" y="4018764"/>
            <a:ext cx="1184175" cy="2722646"/>
          </a:xfrm>
          <a:prstGeom prst="bentConnector2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27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62" grpId="0" animBg="1"/>
      <p:bldP spid="45" grpId="0" animBg="1"/>
      <p:bldP spid="44" grpId="0" animBg="1"/>
      <p:bldP spid="43" grpId="0" animBg="1"/>
      <p:bldP spid="42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182FA-E216-F5B5-85A6-19B688C4C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151170"/>
            <a:ext cx="10517113" cy="936000"/>
          </a:xfrm>
        </p:spPr>
        <p:txBody>
          <a:bodyPr/>
          <a:lstStyle/>
          <a:p>
            <a:r>
              <a:rPr lang="en-US" dirty="0" err="1"/>
              <a:t>Probabilististic</a:t>
            </a:r>
            <a:r>
              <a:rPr lang="en-US" dirty="0"/>
              <a:t> library – Python interface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EF7F5-1179-ACD8-655E-AEB0B0C7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33663" y="6603998"/>
            <a:ext cx="450000" cy="184666"/>
          </a:xfrm>
        </p:spPr>
        <p:txBody>
          <a:bodyPr/>
          <a:lstStyle/>
          <a:p>
            <a:fld id="{F42B3F14-D836-496B-80A2-23BE75BD68CB}" type="slidenum">
              <a:rPr lang="nl-NL" smtClean="0"/>
              <a:t>8</a:t>
            </a:fld>
            <a:endParaRPr lang="nl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1F893A-5B4E-1DDB-980C-28B476991BDE}"/>
              </a:ext>
            </a:extLst>
          </p:cNvPr>
          <p:cNvSpPr/>
          <p:nvPr/>
        </p:nvSpPr>
        <p:spPr>
          <a:xfrm>
            <a:off x="5992483" y="4715153"/>
            <a:ext cx="2686050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library kernel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974868-9651-3FD4-DC4D-2C2C510CE5A1}"/>
              </a:ext>
            </a:extLst>
          </p:cNvPr>
          <p:cNvSpPr/>
          <p:nvPr/>
        </p:nvSpPr>
        <p:spPr>
          <a:xfrm>
            <a:off x="9280120" y="4716476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Hydra-Ring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820ABD-6CC2-5FCF-B73E-95ACBE3961D9}"/>
              </a:ext>
            </a:extLst>
          </p:cNvPr>
          <p:cNvSpPr/>
          <p:nvPr/>
        </p:nvSpPr>
        <p:spPr>
          <a:xfrm>
            <a:off x="218102" y="4649801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Probabilistic Toolkit model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DBA7DC-DFD4-C8BD-C0D0-D56BFE7DD7AB}"/>
              </a:ext>
            </a:extLst>
          </p:cNvPr>
          <p:cNvSpPr/>
          <p:nvPr/>
        </p:nvSpPr>
        <p:spPr>
          <a:xfrm>
            <a:off x="3042143" y="4715153"/>
            <a:ext cx="2348753" cy="9144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/>
              <a:t>your python model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2CC3250-F13B-319C-88B0-99480B227C9D}"/>
              </a:ext>
            </a:extLst>
          </p:cNvPr>
          <p:cNvSpPr/>
          <p:nvPr/>
        </p:nvSpPr>
        <p:spPr>
          <a:xfrm>
            <a:off x="4620753" y="2697035"/>
            <a:ext cx="2348753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streams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name to be discussed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1EEBC8-CC34-F8C6-4758-121CAD49EEA0}"/>
              </a:ext>
            </a:extLst>
          </p:cNvPr>
          <p:cNvSpPr/>
          <p:nvPr/>
        </p:nvSpPr>
        <p:spPr>
          <a:xfrm>
            <a:off x="1275296" y="2697035"/>
            <a:ext cx="2348753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ptk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0C8FEEA-60B9-9DE9-492E-1037B7C8F8D8}"/>
              </a:ext>
            </a:extLst>
          </p:cNvPr>
          <p:cNvSpPr/>
          <p:nvPr/>
        </p:nvSpPr>
        <p:spPr>
          <a:xfrm>
            <a:off x="8340455" y="2697034"/>
            <a:ext cx="2348753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hydra-ring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C1FCAAD4-A2FC-22D2-E5C1-2BB7DFCBEE2F}"/>
              </a:ext>
            </a:extLst>
          </p:cNvPr>
          <p:cNvCxnSpPr>
            <a:cxnSpLocks/>
            <a:stCxn id="3" idx="4"/>
            <a:endCxn id="7" idx="0"/>
          </p:cNvCxnSpPr>
          <p:nvPr/>
        </p:nvCxnSpPr>
        <p:spPr>
          <a:xfrm rot="16200000" flipH="1">
            <a:off x="6013460" y="3393105"/>
            <a:ext cx="1103718" cy="154037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5FC4112-2EED-40EA-0471-FE1813A2EA3C}"/>
              </a:ext>
            </a:extLst>
          </p:cNvPr>
          <p:cNvCxnSpPr>
            <a:cxnSpLocks/>
            <a:stCxn id="3" idx="4"/>
            <a:endCxn id="15" idx="0"/>
          </p:cNvCxnSpPr>
          <p:nvPr/>
        </p:nvCxnSpPr>
        <p:spPr>
          <a:xfrm rot="5400000">
            <a:off x="4453966" y="3373989"/>
            <a:ext cx="1103718" cy="15786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26DC3C1-D12C-B814-9DBE-54C230190B00}"/>
              </a:ext>
            </a:extLst>
          </p:cNvPr>
          <p:cNvCxnSpPr>
            <a:cxnSpLocks/>
            <a:stCxn id="4" idx="4"/>
            <a:endCxn id="13" idx="0"/>
          </p:cNvCxnSpPr>
          <p:nvPr/>
        </p:nvCxnSpPr>
        <p:spPr>
          <a:xfrm rot="5400000">
            <a:off x="1401893" y="3602021"/>
            <a:ext cx="1038366" cy="10571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390BAF7E-3045-5FE9-57B4-C59888D43348}"/>
              </a:ext>
            </a:extLst>
          </p:cNvPr>
          <p:cNvCxnSpPr>
            <a:cxnSpLocks/>
            <a:stCxn id="5" idx="4"/>
            <a:endCxn id="12" idx="0"/>
          </p:cNvCxnSpPr>
          <p:nvPr/>
        </p:nvCxnSpPr>
        <p:spPr>
          <a:xfrm rot="16200000" flipH="1">
            <a:off x="9432143" y="3694122"/>
            <a:ext cx="1105042" cy="93966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7DAC4072-6555-FA9A-7ED8-C2159B853EF1}"/>
              </a:ext>
            </a:extLst>
          </p:cNvPr>
          <p:cNvSpPr/>
          <p:nvPr/>
        </p:nvSpPr>
        <p:spPr>
          <a:xfrm>
            <a:off x="4620753" y="1136115"/>
            <a:ext cx="2348753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your script</a:t>
            </a:r>
            <a:endParaRPr lang="en-US" sz="1200" i="1" dirty="0">
              <a:solidFill>
                <a:schemeClr val="bg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2E0EBD5-D0C1-6A17-D5E9-B8F22789F009}"/>
              </a:ext>
            </a:extLst>
          </p:cNvPr>
          <p:cNvCxnSpPr>
            <a:cxnSpLocks/>
            <a:stCxn id="4" idx="6"/>
            <a:endCxn id="3" idx="2"/>
          </p:cNvCxnSpPr>
          <p:nvPr/>
        </p:nvCxnSpPr>
        <p:spPr>
          <a:xfrm>
            <a:off x="3624049" y="3154235"/>
            <a:ext cx="9967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00D1B76-5164-D3E0-8375-CB8FC0BF91F2}"/>
              </a:ext>
            </a:extLst>
          </p:cNvPr>
          <p:cNvCxnSpPr>
            <a:cxnSpLocks/>
            <a:stCxn id="5" idx="2"/>
            <a:endCxn id="3" idx="6"/>
          </p:cNvCxnSpPr>
          <p:nvPr/>
        </p:nvCxnSpPr>
        <p:spPr>
          <a:xfrm flipH="1">
            <a:off x="6969506" y="3154234"/>
            <a:ext cx="137094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9B4635B-8056-6605-7237-CE99A2F5A298}"/>
              </a:ext>
            </a:extLst>
          </p:cNvPr>
          <p:cNvCxnSpPr>
            <a:cxnSpLocks/>
            <a:stCxn id="38" idx="4"/>
            <a:endCxn id="3" idx="0"/>
          </p:cNvCxnSpPr>
          <p:nvPr/>
        </p:nvCxnSpPr>
        <p:spPr>
          <a:xfrm>
            <a:off x="5795130" y="2050515"/>
            <a:ext cx="0" cy="64652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C045B84-7694-FFAE-A6F1-AA6F63B941C9}"/>
              </a:ext>
            </a:extLst>
          </p:cNvPr>
          <p:cNvCxnSpPr>
            <a:cxnSpLocks/>
            <a:stCxn id="38" idx="6"/>
            <a:endCxn id="5" idx="0"/>
          </p:cNvCxnSpPr>
          <p:nvPr/>
        </p:nvCxnSpPr>
        <p:spPr>
          <a:xfrm>
            <a:off x="6969506" y="1593315"/>
            <a:ext cx="2545326" cy="1103719"/>
          </a:xfrm>
          <a:prstGeom prst="bentConnector2">
            <a:avLst/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CAAB5E6-2982-CD04-C666-56DEBBB4FD7C}"/>
              </a:ext>
            </a:extLst>
          </p:cNvPr>
          <p:cNvCxnSpPr>
            <a:cxnSpLocks/>
            <a:stCxn id="38" idx="2"/>
            <a:endCxn id="4" idx="0"/>
          </p:cNvCxnSpPr>
          <p:nvPr/>
        </p:nvCxnSpPr>
        <p:spPr>
          <a:xfrm rot="10800000" flipV="1">
            <a:off x="2449673" y="1593315"/>
            <a:ext cx="2171080" cy="1103720"/>
          </a:xfrm>
          <a:prstGeom prst="bentConnector2">
            <a:avLst/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D9A2BC83-4701-6195-43FC-5B0CF71241B0}"/>
              </a:ext>
            </a:extLst>
          </p:cNvPr>
          <p:cNvSpPr/>
          <p:nvPr/>
        </p:nvSpPr>
        <p:spPr>
          <a:xfrm>
            <a:off x="6521246" y="3866082"/>
            <a:ext cx="1316736" cy="357024"/>
          </a:xfrm>
          <a:prstGeom prst="roundRect">
            <a:avLst/>
          </a:prstGeom>
          <a:solidFill>
            <a:srgbClr val="FFFFCC"/>
          </a:solidFill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c-</a:t>
            </a:r>
            <a:r>
              <a:rPr lang="en-US" sz="1400" dirty="0" err="1">
                <a:solidFill>
                  <a:schemeClr val="tx1"/>
                </a:solidFill>
              </a:rPr>
              <a:t>dll</a:t>
            </a:r>
            <a:r>
              <a:rPr lang="en-US" sz="1400" dirty="0">
                <a:solidFill>
                  <a:schemeClr val="tx1"/>
                </a:solidFill>
              </a:rPr>
              <a:t> interface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F6074F3-F3A5-5D29-4A84-4EB54E065C5B}"/>
              </a:ext>
            </a:extLst>
          </p:cNvPr>
          <p:cNvSpPr/>
          <p:nvPr/>
        </p:nvSpPr>
        <p:spPr>
          <a:xfrm>
            <a:off x="8718748" y="3908702"/>
            <a:ext cx="1316736" cy="357024"/>
          </a:xfrm>
          <a:prstGeom prst="roundRect">
            <a:avLst/>
          </a:prstGeom>
          <a:solidFill>
            <a:srgbClr val="FFFFCC"/>
          </a:solidFill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c-</a:t>
            </a:r>
            <a:r>
              <a:rPr lang="en-US" sz="1400" dirty="0" err="1">
                <a:solidFill>
                  <a:schemeClr val="tx1"/>
                </a:solidFill>
              </a:rPr>
              <a:t>dll</a:t>
            </a:r>
            <a:r>
              <a:rPr lang="en-US" sz="1400" dirty="0">
                <a:solidFill>
                  <a:schemeClr val="tx1"/>
                </a:solidFill>
              </a:rPr>
              <a:t> interface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272BE74-9AC5-B9E8-390C-D2384776D831}"/>
              </a:ext>
            </a:extLst>
          </p:cNvPr>
          <p:cNvSpPr/>
          <p:nvPr/>
        </p:nvSpPr>
        <p:spPr>
          <a:xfrm>
            <a:off x="3535213" y="3882135"/>
            <a:ext cx="1316736" cy="357024"/>
          </a:xfrm>
          <a:prstGeom prst="roundRect">
            <a:avLst/>
          </a:prstGeom>
          <a:solidFill>
            <a:srgbClr val="FFFFCC"/>
          </a:solidFill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callback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AAA1D37-FFBF-44B0-E1AB-313B6E06BDD8}"/>
              </a:ext>
            </a:extLst>
          </p:cNvPr>
          <p:cNvSpPr/>
          <p:nvPr/>
        </p:nvSpPr>
        <p:spPr>
          <a:xfrm>
            <a:off x="450016" y="3822482"/>
            <a:ext cx="1650560" cy="444223"/>
          </a:xfrm>
          <a:prstGeom prst="roundRect">
            <a:avLst/>
          </a:prstGeom>
          <a:solidFill>
            <a:srgbClr val="FFFFCC"/>
          </a:solidFill>
          <a:ln w="317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process with socket connection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844D1A2-F25C-B253-0968-CF6C0DE76018}"/>
              </a:ext>
            </a:extLst>
          </p:cNvPr>
          <p:cNvSpPr/>
          <p:nvPr/>
        </p:nvSpPr>
        <p:spPr>
          <a:xfrm>
            <a:off x="4374954" y="5385690"/>
            <a:ext cx="1316736" cy="35702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9F273CFD-9284-CFC1-5FA0-F56F37278395}"/>
              </a:ext>
            </a:extLst>
          </p:cNvPr>
          <p:cNvSpPr/>
          <p:nvPr/>
        </p:nvSpPr>
        <p:spPr>
          <a:xfrm>
            <a:off x="7824413" y="5452364"/>
            <a:ext cx="1316736" cy="35702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C++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7F4F412-4BA3-92F4-5305-B83D0818EABE}"/>
              </a:ext>
            </a:extLst>
          </p:cNvPr>
          <p:cNvSpPr/>
          <p:nvPr/>
        </p:nvSpPr>
        <p:spPr>
          <a:xfrm>
            <a:off x="1786094" y="5385688"/>
            <a:ext cx="1316736" cy="35702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C#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0E4FFE8C-F340-1FE2-7B55-533757BA0B9A}"/>
              </a:ext>
            </a:extLst>
          </p:cNvPr>
          <p:cNvSpPr/>
          <p:nvPr/>
        </p:nvSpPr>
        <p:spPr>
          <a:xfrm>
            <a:off x="9468638" y="5988301"/>
            <a:ext cx="1971716" cy="80503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Hydra-Ring exe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0D8220D-60C0-C96B-A180-A50B858D69FE}"/>
              </a:ext>
            </a:extLst>
          </p:cNvPr>
          <p:cNvSpPr/>
          <p:nvPr/>
        </p:nvSpPr>
        <p:spPr>
          <a:xfrm>
            <a:off x="406620" y="5942140"/>
            <a:ext cx="1971716" cy="80503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D-</a:t>
            </a:r>
            <a:r>
              <a:rPr lang="en-US" sz="1400" dirty="0" err="1"/>
              <a:t>GeoStability</a:t>
            </a:r>
            <a:r>
              <a:rPr lang="en-US" sz="1400" dirty="0"/>
              <a:t> exe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D6B1F8E-364D-4685-4D71-D766124ABF80}"/>
              </a:ext>
            </a:extLst>
          </p:cNvPr>
          <p:cNvCxnSpPr>
            <a:cxnSpLocks/>
            <a:stCxn id="13" idx="4"/>
            <a:endCxn id="75" idx="0"/>
          </p:cNvCxnSpPr>
          <p:nvPr/>
        </p:nvCxnSpPr>
        <p:spPr>
          <a:xfrm flipH="1">
            <a:off x="1392478" y="5564201"/>
            <a:ext cx="1" cy="37793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C0A6670-6614-76B4-B844-6011846A4D82}"/>
              </a:ext>
            </a:extLst>
          </p:cNvPr>
          <p:cNvCxnSpPr>
            <a:cxnSpLocks/>
            <a:endCxn id="74" idx="0"/>
          </p:cNvCxnSpPr>
          <p:nvPr/>
        </p:nvCxnSpPr>
        <p:spPr>
          <a:xfrm>
            <a:off x="10454496" y="5629553"/>
            <a:ext cx="0" cy="35874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BA099123-C9C7-6B4E-905B-A84A8026798A}"/>
              </a:ext>
            </a:extLst>
          </p:cNvPr>
          <p:cNvSpPr/>
          <p:nvPr/>
        </p:nvSpPr>
        <p:spPr>
          <a:xfrm>
            <a:off x="10314711" y="5452364"/>
            <a:ext cx="1316736" cy="35702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C++</a:t>
            </a:r>
          </a:p>
        </p:txBody>
      </p:sp>
    </p:spTree>
    <p:extLst>
      <p:ext uri="{BB962C8B-B14F-4D97-AF65-F5344CB8AC3E}">
        <p14:creationId xmlns:p14="http://schemas.microsoft.com/office/powerpoint/2010/main" val="18526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  <p:bldP spid="15" grpId="0" animBg="1"/>
      <p:bldP spid="3" grpId="0" animBg="1"/>
      <p:bldP spid="4" grpId="0" animBg="1"/>
      <p:bldP spid="5" grpId="0" animBg="1"/>
      <p:bldP spid="38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2" grpId="0" animBg="1"/>
      <p:bldP spid="74" grpId="0" animBg="1"/>
      <p:bldP spid="75" grpId="0" animBg="1"/>
      <p:bldP spid="7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9449-A158-8C12-0348-DC8253F5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A59F3-3FD4-5A84-5932-05F4C2BC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Notebooks:</a:t>
            </a:r>
          </a:p>
          <a:p>
            <a:pPr lvl="1"/>
            <a:r>
              <a:rPr lang="en-US" dirty="0"/>
              <a:t>Run up example</a:t>
            </a:r>
          </a:p>
          <a:p>
            <a:pPr lvl="1"/>
            <a:r>
              <a:rPr lang="en-US" dirty="0"/>
              <a:t>Hydra-Ring</a:t>
            </a:r>
          </a:p>
          <a:p>
            <a:pPr lvl="1"/>
            <a:r>
              <a:rPr lang="en-US" dirty="0"/>
              <a:t>Probabilistic toolkit connection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D9947-7CDC-DD44-8BE1-E815C3CF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8012C-BFB9-4159-DAF5-E688817C7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0504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C182-D1B0-6615-245D-1CB692AA4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74C8B-4F73-CF9F-CD48-3ECD1890C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JIRA</a:t>
            </a:r>
          </a:p>
          <a:p>
            <a:r>
              <a:rPr lang="nl-NL" dirty="0"/>
              <a:t>Github</a:t>
            </a:r>
          </a:p>
          <a:p>
            <a:r>
              <a:rPr lang="nl-NL" dirty="0" err="1"/>
              <a:t>TeamCity</a:t>
            </a:r>
            <a:endParaRPr lang="nl-NL" dirty="0"/>
          </a:p>
          <a:p>
            <a:pPr lvl="1"/>
            <a:r>
              <a:rPr lang="nl-NL" dirty="0" err="1"/>
              <a:t>Sig</a:t>
            </a:r>
            <a:r>
              <a:rPr lang="nl-NL" dirty="0"/>
              <a:t> </a:t>
            </a:r>
            <a:r>
              <a:rPr lang="nl-NL" dirty="0" err="1"/>
              <a:t>build</a:t>
            </a:r>
            <a:endParaRPr lang="nl-NL" dirty="0"/>
          </a:p>
          <a:p>
            <a:pPr lvl="1"/>
            <a:r>
              <a:rPr lang="nl-NL" dirty="0"/>
              <a:t>Code </a:t>
            </a:r>
            <a:r>
              <a:rPr lang="nl-NL" dirty="0" err="1"/>
              <a:t>coverage</a:t>
            </a:r>
            <a:r>
              <a:rPr lang="nl-NL" dirty="0"/>
              <a:t> </a:t>
            </a:r>
            <a:r>
              <a:rPr lang="nl-NL" dirty="0" err="1"/>
              <a:t>build</a:t>
            </a:r>
            <a:endParaRPr lang="nl-NL" dirty="0"/>
          </a:p>
          <a:p>
            <a:pPr lvl="1"/>
            <a:r>
              <a:rPr lang="nl-NL" dirty="0"/>
              <a:t>Treintje voor python </a:t>
            </a:r>
            <a:r>
              <a:rPr lang="nl-NL" dirty="0" err="1"/>
              <a:t>build</a:t>
            </a:r>
            <a:r>
              <a:rPr lang="nl-NL" dirty="0"/>
              <a:t>/tests</a:t>
            </a:r>
          </a:p>
          <a:p>
            <a:pPr lvl="1"/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DD9FF-1EE5-0105-9F10-EA4A882C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5CE8E-A704-55EA-BE47-06F62FF04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1593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5F0D-9B06-4661-87FD-72E5A2AC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Probabilistic Library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B01D2-AB88-4764-AF47-9D5D7CA3A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Wheels available</a:t>
            </a:r>
          </a:p>
          <a:p>
            <a:pPr lvl="1"/>
            <a:r>
              <a:rPr lang="en-US" dirty="0"/>
              <a:t>ask us</a:t>
            </a:r>
            <a:endParaRPr lang="en-GB" dirty="0"/>
          </a:p>
          <a:p>
            <a:pPr lvl="1"/>
            <a:endParaRPr lang="en-US" dirty="0"/>
          </a:p>
          <a:p>
            <a:r>
              <a:rPr lang="en-US" dirty="0"/>
              <a:t>Pizza course</a:t>
            </a:r>
          </a:p>
          <a:p>
            <a:pPr lvl="1"/>
            <a:r>
              <a:rPr lang="en-US" dirty="0"/>
              <a:t>Start of November, to be announced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954F2-890A-4CBA-AC9A-D821D451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23462-6B27-4736-8FD4-1786EE0BB6CA}" type="datetime1">
              <a:rPr lang="nl-NL" smtClean="0"/>
              <a:t>2-10-2024</a:t>
            </a:fld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5DEEFE-283E-4B6D-8890-028F3D89B320}"/>
              </a:ext>
            </a:extLst>
          </p:cNvPr>
          <p:cNvSpPr/>
          <p:nvPr/>
        </p:nvSpPr>
        <p:spPr>
          <a:xfrm>
            <a:off x="419093" y="1477695"/>
            <a:ext cx="8190753" cy="9745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6868AE-0979-473C-9987-F07D6840F256}"/>
              </a:ext>
            </a:extLst>
          </p:cNvPr>
          <p:cNvSpPr/>
          <p:nvPr/>
        </p:nvSpPr>
        <p:spPr>
          <a:xfrm>
            <a:off x="419093" y="2602344"/>
            <a:ext cx="8190753" cy="9745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941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jdelijke aanduiding voor afbeelding 128">
            <a:extLst>
              <a:ext uri="{FF2B5EF4-FFF2-40B4-BE49-F238E27FC236}">
                <a16:creationId xmlns:a16="http://schemas.microsoft.com/office/drawing/2014/main" id="{FA1B1A6D-3A86-4F95-8D24-AF1A478F45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DE853615-DEEB-4AE7-AF32-85B217A8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Contact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B139452-27B1-41DF-AF0F-C8980743A8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facebook.com/</a:t>
            </a:r>
            <a:r>
              <a:rPr lang="en-GB" dirty="0" err="1"/>
              <a:t>deltaresNL</a:t>
            </a:r>
            <a:endParaRPr lang="en-GB" dirty="0"/>
          </a:p>
          <a:p>
            <a:r>
              <a:rPr lang="en-GB" dirty="0"/>
              <a:t>linkedin.com/company/</a:t>
            </a:r>
            <a:r>
              <a:rPr lang="en-GB" dirty="0" err="1"/>
              <a:t>deltares</a:t>
            </a:r>
            <a:endParaRPr lang="en-GB" dirty="0"/>
          </a:p>
          <a:p>
            <a:r>
              <a:rPr lang="en-GB" dirty="0"/>
              <a:t>@</a:t>
            </a:r>
            <a:r>
              <a:rPr lang="en-GB" dirty="0" err="1"/>
              <a:t>deltares</a:t>
            </a:r>
            <a:endParaRPr lang="en-GB" dirty="0"/>
          </a:p>
          <a:p>
            <a:r>
              <a:rPr lang="en-GB" dirty="0"/>
              <a:t>@</a:t>
            </a:r>
            <a:r>
              <a:rPr lang="en-GB" dirty="0" err="1"/>
              <a:t>deltaresNL</a:t>
            </a:r>
            <a:endParaRPr lang="en-GB" dirty="0"/>
          </a:p>
        </p:txBody>
      </p:sp>
      <p:sp>
        <p:nvSpPr>
          <p:cNvPr id="130" name="Tijdelijke aanduiding voor tekst 129">
            <a:extLst>
              <a:ext uri="{FF2B5EF4-FFF2-40B4-BE49-F238E27FC236}">
                <a16:creationId xmlns:a16="http://schemas.microsoft.com/office/drawing/2014/main" id="{97498EAD-D9BC-4497-809D-90BAC7FC8F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E748CDC-89CE-4868-BBD3-314EE3C75CA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C527063-DA4D-4620-ABD9-F492B543D31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30" name="Tijdelijke aanduiding voor tekst 29">
            <a:extLst>
              <a:ext uri="{FF2B5EF4-FFF2-40B4-BE49-F238E27FC236}">
                <a16:creationId xmlns:a16="http://schemas.microsoft.com/office/drawing/2014/main" id="{8BAE38E2-1983-4050-827C-41B7773A605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59999" y="1764000"/>
            <a:ext cx="7941151" cy="306000"/>
          </a:xfrm>
        </p:spPr>
        <p:txBody>
          <a:bodyPr/>
          <a:lstStyle/>
          <a:p>
            <a:r>
              <a:rPr lang="nl-NL" dirty="0"/>
              <a:t>www.deltares.nl/en/software-and-data/products/probabilistic-toolkit-ptk</a:t>
            </a:r>
            <a:endParaRPr lang="en-GB" dirty="0"/>
          </a:p>
        </p:txBody>
      </p:sp>
      <p:sp>
        <p:nvSpPr>
          <p:cNvPr id="31" name="Tijdelijke aanduiding voor tekst 30">
            <a:extLst>
              <a:ext uri="{FF2B5EF4-FFF2-40B4-BE49-F238E27FC236}">
                <a16:creationId xmlns:a16="http://schemas.microsoft.com/office/drawing/2014/main" id="{0FFFB232-6F62-4B57-BB77-335815282DE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260000" y="2268000"/>
            <a:ext cx="8762186" cy="306000"/>
          </a:xfrm>
        </p:spPr>
        <p:txBody>
          <a:bodyPr/>
          <a:lstStyle/>
          <a:p>
            <a:r>
              <a:rPr lang="en-GB" dirty="0">
                <a:hlinkClick r:id="rId3"/>
              </a:rPr>
              <a:t>rob.brinkman@deltares.nl</a:t>
            </a:r>
            <a:r>
              <a:rPr lang="en-GB" dirty="0"/>
              <a:t> , </a:t>
            </a:r>
            <a:r>
              <a:rPr lang="en-GB" dirty="0">
                <a:hlinkClick r:id="rId4"/>
              </a:rPr>
              <a:t>edwin.spee@deltares.nl</a:t>
            </a:r>
            <a:endParaRPr lang="en-GB" dirty="0"/>
          </a:p>
        </p:txBody>
      </p:sp>
      <p:sp>
        <p:nvSpPr>
          <p:cNvPr id="131" name="Tijdelijke aanduiding voor afbeelding 130">
            <a:extLst>
              <a:ext uri="{FF2B5EF4-FFF2-40B4-BE49-F238E27FC236}">
                <a16:creationId xmlns:a16="http://schemas.microsoft.com/office/drawing/2014/main" id="{57CA46A9-1D4A-467A-A87B-6BD96604A40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2" name="Tijdelijke aanduiding voor afbeelding 131">
            <a:extLst>
              <a:ext uri="{FF2B5EF4-FFF2-40B4-BE49-F238E27FC236}">
                <a16:creationId xmlns:a16="http://schemas.microsoft.com/office/drawing/2014/main" id="{18E735EB-9646-4D6D-BFE0-DDD1E99DDAE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588727"/>
      </p:ext>
    </p:extLst>
  </p:cSld>
  <p:clrMapOvr>
    <a:masterClrMapping/>
  </p:clrMapOvr>
</p:sld>
</file>

<file path=ppt/theme/theme1.xml><?xml version="1.0" encoding="utf-8"?>
<a:theme xmlns:a="http://schemas.openxmlformats.org/drawingml/2006/main" name="Deltares">
  <a:themeElements>
    <a:clrScheme name="Deltares">
      <a:dk1>
        <a:sysClr val="windowText" lastClr="000000"/>
      </a:dk1>
      <a:lt1>
        <a:sysClr val="window" lastClr="FFFFFF"/>
      </a:lt1>
      <a:dk2>
        <a:srgbClr val="080C80"/>
      </a:dk2>
      <a:lt2>
        <a:srgbClr val="F2F2F2"/>
      </a:lt2>
      <a:accent1>
        <a:srgbClr val="080C80"/>
      </a:accent1>
      <a:accent2>
        <a:srgbClr val="0D38E0"/>
      </a:accent2>
      <a:accent3>
        <a:srgbClr val="0EBBF0"/>
      </a:accent3>
      <a:accent4>
        <a:srgbClr val="00B389"/>
      </a:accent4>
      <a:accent5>
        <a:srgbClr val="00CC96"/>
      </a:accent5>
      <a:accent6>
        <a:srgbClr val="00E6A1"/>
      </a:accent6>
      <a:hlink>
        <a:srgbClr val="0D38E0"/>
      </a:hlink>
      <a:folHlink>
        <a:srgbClr val="70707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res - Sjabloon UK.potx" id="{60C54E0E-A5B2-4FEE-8E0B-136331C7CB0D}" vid="{4F8657CA-FEBF-4234-88FD-946F34CF5C03}"/>
    </a:ext>
  </a:extLst>
</a:theme>
</file>

<file path=ppt/theme/theme2.xml><?xml version="1.0" encoding="utf-8"?>
<a:theme xmlns:a="http://schemas.openxmlformats.org/drawingml/2006/main" name="Kantoorthema">
  <a:themeElements>
    <a:clrScheme name="Deltares">
      <a:dk1>
        <a:sysClr val="windowText" lastClr="000000"/>
      </a:dk1>
      <a:lt1>
        <a:sysClr val="window" lastClr="FFFFFF"/>
      </a:lt1>
      <a:dk2>
        <a:srgbClr val="0A28A3"/>
      </a:dk2>
      <a:lt2>
        <a:srgbClr val="FFFFFF"/>
      </a:lt2>
      <a:accent1>
        <a:srgbClr val="0A28A3"/>
      </a:accent1>
      <a:accent2>
        <a:srgbClr val="0E43F0"/>
      </a:accent2>
      <a:accent3>
        <a:srgbClr val="0ECAF0"/>
      </a:accent3>
      <a:accent4>
        <a:srgbClr val="00B389"/>
      </a:accent4>
      <a:accent5>
        <a:srgbClr val="00CC96"/>
      </a:accent5>
      <a:accent6>
        <a:srgbClr val="00E6A1"/>
      </a:accent6>
      <a:hlink>
        <a:srgbClr val="0E43F0"/>
      </a:hlink>
      <a:folHlink>
        <a:srgbClr val="0A28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Deltares">
      <a:dk1>
        <a:sysClr val="windowText" lastClr="000000"/>
      </a:dk1>
      <a:lt1>
        <a:sysClr val="window" lastClr="FFFFFF"/>
      </a:lt1>
      <a:dk2>
        <a:srgbClr val="0A28A3"/>
      </a:dk2>
      <a:lt2>
        <a:srgbClr val="FFFFFF"/>
      </a:lt2>
      <a:accent1>
        <a:srgbClr val="0A28A3"/>
      </a:accent1>
      <a:accent2>
        <a:srgbClr val="0E43F0"/>
      </a:accent2>
      <a:accent3>
        <a:srgbClr val="0ECAF0"/>
      </a:accent3>
      <a:accent4>
        <a:srgbClr val="00B389"/>
      </a:accent4>
      <a:accent5>
        <a:srgbClr val="00CC96"/>
      </a:accent5>
      <a:accent6>
        <a:srgbClr val="00E6A1"/>
      </a:accent6>
      <a:hlink>
        <a:srgbClr val="0E43F0"/>
      </a:hlink>
      <a:folHlink>
        <a:srgbClr val="0A28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8dc3081-d8a1-4e92-884a-04f6ca0fc63f"/>
    <TaxKeywordTaxHTField xmlns="9dc10479-9fe1-482d-8b13-fa9fc147c365">
      <Terms xmlns="http://schemas.microsoft.com/office/infopath/2007/PartnerControls"/>
    </TaxKeywordTaxHTField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ECBE09418E094297756BB7D28E2B2D" ma:contentTypeVersion="13" ma:contentTypeDescription="Een nieuw document maken." ma:contentTypeScope="" ma:versionID="43c57db1ef9d2047f0afe528fe94cd7b">
  <xsd:schema xmlns:xsd="http://www.w3.org/2001/XMLSchema" xmlns:xs="http://www.w3.org/2001/XMLSchema" xmlns:p="http://schemas.microsoft.com/office/2006/metadata/properties" xmlns:ns2="5db5d4ef-9fd2-45ea-8e34-77d63cce28d8" xmlns:ns3="9dc10479-9fe1-482d-8b13-fa9fc147c365" xmlns:ns4="58dc3081-d8a1-4e92-884a-04f6ca0fc63f" targetNamespace="http://schemas.microsoft.com/office/2006/metadata/properties" ma:root="true" ma:fieldsID="752a5c63f437750ef2cedcd6166ab022" ns2:_="" ns3:_="" ns4:_="">
    <xsd:import namespace="5db5d4ef-9fd2-45ea-8e34-77d63cce28d8"/>
    <xsd:import namespace="9dc10479-9fe1-482d-8b13-fa9fc147c365"/>
    <xsd:import namespace="58dc3081-d8a1-4e92-884a-04f6ca0fc6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TaxKeywordTaxHTField" minOccurs="0"/>
                <xsd:element ref="ns4:TaxCatchAll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b5d4ef-9fd2-45ea-8e34-77d63cce28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c10479-9fe1-482d-8b13-fa9fc147c365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1" nillable="true" ma:taxonomy="true" ma:internalName="TaxKeywordTaxHTField" ma:taxonomyFieldName="TaxKeyword" ma:displayName="Ondernemingstrefwoorden" ma:fieldId="{23f27201-bee3-471e-b2e7-b64fd8b7ca38}" ma:taxonomyMulti="true" ma:sspId="23b92cde-922f-41e6-b057-b97c56e4b7ba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dc3081-d8a1-4e92-884a-04f6ca0fc63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c65bc13-3d8f-49fb-9e07-0ee17562167c}" ma:internalName="TaxCatchAll" ma:showField="CatchAllData" ma:web="9dc10479-9fe1-482d-8b13-fa9fc147c3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DF6626-F3CA-4DB6-97F3-50ACA793C97C}">
  <ds:schemaRefs>
    <ds:schemaRef ds:uri="http://schemas.microsoft.com/office/2006/metadata/properties"/>
    <ds:schemaRef ds:uri="http://schemas.microsoft.com/office/infopath/2007/PartnerControls"/>
    <ds:schemaRef ds:uri="58dc3081-d8a1-4e92-884a-04f6ca0fc63f"/>
    <ds:schemaRef ds:uri="9dc10479-9fe1-482d-8b13-fa9fc147c365"/>
  </ds:schemaRefs>
</ds:datastoreItem>
</file>

<file path=customXml/itemProps2.xml><?xml version="1.0" encoding="utf-8"?>
<ds:datastoreItem xmlns:ds="http://schemas.openxmlformats.org/officeDocument/2006/customXml" ds:itemID="{1D7632B3-E712-4A5A-BFB2-E82A857482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b5d4ef-9fd2-45ea-8e34-77d63cce28d8"/>
    <ds:schemaRef ds:uri="9dc10479-9fe1-482d-8b13-fa9fc147c365"/>
    <ds:schemaRef ds:uri="58dc3081-d8a1-4e92-884a-04f6ca0fc6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F049C5-34FC-4054-9737-0DAA15D8F6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Deltares - Template UK</Template>
  <TotalTime>236</TotalTime>
  <Words>322</Words>
  <Application>Microsoft Office PowerPoint</Application>
  <PresentationFormat>Widescreen</PresentationFormat>
  <Paragraphs>140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Deltares</vt:lpstr>
      <vt:lpstr>PowerPoint Presentation</vt:lpstr>
      <vt:lpstr>PowerPoint Presentation</vt:lpstr>
      <vt:lpstr>Probabilistic Library </vt:lpstr>
      <vt:lpstr>Situatie januari 2024</vt:lpstr>
      <vt:lpstr>Situatie oktober 2024</vt:lpstr>
      <vt:lpstr>Probabilistic library</vt:lpstr>
      <vt:lpstr>Probabilististic library - implementatie</vt:lpstr>
      <vt:lpstr>Probabilististic library – Python interface</vt:lpstr>
      <vt:lpstr>Demo 1</vt:lpstr>
      <vt:lpstr>Demo 2</vt:lpstr>
      <vt:lpstr>Using the Probabilistic Library</vt:lpstr>
      <vt:lpstr>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Brinkman</dc:creator>
  <dc:description>Template implementation by HQ Solutions B.V.</dc:description>
  <cp:lastModifiedBy>Edwin Spee</cp:lastModifiedBy>
  <cp:revision>15</cp:revision>
  <dcterms:created xsi:type="dcterms:W3CDTF">2024-09-21T08:59:57Z</dcterms:created>
  <dcterms:modified xsi:type="dcterms:W3CDTF">2024-10-02T07:33:04Z</dcterms:modified>
  <cp:version>1.0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0x01010080ECBE09418E094297756BB7D28E2B2D</vt:lpwstr>
  </property>
  <property fmtid="{D5CDD505-2E9C-101B-9397-08002B2CF9AE}" pid="3" name="TaxKeyword">
    <vt:lpwstr/>
  </property>
</Properties>
</file>