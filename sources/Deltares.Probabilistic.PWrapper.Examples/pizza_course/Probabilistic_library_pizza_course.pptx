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2"/>
  </p:notesMasterIdLst>
  <p:handoutMasterIdLst>
    <p:handoutMasterId r:id="rId53"/>
  </p:handoutMasterIdLst>
  <p:sldIdLst>
    <p:sldId id="344" r:id="rId5"/>
    <p:sldId id="298" r:id="rId6"/>
    <p:sldId id="299" r:id="rId7"/>
    <p:sldId id="300" r:id="rId8"/>
    <p:sldId id="301" r:id="rId9"/>
    <p:sldId id="307" r:id="rId10"/>
    <p:sldId id="313" r:id="rId11"/>
    <p:sldId id="315" r:id="rId12"/>
    <p:sldId id="316" r:id="rId13"/>
    <p:sldId id="302" r:id="rId14"/>
    <p:sldId id="311" r:id="rId15"/>
    <p:sldId id="303" r:id="rId16"/>
    <p:sldId id="304" r:id="rId17"/>
    <p:sldId id="305" r:id="rId18"/>
    <p:sldId id="306" r:id="rId19"/>
    <p:sldId id="308" r:id="rId20"/>
    <p:sldId id="312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324" r:id="rId29"/>
    <p:sldId id="325" r:id="rId30"/>
    <p:sldId id="326" r:id="rId31"/>
    <p:sldId id="327" r:id="rId32"/>
    <p:sldId id="328" r:id="rId33"/>
    <p:sldId id="329" r:id="rId34"/>
    <p:sldId id="330" r:id="rId35"/>
    <p:sldId id="331" r:id="rId36"/>
    <p:sldId id="332" r:id="rId37"/>
    <p:sldId id="333" r:id="rId38"/>
    <p:sldId id="334" r:id="rId39"/>
    <p:sldId id="338" r:id="rId40"/>
    <p:sldId id="345" r:id="rId41"/>
    <p:sldId id="346" r:id="rId42"/>
    <p:sldId id="336" r:id="rId43"/>
    <p:sldId id="340" r:id="rId44"/>
    <p:sldId id="341" r:id="rId45"/>
    <p:sldId id="342" r:id="rId46"/>
    <p:sldId id="339" r:id="rId47"/>
    <p:sldId id="335" r:id="rId48"/>
    <p:sldId id="337" r:id="rId49"/>
    <p:sldId id="348" r:id="rId50"/>
    <p:sldId id="347" r:id="rId5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  <a:srgbClr val="F98607"/>
    <a:srgbClr val="FFFFFF"/>
    <a:srgbClr val="C0C0C0"/>
    <a:srgbClr val="707070"/>
    <a:srgbClr val="00B389"/>
    <a:srgbClr val="F1F3FD"/>
    <a:srgbClr val="0D38E0"/>
    <a:srgbClr val="080C80"/>
    <a:srgbClr val="0EA2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4D2253-6EEC-47C4-A1CE-61A12C5F2A68}" v="406" dt="2025-06-03T13:11:24.861"/>
    <p1510:client id="{E06CBFCF-50B9-4FF4-9D8C-CA5B2DAB8E9F}" v="3" dt="2025-06-03T12:53:55.076"/>
    <p1510:client id="{F4601FF5-DC9C-D4D9-AD8D-0BBF4B46E58D}" v="13" dt="2025-06-03T11:52:20.3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Stijl, gemiddeld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win Spee" userId="d625c356-9ddf-4f2a-9144-579a473811e2" providerId="ADAL" clId="{E06CBFCF-50B9-4FF4-9D8C-CA5B2DAB8E9F}"/>
    <pc:docChg chg="custSel modSld">
      <pc:chgData name="Edwin Spee" userId="d625c356-9ddf-4f2a-9144-579a473811e2" providerId="ADAL" clId="{E06CBFCF-50B9-4FF4-9D8C-CA5B2DAB8E9F}" dt="2025-06-03T12:53:55.077" v="53" actId="11"/>
      <pc:docMkLst>
        <pc:docMk/>
      </pc:docMkLst>
      <pc:sldChg chg="modNotesTx">
        <pc:chgData name="Edwin Spee" userId="d625c356-9ddf-4f2a-9144-579a473811e2" providerId="ADAL" clId="{E06CBFCF-50B9-4FF4-9D8C-CA5B2DAB8E9F}" dt="2025-05-23T13:37:23.314" v="48" actId="20577"/>
        <pc:sldMkLst>
          <pc:docMk/>
          <pc:sldMk cId="3518829389" sldId="319"/>
        </pc:sldMkLst>
      </pc:sldChg>
      <pc:sldChg chg="modSp mod">
        <pc:chgData name="Edwin Spee" userId="d625c356-9ddf-4f2a-9144-579a473811e2" providerId="ADAL" clId="{E06CBFCF-50B9-4FF4-9D8C-CA5B2DAB8E9F}" dt="2025-05-23T13:36:26.388" v="0" actId="20577"/>
        <pc:sldMkLst>
          <pc:docMk/>
          <pc:sldMk cId="4170723072" sldId="323"/>
        </pc:sldMkLst>
        <pc:spChg chg="mod">
          <ac:chgData name="Edwin Spee" userId="d625c356-9ddf-4f2a-9144-579a473811e2" providerId="ADAL" clId="{E06CBFCF-50B9-4FF4-9D8C-CA5B2DAB8E9F}" dt="2025-05-23T13:36:26.388" v="0" actId="20577"/>
          <ac:spMkLst>
            <pc:docMk/>
            <pc:sldMk cId="4170723072" sldId="323"/>
            <ac:spMk id="11" creationId="{C0A1FFEA-BBC1-1E19-4C64-854C40092E7E}"/>
          </ac:spMkLst>
        </pc:spChg>
      </pc:sldChg>
      <pc:sldChg chg="modSp mod">
        <pc:chgData name="Edwin Spee" userId="d625c356-9ddf-4f2a-9144-579a473811e2" providerId="ADAL" clId="{E06CBFCF-50B9-4FF4-9D8C-CA5B2DAB8E9F}" dt="2025-05-23T13:40:20.853" v="50" actId="20577"/>
        <pc:sldMkLst>
          <pc:docMk/>
          <pc:sldMk cId="3930922891" sldId="341"/>
        </pc:sldMkLst>
        <pc:spChg chg="mod">
          <ac:chgData name="Edwin Spee" userId="d625c356-9ddf-4f2a-9144-579a473811e2" providerId="ADAL" clId="{E06CBFCF-50B9-4FF4-9D8C-CA5B2DAB8E9F}" dt="2025-05-23T13:40:20.853" v="50" actId="20577"/>
          <ac:spMkLst>
            <pc:docMk/>
            <pc:sldMk cId="3930922891" sldId="341"/>
            <ac:spMk id="9" creationId="{9FC8F928-0315-084A-3D6A-23E8F6CDED51}"/>
          </ac:spMkLst>
        </pc:spChg>
      </pc:sldChg>
      <pc:sldChg chg="modSp mod">
        <pc:chgData name="Edwin Spee" userId="d625c356-9ddf-4f2a-9144-579a473811e2" providerId="ADAL" clId="{E06CBFCF-50B9-4FF4-9D8C-CA5B2DAB8E9F}" dt="2025-06-03T12:53:55.077" v="53" actId="11"/>
        <pc:sldMkLst>
          <pc:docMk/>
          <pc:sldMk cId="3840228261" sldId="342"/>
        </pc:sldMkLst>
        <pc:spChg chg="mod">
          <ac:chgData name="Edwin Spee" userId="d625c356-9ddf-4f2a-9144-579a473811e2" providerId="ADAL" clId="{E06CBFCF-50B9-4FF4-9D8C-CA5B2DAB8E9F}" dt="2025-06-03T12:53:55.077" v="53" actId="11"/>
          <ac:spMkLst>
            <pc:docMk/>
            <pc:sldMk cId="3840228261" sldId="342"/>
            <ac:spMk id="3" creationId="{AC1A421C-9A62-B515-058F-A5FAC347AB2D}"/>
          </ac:spMkLst>
        </pc:spChg>
      </pc:sldChg>
    </pc:docChg>
  </pc:docChgLst>
  <pc:docChgLst>
    <pc:chgData name="Karolina Wojciechowska" userId="030dd1c7-c84c-45d1-9bd6-2f3e05cb5cdc" providerId="ADAL" clId="{764D2253-6EEC-47C4-A1CE-61A12C5F2A68}"/>
    <pc:docChg chg="undo custSel addSld delSld modSld sldOrd">
      <pc:chgData name="Karolina Wojciechowska" userId="030dd1c7-c84c-45d1-9bd6-2f3e05cb5cdc" providerId="ADAL" clId="{764D2253-6EEC-47C4-A1CE-61A12C5F2A68}" dt="2025-06-03T13:11:24.861" v="13413" actId="478"/>
      <pc:docMkLst>
        <pc:docMk/>
      </pc:docMkLst>
      <pc:sldChg chg="del">
        <pc:chgData name="Karolina Wojciechowska" userId="030dd1c7-c84c-45d1-9bd6-2f3e05cb5cdc" providerId="ADAL" clId="{764D2253-6EEC-47C4-A1CE-61A12C5F2A68}" dt="2025-05-06T12:40:52.593" v="156" actId="47"/>
        <pc:sldMkLst>
          <pc:docMk/>
          <pc:sldMk cId="1850369787" sldId="258"/>
        </pc:sldMkLst>
      </pc:sldChg>
      <pc:sldChg chg="del">
        <pc:chgData name="Karolina Wojciechowska" userId="030dd1c7-c84c-45d1-9bd6-2f3e05cb5cdc" providerId="ADAL" clId="{764D2253-6EEC-47C4-A1CE-61A12C5F2A68}" dt="2025-05-06T12:40:52.593" v="156" actId="47"/>
        <pc:sldMkLst>
          <pc:docMk/>
          <pc:sldMk cId="3889868675" sldId="259"/>
        </pc:sldMkLst>
      </pc:sldChg>
      <pc:sldChg chg="delSp modSp del mod">
        <pc:chgData name="Karolina Wojciechowska" userId="030dd1c7-c84c-45d1-9bd6-2f3e05cb5cdc" providerId="ADAL" clId="{764D2253-6EEC-47C4-A1CE-61A12C5F2A68}" dt="2025-06-03T08:46:48.440" v="13005" actId="47"/>
        <pc:sldMkLst>
          <pc:docMk/>
          <pc:sldMk cId="1848310190" sldId="260"/>
        </pc:sldMkLst>
      </pc:sldChg>
      <pc:sldChg chg="del">
        <pc:chgData name="Karolina Wojciechowska" userId="030dd1c7-c84c-45d1-9bd6-2f3e05cb5cdc" providerId="ADAL" clId="{764D2253-6EEC-47C4-A1CE-61A12C5F2A68}" dt="2025-05-06T12:40:52.593" v="156" actId="47"/>
        <pc:sldMkLst>
          <pc:docMk/>
          <pc:sldMk cId="1425472450" sldId="261"/>
        </pc:sldMkLst>
      </pc:sldChg>
      <pc:sldChg chg="del">
        <pc:chgData name="Karolina Wojciechowska" userId="030dd1c7-c84c-45d1-9bd6-2f3e05cb5cdc" providerId="ADAL" clId="{764D2253-6EEC-47C4-A1CE-61A12C5F2A68}" dt="2025-05-06T12:40:52.593" v="156" actId="47"/>
        <pc:sldMkLst>
          <pc:docMk/>
          <pc:sldMk cId="743857954" sldId="262"/>
        </pc:sldMkLst>
      </pc:sldChg>
      <pc:sldChg chg="del">
        <pc:chgData name="Karolina Wojciechowska" userId="030dd1c7-c84c-45d1-9bd6-2f3e05cb5cdc" providerId="ADAL" clId="{764D2253-6EEC-47C4-A1CE-61A12C5F2A68}" dt="2025-05-06T12:40:52.593" v="156" actId="47"/>
        <pc:sldMkLst>
          <pc:docMk/>
          <pc:sldMk cId="1984679604" sldId="263"/>
        </pc:sldMkLst>
      </pc:sldChg>
      <pc:sldChg chg="del">
        <pc:chgData name="Karolina Wojciechowska" userId="030dd1c7-c84c-45d1-9bd6-2f3e05cb5cdc" providerId="ADAL" clId="{764D2253-6EEC-47C4-A1CE-61A12C5F2A68}" dt="2025-05-06T12:40:52.593" v="156" actId="47"/>
        <pc:sldMkLst>
          <pc:docMk/>
          <pc:sldMk cId="2503314374" sldId="264"/>
        </pc:sldMkLst>
      </pc:sldChg>
      <pc:sldChg chg="del">
        <pc:chgData name="Karolina Wojciechowska" userId="030dd1c7-c84c-45d1-9bd6-2f3e05cb5cdc" providerId="ADAL" clId="{764D2253-6EEC-47C4-A1CE-61A12C5F2A68}" dt="2025-05-06T12:40:52.593" v="156" actId="47"/>
        <pc:sldMkLst>
          <pc:docMk/>
          <pc:sldMk cId="131628778" sldId="265"/>
        </pc:sldMkLst>
      </pc:sldChg>
      <pc:sldChg chg="addSp delSp modSp mod">
        <pc:chgData name="Karolina Wojciechowska" userId="030dd1c7-c84c-45d1-9bd6-2f3e05cb5cdc" providerId="ADAL" clId="{764D2253-6EEC-47C4-A1CE-61A12C5F2A68}" dt="2025-06-03T08:48:34.913" v="13058" actId="1038"/>
        <pc:sldMkLst>
          <pc:docMk/>
          <pc:sldMk cId="3454861042" sldId="298"/>
        </pc:sldMkLst>
        <pc:spChg chg="mod">
          <ac:chgData name="Karolina Wojciechowska" userId="030dd1c7-c84c-45d1-9bd6-2f3e05cb5cdc" providerId="ADAL" clId="{764D2253-6EEC-47C4-A1CE-61A12C5F2A68}" dt="2025-06-03T08:48:07.221" v="13048" actId="20577"/>
          <ac:spMkLst>
            <pc:docMk/>
            <pc:sldMk cId="3454861042" sldId="298"/>
            <ac:spMk id="2" creationId="{788A4D74-0138-4615-8BF6-877A50E1B155}"/>
          </ac:spMkLst>
        </pc:spChg>
        <pc:spChg chg="del mod">
          <ac:chgData name="Karolina Wojciechowska" userId="030dd1c7-c84c-45d1-9bd6-2f3e05cb5cdc" providerId="ADAL" clId="{764D2253-6EEC-47C4-A1CE-61A12C5F2A68}" dt="2025-06-03T08:48:09.892" v="13049" actId="478"/>
          <ac:spMkLst>
            <pc:docMk/>
            <pc:sldMk cId="3454861042" sldId="298"/>
            <ac:spMk id="3" creationId="{7AA02A56-F306-4BD9-9AE4-F7B81DD8740E}"/>
          </ac:spMkLst>
        </pc:spChg>
        <pc:spChg chg="add del mod">
          <ac:chgData name="Karolina Wojciechowska" userId="030dd1c7-c84c-45d1-9bd6-2f3e05cb5cdc" providerId="ADAL" clId="{764D2253-6EEC-47C4-A1CE-61A12C5F2A68}" dt="2025-06-03T08:48:12.093" v="13050" actId="478"/>
          <ac:spMkLst>
            <pc:docMk/>
            <pc:sldMk cId="3454861042" sldId="298"/>
            <ac:spMk id="8" creationId="{A7547420-D7E4-72E3-2250-8EDC7C840C25}"/>
          </ac:spMkLst>
        </pc:spChg>
        <pc:picChg chg="add mod">
          <ac:chgData name="Karolina Wojciechowska" userId="030dd1c7-c84c-45d1-9bd6-2f3e05cb5cdc" providerId="ADAL" clId="{764D2253-6EEC-47C4-A1CE-61A12C5F2A68}" dt="2025-06-03T08:48:34.913" v="13058" actId="1038"/>
          <ac:picMkLst>
            <pc:docMk/>
            <pc:sldMk cId="3454861042" sldId="298"/>
            <ac:picMk id="10" creationId="{34CF041A-587E-53D9-99F2-B368F8119E6A}"/>
          </ac:picMkLst>
        </pc:picChg>
      </pc:sldChg>
      <pc:sldChg chg="del">
        <pc:chgData name="Karolina Wojciechowska" userId="030dd1c7-c84c-45d1-9bd6-2f3e05cb5cdc" providerId="ADAL" clId="{764D2253-6EEC-47C4-A1CE-61A12C5F2A68}" dt="2025-05-06T12:40:52.593" v="156" actId="47"/>
        <pc:sldMkLst>
          <pc:docMk/>
          <pc:sldMk cId="1093040921" sldId="299"/>
        </pc:sldMkLst>
      </pc:sldChg>
      <pc:sldChg chg="delSp modSp new mod">
        <pc:chgData name="Karolina Wojciechowska" userId="030dd1c7-c84c-45d1-9bd6-2f3e05cb5cdc" providerId="ADAL" clId="{764D2253-6EEC-47C4-A1CE-61A12C5F2A68}" dt="2025-06-03T08:48:52.714" v="13074" actId="20577"/>
        <pc:sldMkLst>
          <pc:docMk/>
          <pc:sldMk cId="3316697639" sldId="299"/>
        </pc:sldMkLst>
        <pc:spChg chg="mod">
          <ac:chgData name="Karolina Wojciechowska" userId="030dd1c7-c84c-45d1-9bd6-2f3e05cb5cdc" providerId="ADAL" clId="{764D2253-6EEC-47C4-A1CE-61A12C5F2A68}" dt="2025-06-03T08:48:52.714" v="13074" actId="20577"/>
          <ac:spMkLst>
            <pc:docMk/>
            <pc:sldMk cId="3316697639" sldId="299"/>
            <ac:spMk id="2" creationId="{F2B91371-DA35-00E3-4059-2F6D2EA787BE}"/>
          </ac:spMkLst>
        </pc:spChg>
      </pc:sldChg>
      <pc:sldChg chg="del">
        <pc:chgData name="Karolina Wojciechowska" userId="030dd1c7-c84c-45d1-9bd6-2f3e05cb5cdc" providerId="ADAL" clId="{764D2253-6EEC-47C4-A1CE-61A12C5F2A68}" dt="2025-05-06T12:40:52.593" v="156" actId="47"/>
        <pc:sldMkLst>
          <pc:docMk/>
          <pc:sldMk cId="400154028" sldId="300"/>
        </pc:sldMkLst>
      </pc:sldChg>
      <pc:sldChg chg="modSp new mod">
        <pc:chgData name="Karolina Wojciechowska" userId="030dd1c7-c84c-45d1-9bd6-2f3e05cb5cdc" providerId="ADAL" clId="{764D2253-6EEC-47C4-A1CE-61A12C5F2A68}" dt="2025-05-20T12:16:53.231" v="12725" actId="20577"/>
        <pc:sldMkLst>
          <pc:docMk/>
          <pc:sldMk cId="932301766" sldId="300"/>
        </pc:sldMkLst>
        <pc:spChg chg="mod">
          <ac:chgData name="Karolina Wojciechowska" userId="030dd1c7-c84c-45d1-9bd6-2f3e05cb5cdc" providerId="ADAL" clId="{764D2253-6EEC-47C4-A1CE-61A12C5F2A68}" dt="2025-05-06T12:54:01.429" v="1992" actId="313"/>
          <ac:spMkLst>
            <pc:docMk/>
            <pc:sldMk cId="932301766" sldId="300"/>
            <ac:spMk id="2" creationId="{15986AE0-430D-47D3-5952-EC5FB0A7F58E}"/>
          </ac:spMkLst>
        </pc:spChg>
        <pc:spChg chg="mod">
          <ac:chgData name="Karolina Wojciechowska" userId="030dd1c7-c84c-45d1-9bd6-2f3e05cb5cdc" providerId="ADAL" clId="{764D2253-6EEC-47C4-A1CE-61A12C5F2A68}" dt="2025-05-20T12:16:53.231" v="12725" actId="20577"/>
          <ac:spMkLst>
            <pc:docMk/>
            <pc:sldMk cId="932301766" sldId="300"/>
            <ac:spMk id="3" creationId="{07A8D5C6-FA35-F9F0-5D42-F12BAF41C441}"/>
          </ac:spMkLst>
        </pc:spChg>
      </pc:sldChg>
      <pc:sldChg chg="modSp new mod">
        <pc:chgData name="Karolina Wojciechowska" userId="030dd1c7-c84c-45d1-9bd6-2f3e05cb5cdc" providerId="ADAL" clId="{764D2253-6EEC-47C4-A1CE-61A12C5F2A68}" dt="2025-05-20T12:17:08.411" v="12726" actId="13926"/>
        <pc:sldMkLst>
          <pc:docMk/>
          <pc:sldMk cId="1751458941" sldId="301"/>
        </pc:sldMkLst>
        <pc:spChg chg="mod">
          <ac:chgData name="Karolina Wojciechowska" userId="030dd1c7-c84c-45d1-9bd6-2f3e05cb5cdc" providerId="ADAL" clId="{764D2253-6EEC-47C4-A1CE-61A12C5F2A68}" dt="2025-05-06T12:54:05.934" v="1994" actId="20577"/>
          <ac:spMkLst>
            <pc:docMk/>
            <pc:sldMk cId="1751458941" sldId="301"/>
            <ac:spMk id="2" creationId="{9703F852-21A9-4696-5AB6-FA65D0DEC961}"/>
          </ac:spMkLst>
        </pc:spChg>
        <pc:spChg chg="mod">
          <ac:chgData name="Karolina Wojciechowska" userId="030dd1c7-c84c-45d1-9bd6-2f3e05cb5cdc" providerId="ADAL" clId="{764D2253-6EEC-47C4-A1CE-61A12C5F2A68}" dt="2025-05-20T12:17:08.411" v="12726" actId="13926"/>
          <ac:spMkLst>
            <pc:docMk/>
            <pc:sldMk cId="1751458941" sldId="301"/>
            <ac:spMk id="3" creationId="{AE6662CA-20D0-2553-6309-112AE0D0FC58}"/>
          </ac:spMkLst>
        </pc:spChg>
      </pc:sldChg>
      <pc:sldChg chg="del">
        <pc:chgData name="Karolina Wojciechowska" userId="030dd1c7-c84c-45d1-9bd6-2f3e05cb5cdc" providerId="ADAL" clId="{764D2253-6EEC-47C4-A1CE-61A12C5F2A68}" dt="2025-05-06T12:40:52.593" v="156" actId="47"/>
        <pc:sldMkLst>
          <pc:docMk/>
          <pc:sldMk cId="2824609663" sldId="301"/>
        </pc:sldMkLst>
      </pc:sldChg>
      <pc:sldChg chg="modSp new mod">
        <pc:chgData name="Karolina Wojciechowska" userId="030dd1c7-c84c-45d1-9bd6-2f3e05cb5cdc" providerId="ADAL" clId="{764D2253-6EEC-47C4-A1CE-61A12C5F2A68}" dt="2025-05-20T12:17:17.292" v="12727" actId="13926"/>
        <pc:sldMkLst>
          <pc:docMk/>
          <pc:sldMk cId="44532386" sldId="302"/>
        </pc:sldMkLst>
        <pc:spChg chg="mod">
          <ac:chgData name="Karolina Wojciechowska" userId="030dd1c7-c84c-45d1-9bd6-2f3e05cb5cdc" providerId="ADAL" clId="{764D2253-6EEC-47C4-A1CE-61A12C5F2A68}" dt="2025-05-06T12:58:33.889" v="2126" actId="20577"/>
          <ac:spMkLst>
            <pc:docMk/>
            <pc:sldMk cId="44532386" sldId="302"/>
            <ac:spMk id="2" creationId="{FDDD7E83-B108-2718-6C39-D939E44FC957}"/>
          </ac:spMkLst>
        </pc:spChg>
        <pc:spChg chg="mod">
          <ac:chgData name="Karolina Wojciechowska" userId="030dd1c7-c84c-45d1-9bd6-2f3e05cb5cdc" providerId="ADAL" clId="{764D2253-6EEC-47C4-A1CE-61A12C5F2A68}" dt="2025-05-20T12:17:17.292" v="12727" actId="13926"/>
          <ac:spMkLst>
            <pc:docMk/>
            <pc:sldMk cId="44532386" sldId="302"/>
            <ac:spMk id="3" creationId="{ACD1DE36-918D-9FC8-3BF8-1CD76F0C04EB}"/>
          </ac:spMkLst>
        </pc:spChg>
      </pc:sldChg>
      <pc:sldChg chg="addSp delSp modSp new mod">
        <pc:chgData name="Karolina Wojciechowska" userId="030dd1c7-c84c-45d1-9bd6-2f3e05cb5cdc" providerId="ADAL" clId="{764D2253-6EEC-47C4-A1CE-61A12C5F2A68}" dt="2025-05-20T12:18:29.081" v="12735" actId="478"/>
        <pc:sldMkLst>
          <pc:docMk/>
          <pc:sldMk cId="2189210584" sldId="303"/>
        </pc:sldMkLst>
        <pc:spChg chg="mod">
          <ac:chgData name="Karolina Wojciechowska" userId="030dd1c7-c84c-45d1-9bd6-2f3e05cb5cdc" providerId="ADAL" clId="{764D2253-6EEC-47C4-A1CE-61A12C5F2A68}" dt="2025-05-06T13:13:03.757" v="2795" actId="1076"/>
          <ac:spMkLst>
            <pc:docMk/>
            <pc:sldMk cId="2189210584" sldId="303"/>
            <ac:spMk id="2" creationId="{D47FAB6C-F9FE-EC0A-940E-76785D493A65}"/>
          </ac:spMkLst>
        </pc:spChg>
        <pc:spChg chg="mod">
          <ac:chgData name="Karolina Wojciechowska" userId="030dd1c7-c84c-45d1-9bd6-2f3e05cb5cdc" providerId="ADAL" clId="{764D2253-6EEC-47C4-A1CE-61A12C5F2A68}" dt="2025-05-20T12:18:24.704" v="12734"/>
          <ac:spMkLst>
            <pc:docMk/>
            <pc:sldMk cId="2189210584" sldId="303"/>
            <ac:spMk id="3" creationId="{3A93F89F-B24A-CDDB-7071-119AC4F4D0EB}"/>
          </ac:spMkLst>
        </pc:spChg>
        <pc:picChg chg="add mod">
          <ac:chgData name="Karolina Wojciechowska" userId="030dd1c7-c84c-45d1-9bd6-2f3e05cb5cdc" providerId="ADAL" clId="{764D2253-6EEC-47C4-A1CE-61A12C5F2A68}" dt="2025-05-20T12:18:12.940" v="12732" actId="1076"/>
          <ac:picMkLst>
            <pc:docMk/>
            <pc:sldMk cId="2189210584" sldId="303"/>
            <ac:picMk id="10" creationId="{3B14FC52-9991-26E5-4389-3A64B9867565}"/>
          </ac:picMkLst>
        </pc:picChg>
      </pc:sldChg>
      <pc:sldChg chg="addSp modSp new mod">
        <pc:chgData name="Karolina Wojciechowska" userId="030dd1c7-c84c-45d1-9bd6-2f3e05cb5cdc" providerId="ADAL" clId="{764D2253-6EEC-47C4-A1CE-61A12C5F2A68}" dt="2025-05-06T13:22:02.542" v="3451" actId="114"/>
        <pc:sldMkLst>
          <pc:docMk/>
          <pc:sldMk cId="699623313" sldId="304"/>
        </pc:sldMkLst>
        <pc:spChg chg="mod">
          <ac:chgData name="Karolina Wojciechowska" userId="030dd1c7-c84c-45d1-9bd6-2f3e05cb5cdc" providerId="ADAL" clId="{764D2253-6EEC-47C4-A1CE-61A12C5F2A68}" dt="2025-05-06T13:13:07.528" v="2796"/>
          <ac:spMkLst>
            <pc:docMk/>
            <pc:sldMk cId="699623313" sldId="304"/>
            <ac:spMk id="2" creationId="{1CA9343E-9912-790A-8797-E9618C4074AF}"/>
          </ac:spMkLst>
        </pc:spChg>
        <pc:spChg chg="mod">
          <ac:chgData name="Karolina Wojciechowska" userId="030dd1c7-c84c-45d1-9bd6-2f3e05cb5cdc" providerId="ADAL" clId="{764D2253-6EEC-47C4-A1CE-61A12C5F2A68}" dt="2025-05-06T13:22:02.542" v="3451" actId="114"/>
          <ac:spMkLst>
            <pc:docMk/>
            <pc:sldMk cId="699623313" sldId="304"/>
            <ac:spMk id="3" creationId="{4715DD23-C207-15A1-9694-BF73581ADDA8}"/>
          </ac:spMkLst>
        </pc:spChg>
      </pc:sldChg>
      <pc:sldChg chg="modSp new mod">
        <pc:chgData name="Karolina Wojciechowska" userId="030dd1c7-c84c-45d1-9bd6-2f3e05cb5cdc" providerId="ADAL" clId="{764D2253-6EEC-47C4-A1CE-61A12C5F2A68}" dt="2025-05-15T13:03:07.263" v="11626" actId="20577"/>
        <pc:sldMkLst>
          <pc:docMk/>
          <pc:sldMk cId="583967731" sldId="305"/>
        </pc:sldMkLst>
        <pc:spChg chg="mod">
          <ac:chgData name="Karolina Wojciechowska" userId="030dd1c7-c84c-45d1-9bd6-2f3e05cb5cdc" providerId="ADAL" clId="{764D2253-6EEC-47C4-A1CE-61A12C5F2A68}" dt="2025-05-06T13:27:36.956" v="3737" actId="20577"/>
          <ac:spMkLst>
            <pc:docMk/>
            <pc:sldMk cId="583967731" sldId="305"/>
            <ac:spMk id="2" creationId="{F160F78C-459C-CBEE-8D2D-5E973EBC80D0}"/>
          </ac:spMkLst>
        </pc:spChg>
        <pc:spChg chg="mod">
          <ac:chgData name="Karolina Wojciechowska" userId="030dd1c7-c84c-45d1-9bd6-2f3e05cb5cdc" providerId="ADAL" clId="{764D2253-6EEC-47C4-A1CE-61A12C5F2A68}" dt="2025-05-15T13:03:07.263" v="11626" actId="20577"/>
          <ac:spMkLst>
            <pc:docMk/>
            <pc:sldMk cId="583967731" sldId="305"/>
            <ac:spMk id="3" creationId="{3F92B769-C863-881F-6F3A-0E93EA46C590}"/>
          </ac:spMkLst>
        </pc:spChg>
      </pc:sldChg>
      <pc:sldChg chg="modSp new del mod">
        <pc:chgData name="Karolina Wojciechowska" userId="030dd1c7-c84c-45d1-9bd6-2f3e05cb5cdc" providerId="ADAL" clId="{764D2253-6EEC-47C4-A1CE-61A12C5F2A68}" dt="2025-05-06T13:20:55.831" v="3274" actId="47"/>
        <pc:sldMkLst>
          <pc:docMk/>
          <pc:sldMk cId="1119208749" sldId="305"/>
        </pc:sldMkLst>
      </pc:sldChg>
      <pc:sldChg chg="addSp modSp new mod">
        <pc:chgData name="Karolina Wojciechowska" userId="030dd1c7-c84c-45d1-9bd6-2f3e05cb5cdc" providerId="ADAL" clId="{764D2253-6EEC-47C4-A1CE-61A12C5F2A68}" dt="2025-05-06T13:34:57.865" v="4217" actId="1036"/>
        <pc:sldMkLst>
          <pc:docMk/>
          <pc:sldMk cId="1860608818" sldId="306"/>
        </pc:sldMkLst>
        <pc:spChg chg="mod">
          <ac:chgData name="Karolina Wojciechowska" userId="030dd1c7-c84c-45d1-9bd6-2f3e05cb5cdc" providerId="ADAL" clId="{764D2253-6EEC-47C4-A1CE-61A12C5F2A68}" dt="2025-05-06T13:30:48.122" v="3998" actId="20577"/>
          <ac:spMkLst>
            <pc:docMk/>
            <pc:sldMk cId="1860608818" sldId="306"/>
            <ac:spMk id="2" creationId="{EF2A61D2-F65E-C5E6-A92B-A5247905AD23}"/>
          </ac:spMkLst>
        </pc:spChg>
        <pc:spChg chg="mod">
          <ac:chgData name="Karolina Wojciechowska" userId="030dd1c7-c84c-45d1-9bd6-2f3e05cb5cdc" providerId="ADAL" clId="{764D2253-6EEC-47C4-A1CE-61A12C5F2A68}" dt="2025-05-06T13:33:02.085" v="4145" actId="14100"/>
          <ac:spMkLst>
            <pc:docMk/>
            <pc:sldMk cId="1860608818" sldId="306"/>
            <ac:spMk id="3" creationId="{FB6E46E8-23BA-A07A-1A16-F6250C0922CC}"/>
          </ac:spMkLst>
        </pc:spChg>
        <pc:spChg chg="add mod">
          <ac:chgData name="Karolina Wojciechowska" userId="030dd1c7-c84c-45d1-9bd6-2f3e05cb5cdc" providerId="ADAL" clId="{764D2253-6EEC-47C4-A1CE-61A12C5F2A68}" dt="2025-05-06T13:33:22.518" v="4194" actId="20577"/>
          <ac:spMkLst>
            <pc:docMk/>
            <pc:sldMk cId="1860608818" sldId="306"/>
            <ac:spMk id="7" creationId="{F50965CF-C837-9624-4EB8-AE97B24BEAB7}"/>
          </ac:spMkLst>
        </pc:spChg>
        <pc:picChg chg="add mod">
          <ac:chgData name="Karolina Wojciechowska" userId="030dd1c7-c84c-45d1-9bd6-2f3e05cb5cdc" providerId="ADAL" clId="{764D2253-6EEC-47C4-A1CE-61A12C5F2A68}" dt="2025-05-06T13:33:49.566" v="4198" actId="1076"/>
          <ac:picMkLst>
            <pc:docMk/>
            <pc:sldMk cId="1860608818" sldId="306"/>
            <ac:picMk id="9" creationId="{A3975CF7-9796-B46B-7D05-D1D5D0C7178E}"/>
          </ac:picMkLst>
        </pc:picChg>
        <pc:picChg chg="add mod">
          <ac:chgData name="Karolina Wojciechowska" userId="030dd1c7-c84c-45d1-9bd6-2f3e05cb5cdc" providerId="ADAL" clId="{764D2253-6EEC-47C4-A1CE-61A12C5F2A68}" dt="2025-05-06T13:34:17.105" v="4203" actId="1076"/>
          <ac:picMkLst>
            <pc:docMk/>
            <pc:sldMk cId="1860608818" sldId="306"/>
            <ac:picMk id="11" creationId="{F723CB39-35DB-61CC-EA7E-C1C4A6BBC3AC}"/>
          </ac:picMkLst>
        </pc:picChg>
        <pc:picChg chg="add mod">
          <ac:chgData name="Karolina Wojciechowska" userId="030dd1c7-c84c-45d1-9bd6-2f3e05cb5cdc" providerId="ADAL" clId="{764D2253-6EEC-47C4-A1CE-61A12C5F2A68}" dt="2025-05-06T13:34:57.865" v="4217" actId="1036"/>
          <ac:picMkLst>
            <pc:docMk/>
            <pc:sldMk cId="1860608818" sldId="306"/>
            <ac:picMk id="13" creationId="{70420A54-D9BD-058B-0F29-7975223C0D91}"/>
          </ac:picMkLst>
        </pc:picChg>
      </pc:sldChg>
      <pc:sldChg chg="addSp delSp modSp new mod">
        <pc:chgData name="Karolina Wojciechowska" userId="030dd1c7-c84c-45d1-9bd6-2f3e05cb5cdc" providerId="ADAL" clId="{764D2253-6EEC-47C4-A1CE-61A12C5F2A68}" dt="2025-05-06T13:57:01.253" v="5069" actId="20577"/>
        <pc:sldMkLst>
          <pc:docMk/>
          <pc:sldMk cId="1988020616" sldId="307"/>
        </pc:sldMkLst>
        <pc:spChg chg="mod">
          <ac:chgData name="Karolina Wojciechowska" userId="030dd1c7-c84c-45d1-9bd6-2f3e05cb5cdc" providerId="ADAL" clId="{764D2253-6EEC-47C4-A1CE-61A12C5F2A68}" dt="2025-05-06T13:57:01.253" v="5069" actId="20577"/>
          <ac:spMkLst>
            <pc:docMk/>
            <pc:sldMk cId="1988020616" sldId="307"/>
            <ac:spMk id="2" creationId="{1E3ACD4B-2B05-3BA4-5711-E499163A82C3}"/>
          </ac:spMkLst>
        </pc:spChg>
        <pc:spChg chg="add mod">
          <ac:chgData name="Karolina Wojciechowska" userId="030dd1c7-c84c-45d1-9bd6-2f3e05cb5cdc" providerId="ADAL" clId="{764D2253-6EEC-47C4-A1CE-61A12C5F2A68}" dt="2025-05-06T13:45:11.106" v="4728" actId="1076"/>
          <ac:spMkLst>
            <pc:docMk/>
            <pc:sldMk cId="1988020616" sldId="307"/>
            <ac:spMk id="7" creationId="{608D109E-2945-D853-9AA7-9C8071D6DB19}"/>
          </ac:spMkLst>
        </pc:spChg>
        <pc:spChg chg="add mod">
          <ac:chgData name="Karolina Wojciechowska" userId="030dd1c7-c84c-45d1-9bd6-2f3e05cb5cdc" providerId="ADAL" clId="{764D2253-6EEC-47C4-A1CE-61A12C5F2A68}" dt="2025-05-06T13:44:35.040" v="4716" actId="13822"/>
          <ac:spMkLst>
            <pc:docMk/>
            <pc:sldMk cId="1988020616" sldId="307"/>
            <ac:spMk id="9" creationId="{4CC7DE33-7125-4BF5-1F18-BE76BA3EAF4F}"/>
          </ac:spMkLst>
        </pc:spChg>
        <pc:spChg chg="add mod">
          <ac:chgData name="Karolina Wojciechowska" userId="030dd1c7-c84c-45d1-9bd6-2f3e05cb5cdc" providerId="ADAL" clId="{764D2253-6EEC-47C4-A1CE-61A12C5F2A68}" dt="2025-05-06T13:46:23.241" v="4753" actId="1038"/>
          <ac:spMkLst>
            <pc:docMk/>
            <pc:sldMk cId="1988020616" sldId="307"/>
            <ac:spMk id="10" creationId="{014281D8-C6C7-757F-807B-F58DF3BADE55}"/>
          </ac:spMkLst>
        </pc:spChg>
        <pc:spChg chg="add mod">
          <ac:chgData name="Karolina Wojciechowska" userId="030dd1c7-c84c-45d1-9bd6-2f3e05cb5cdc" providerId="ADAL" clId="{764D2253-6EEC-47C4-A1CE-61A12C5F2A68}" dt="2025-05-06T13:44:35.040" v="4716" actId="13822"/>
          <ac:spMkLst>
            <pc:docMk/>
            <pc:sldMk cId="1988020616" sldId="307"/>
            <ac:spMk id="11" creationId="{9CB5471A-9A94-A87B-A3FF-F201BFD19308}"/>
          </ac:spMkLst>
        </pc:spChg>
        <pc:spChg chg="add mod">
          <ac:chgData name="Karolina Wojciechowska" userId="030dd1c7-c84c-45d1-9bd6-2f3e05cb5cdc" providerId="ADAL" clId="{764D2253-6EEC-47C4-A1CE-61A12C5F2A68}" dt="2025-05-06T13:46:17.159" v="4740" actId="1038"/>
          <ac:spMkLst>
            <pc:docMk/>
            <pc:sldMk cId="1988020616" sldId="307"/>
            <ac:spMk id="12" creationId="{5EF0979A-71ED-C4B6-F278-D455A6A8BBAF}"/>
          </ac:spMkLst>
        </pc:spChg>
        <pc:cxnChg chg="add mod">
          <ac:chgData name="Karolina Wojciechowska" userId="030dd1c7-c84c-45d1-9bd6-2f3e05cb5cdc" providerId="ADAL" clId="{764D2253-6EEC-47C4-A1CE-61A12C5F2A68}" dt="2025-05-06T13:45:40.352" v="4731" actId="13822"/>
          <ac:cxnSpMkLst>
            <pc:docMk/>
            <pc:sldMk cId="1988020616" sldId="307"/>
            <ac:cxnSpMk id="14" creationId="{F65F886D-9C85-29DB-8286-54F6DB3E566D}"/>
          </ac:cxnSpMkLst>
        </pc:cxnChg>
        <pc:cxnChg chg="add mod">
          <ac:chgData name="Karolina Wojciechowska" userId="030dd1c7-c84c-45d1-9bd6-2f3e05cb5cdc" providerId="ADAL" clId="{764D2253-6EEC-47C4-A1CE-61A12C5F2A68}" dt="2025-05-06T13:46:23.241" v="4753" actId="1038"/>
          <ac:cxnSpMkLst>
            <pc:docMk/>
            <pc:sldMk cId="1988020616" sldId="307"/>
            <ac:cxnSpMk id="16" creationId="{B1215675-7FF9-78AB-17D8-B1E2D6E74611}"/>
          </ac:cxnSpMkLst>
        </pc:cxnChg>
        <pc:cxnChg chg="add">
          <ac:chgData name="Karolina Wojciechowska" userId="030dd1c7-c84c-45d1-9bd6-2f3e05cb5cdc" providerId="ADAL" clId="{764D2253-6EEC-47C4-A1CE-61A12C5F2A68}" dt="2025-05-06T13:45:56.311" v="4733" actId="11529"/>
          <ac:cxnSpMkLst>
            <pc:docMk/>
            <pc:sldMk cId="1988020616" sldId="307"/>
            <ac:cxnSpMk id="18" creationId="{C1E309CF-7EA9-3D68-AA86-7B30873DBA8F}"/>
          </ac:cxnSpMkLst>
        </pc:cxnChg>
        <pc:cxnChg chg="add mod">
          <ac:chgData name="Karolina Wojciechowska" userId="030dd1c7-c84c-45d1-9bd6-2f3e05cb5cdc" providerId="ADAL" clId="{764D2253-6EEC-47C4-A1CE-61A12C5F2A68}" dt="2025-05-06T13:46:17.159" v="4740" actId="1038"/>
          <ac:cxnSpMkLst>
            <pc:docMk/>
            <pc:sldMk cId="1988020616" sldId="307"/>
            <ac:cxnSpMk id="20" creationId="{E36D9A00-D9D2-82E9-94D6-39428737A7A5}"/>
          </ac:cxnSpMkLst>
        </pc:cxnChg>
      </pc:sldChg>
      <pc:sldChg chg="modSp new mod">
        <pc:chgData name="Karolina Wojciechowska" userId="030dd1c7-c84c-45d1-9bd6-2f3e05cb5cdc" providerId="ADAL" clId="{764D2253-6EEC-47C4-A1CE-61A12C5F2A68}" dt="2025-05-15T13:03:42.590" v="11651" actId="790"/>
        <pc:sldMkLst>
          <pc:docMk/>
          <pc:sldMk cId="3637630644" sldId="308"/>
        </pc:sldMkLst>
        <pc:spChg chg="mod">
          <ac:chgData name="Karolina Wojciechowska" userId="030dd1c7-c84c-45d1-9bd6-2f3e05cb5cdc" providerId="ADAL" clId="{764D2253-6EEC-47C4-A1CE-61A12C5F2A68}" dt="2025-05-06T13:35:24.074" v="4286" actId="20577"/>
          <ac:spMkLst>
            <pc:docMk/>
            <pc:sldMk cId="3637630644" sldId="308"/>
            <ac:spMk id="2" creationId="{66210D40-1E91-4D09-DE14-FB43CE4B1FC4}"/>
          </ac:spMkLst>
        </pc:spChg>
        <pc:spChg chg="mod">
          <ac:chgData name="Karolina Wojciechowska" userId="030dd1c7-c84c-45d1-9bd6-2f3e05cb5cdc" providerId="ADAL" clId="{764D2253-6EEC-47C4-A1CE-61A12C5F2A68}" dt="2025-05-15T13:03:42.590" v="11651" actId="790"/>
          <ac:spMkLst>
            <pc:docMk/>
            <pc:sldMk cId="3637630644" sldId="308"/>
            <ac:spMk id="3" creationId="{0CAB3AA4-1BD6-FBD3-15DC-EDB371DD381F}"/>
          </ac:spMkLst>
        </pc:spChg>
      </pc:sldChg>
      <pc:sldChg chg="delSp modSp new del mod">
        <pc:chgData name="Karolina Wojciechowska" userId="030dd1c7-c84c-45d1-9bd6-2f3e05cb5cdc" providerId="ADAL" clId="{764D2253-6EEC-47C4-A1CE-61A12C5F2A68}" dt="2025-05-06T13:39:37.070" v="4628" actId="47"/>
        <pc:sldMkLst>
          <pc:docMk/>
          <pc:sldMk cId="3611215652" sldId="309"/>
        </pc:sldMkLst>
      </pc:sldChg>
      <pc:sldChg chg="modSp new del mod">
        <pc:chgData name="Karolina Wojciechowska" userId="030dd1c7-c84c-45d1-9bd6-2f3e05cb5cdc" providerId="ADAL" clId="{764D2253-6EEC-47C4-A1CE-61A12C5F2A68}" dt="2025-05-06T13:39:56.900" v="4633" actId="47"/>
        <pc:sldMkLst>
          <pc:docMk/>
          <pc:sldMk cId="2006066117" sldId="310"/>
        </pc:sldMkLst>
      </pc:sldChg>
      <pc:sldChg chg="delSp modSp new mod">
        <pc:chgData name="Karolina Wojciechowska" userId="030dd1c7-c84c-45d1-9bd6-2f3e05cb5cdc" providerId="ADAL" clId="{764D2253-6EEC-47C4-A1CE-61A12C5F2A68}" dt="2025-05-06T13:39:42.072" v="4629" actId="478"/>
        <pc:sldMkLst>
          <pc:docMk/>
          <pc:sldMk cId="172889686" sldId="311"/>
        </pc:sldMkLst>
        <pc:spChg chg="mod">
          <ac:chgData name="Karolina Wojciechowska" userId="030dd1c7-c84c-45d1-9bd6-2f3e05cb5cdc" providerId="ADAL" clId="{764D2253-6EEC-47C4-A1CE-61A12C5F2A68}" dt="2025-05-06T13:39:35.410" v="4627"/>
          <ac:spMkLst>
            <pc:docMk/>
            <pc:sldMk cId="172889686" sldId="311"/>
            <ac:spMk id="2" creationId="{A1FE78FA-2141-5ABC-7AF5-4146802C4299}"/>
          </ac:spMkLst>
        </pc:spChg>
      </pc:sldChg>
      <pc:sldChg chg="delSp modSp new mod">
        <pc:chgData name="Karolina Wojciechowska" userId="030dd1c7-c84c-45d1-9bd6-2f3e05cb5cdc" providerId="ADAL" clId="{764D2253-6EEC-47C4-A1CE-61A12C5F2A68}" dt="2025-05-07T08:48:24.144" v="8249" actId="20577"/>
        <pc:sldMkLst>
          <pc:docMk/>
          <pc:sldMk cId="1874006779" sldId="312"/>
        </pc:sldMkLst>
        <pc:spChg chg="mod">
          <ac:chgData name="Karolina Wojciechowska" userId="030dd1c7-c84c-45d1-9bd6-2f3e05cb5cdc" providerId="ADAL" clId="{764D2253-6EEC-47C4-A1CE-61A12C5F2A68}" dt="2025-05-07T08:48:24.144" v="8249" actId="20577"/>
          <ac:spMkLst>
            <pc:docMk/>
            <pc:sldMk cId="1874006779" sldId="312"/>
            <ac:spMk id="2" creationId="{29AED337-0A29-6EC5-9894-888A099C50B9}"/>
          </ac:spMkLst>
        </pc:spChg>
      </pc:sldChg>
      <pc:sldChg chg="addSp delSp modSp add mod">
        <pc:chgData name="Karolina Wojciechowska" userId="030dd1c7-c84c-45d1-9bd6-2f3e05cb5cdc" providerId="ADAL" clId="{764D2253-6EEC-47C4-A1CE-61A12C5F2A68}" dt="2025-06-03T13:09:21.269" v="13373" actId="1036"/>
        <pc:sldMkLst>
          <pc:docMk/>
          <pc:sldMk cId="1993295251" sldId="313"/>
        </pc:sldMkLst>
        <pc:spChg chg="mod">
          <ac:chgData name="Karolina Wojciechowska" userId="030dd1c7-c84c-45d1-9bd6-2f3e05cb5cdc" providerId="ADAL" clId="{764D2253-6EEC-47C4-A1CE-61A12C5F2A68}" dt="2025-05-06T13:57:06.997" v="5080" actId="20577"/>
          <ac:spMkLst>
            <pc:docMk/>
            <pc:sldMk cId="1993295251" sldId="313"/>
            <ac:spMk id="2" creationId="{CA39A9F8-B146-2CAC-E5C8-B328D014004E}"/>
          </ac:spMkLst>
        </pc:spChg>
        <pc:spChg chg="add mod">
          <ac:chgData name="Karolina Wojciechowska" userId="030dd1c7-c84c-45d1-9bd6-2f3e05cb5cdc" providerId="ADAL" clId="{764D2253-6EEC-47C4-A1CE-61A12C5F2A68}" dt="2025-06-03T08:49:15.207" v="13075"/>
          <ac:spMkLst>
            <pc:docMk/>
            <pc:sldMk cId="1993295251" sldId="313"/>
            <ac:spMk id="3" creationId="{E974A70E-563D-1F6D-25A8-638447B80450}"/>
          </ac:spMkLst>
        </pc:spChg>
        <pc:spChg chg="mod">
          <ac:chgData name="Karolina Wojciechowska" userId="030dd1c7-c84c-45d1-9bd6-2f3e05cb5cdc" providerId="ADAL" clId="{764D2253-6EEC-47C4-A1CE-61A12C5F2A68}" dt="2025-06-03T13:09:21.269" v="13373" actId="1036"/>
          <ac:spMkLst>
            <pc:docMk/>
            <pc:sldMk cId="1993295251" sldId="313"/>
            <ac:spMk id="23" creationId="{8377BB98-38CB-4E63-9C1C-A0BFE0AE63B6}"/>
          </ac:spMkLst>
        </pc:spChg>
        <pc:spChg chg="mod">
          <ac:chgData name="Karolina Wojciechowska" userId="030dd1c7-c84c-45d1-9bd6-2f3e05cb5cdc" providerId="ADAL" clId="{764D2253-6EEC-47C4-A1CE-61A12C5F2A68}" dt="2025-06-03T13:09:14.372" v="13356" actId="1038"/>
          <ac:spMkLst>
            <pc:docMk/>
            <pc:sldMk cId="1993295251" sldId="313"/>
            <ac:spMk id="24" creationId="{1F4860CC-8490-EBCF-C540-D38FDC524CA5}"/>
          </ac:spMkLst>
        </pc:spChg>
        <pc:spChg chg="add mod">
          <ac:chgData name="Karolina Wojciechowska" userId="030dd1c7-c84c-45d1-9bd6-2f3e05cb5cdc" providerId="ADAL" clId="{764D2253-6EEC-47C4-A1CE-61A12C5F2A68}" dt="2025-06-03T08:49:15.207" v="13075"/>
          <ac:spMkLst>
            <pc:docMk/>
            <pc:sldMk cId="1993295251" sldId="313"/>
            <ac:spMk id="25" creationId="{C8C7F8C7-31BF-E18C-3309-AD182B4574D2}"/>
          </ac:spMkLst>
        </pc:spChg>
        <pc:spChg chg="add mod">
          <ac:chgData name="Karolina Wojciechowska" userId="030dd1c7-c84c-45d1-9bd6-2f3e05cb5cdc" providerId="ADAL" clId="{764D2253-6EEC-47C4-A1CE-61A12C5F2A68}" dt="2025-06-03T08:49:15.207" v="13075"/>
          <ac:spMkLst>
            <pc:docMk/>
            <pc:sldMk cId="1993295251" sldId="313"/>
            <ac:spMk id="26" creationId="{AAAF226A-BC29-76A2-5531-D85B47E480AC}"/>
          </ac:spMkLst>
        </pc:spChg>
        <pc:picChg chg="add mod">
          <ac:chgData name="Karolina Wojciechowska" userId="030dd1c7-c84c-45d1-9bd6-2f3e05cb5cdc" providerId="ADAL" clId="{764D2253-6EEC-47C4-A1CE-61A12C5F2A68}" dt="2025-05-06T13:48:26.400" v="4757" actId="1076"/>
          <ac:picMkLst>
            <pc:docMk/>
            <pc:sldMk cId="1993295251" sldId="313"/>
            <ac:picMk id="8" creationId="{10AF7F06-FEDC-C50F-8B7B-C598ACAC8FC2}"/>
          </ac:picMkLst>
        </pc:picChg>
        <pc:picChg chg="add mod">
          <ac:chgData name="Karolina Wojciechowska" userId="030dd1c7-c84c-45d1-9bd6-2f3e05cb5cdc" providerId="ADAL" clId="{764D2253-6EEC-47C4-A1CE-61A12C5F2A68}" dt="2025-05-06T13:48:31.285" v="4759" actId="1076"/>
          <ac:picMkLst>
            <pc:docMk/>
            <pc:sldMk cId="1993295251" sldId="313"/>
            <ac:picMk id="13" creationId="{F3ED5A2C-6EE8-B82D-E786-AEFCDA04E849}"/>
          </ac:picMkLst>
        </pc:picChg>
        <pc:picChg chg="add mod">
          <ac:chgData name="Karolina Wojciechowska" userId="030dd1c7-c84c-45d1-9bd6-2f3e05cb5cdc" providerId="ADAL" clId="{764D2253-6EEC-47C4-A1CE-61A12C5F2A68}" dt="2025-05-06T13:48:35.465" v="4761" actId="1076"/>
          <ac:picMkLst>
            <pc:docMk/>
            <pc:sldMk cId="1993295251" sldId="313"/>
            <ac:picMk id="15" creationId="{501A7E29-7F5F-36D1-DEE3-A712691FF2E4}"/>
          </ac:picMkLst>
        </pc:picChg>
        <pc:picChg chg="add mod">
          <ac:chgData name="Karolina Wojciechowska" userId="030dd1c7-c84c-45d1-9bd6-2f3e05cb5cdc" providerId="ADAL" clId="{764D2253-6EEC-47C4-A1CE-61A12C5F2A68}" dt="2025-05-06T13:48:44.513" v="4766" actId="1076"/>
          <ac:picMkLst>
            <pc:docMk/>
            <pc:sldMk cId="1993295251" sldId="313"/>
            <ac:picMk id="19" creationId="{F23CA857-1008-5EF8-5B66-A1E2757457E4}"/>
          </ac:picMkLst>
        </pc:picChg>
      </pc:sldChg>
      <pc:sldChg chg="modSp new del mod">
        <pc:chgData name="Karolina Wojciechowska" userId="030dd1c7-c84c-45d1-9bd6-2f3e05cb5cdc" providerId="ADAL" clId="{764D2253-6EEC-47C4-A1CE-61A12C5F2A68}" dt="2025-05-06T13:50:21.990" v="4854" actId="47"/>
        <pc:sldMkLst>
          <pc:docMk/>
          <pc:sldMk cId="2496566004" sldId="314"/>
        </pc:sldMkLst>
      </pc:sldChg>
      <pc:sldChg chg="addSp delSp modSp add del mod">
        <pc:chgData name="Karolina Wojciechowska" userId="030dd1c7-c84c-45d1-9bd6-2f3e05cb5cdc" providerId="ADAL" clId="{764D2253-6EEC-47C4-A1CE-61A12C5F2A68}" dt="2025-06-03T08:49:29.903" v="13078" actId="47"/>
        <pc:sldMkLst>
          <pc:docMk/>
          <pc:sldMk cId="2744433675" sldId="314"/>
        </pc:sldMkLst>
      </pc:sldChg>
      <pc:sldChg chg="addSp delSp modSp add mod">
        <pc:chgData name="Karolina Wojciechowska" userId="030dd1c7-c84c-45d1-9bd6-2f3e05cb5cdc" providerId="ADAL" clId="{764D2253-6EEC-47C4-A1CE-61A12C5F2A68}" dt="2025-05-15T12:55:35.739" v="11464" actId="478"/>
        <pc:sldMkLst>
          <pc:docMk/>
          <pc:sldMk cId="477350867" sldId="315"/>
        </pc:sldMkLst>
        <pc:spChg chg="mod">
          <ac:chgData name="Karolina Wojciechowska" userId="030dd1c7-c84c-45d1-9bd6-2f3e05cb5cdc" providerId="ADAL" clId="{764D2253-6EEC-47C4-A1CE-61A12C5F2A68}" dt="2025-05-06T14:00:45.620" v="5130" actId="14100"/>
          <ac:spMkLst>
            <pc:docMk/>
            <pc:sldMk cId="477350867" sldId="315"/>
            <ac:spMk id="7" creationId="{1B4CB741-5735-8448-2C34-56AD23A9A843}"/>
          </ac:spMkLst>
        </pc:spChg>
        <pc:spChg chg="mod">
          <ac:chgData name="Karolina Wojciechowska" userId="030dd1c7-c84c-45d1-9bd6-2f3e05cb5cdc" providerId="ADAL" clId="{764D2253-6EEC-47C4-A1CE-61A12C5F2A68}" dt="2025-05-06T14:00:45.620" v="5130" actId="14100"/>
          <ac:spMkLst>
            <pc:docMk/>
            <pc:sldMk cId="477350867" sldId="315"/>
            <ac:spMk id="9" creationId="{5468696E-EF2C-9ADF-F9DC-8815E02AAA6D}"/>
          </ac:spMkLst>
        </pc:spChg>
        <pc:spChg chg="mod">
          <ac:chgData name="Karolina Wojciechowska" userId="030dd1c7-c84c-45d1-9bd6-2f3e05cb5cdc" providerId="ADAL" clId="{764D2253-6EEC-47C4-A1CE-61A12C5F2A68}" dt="2025-05-06T14:00:45.620" v="5130" actId="14100"/>
          <ac:spMkLst>
            <pc:docMk/>
            <pc:sldMk cId="477350867" sldId="315"/>
            <ac:spMk id="10" creationId="{C0552CAC-57C7-EE62-5E10-20AA07ACD8AB}"/>
          </ac:spMkLst>
        </pc:spChg>
        <pc:spChg chg="mod">
          <ac:chgData name="Karolina Wojciechowska" userId="030dd1c7-c84c-45d1-9bd6-2f3e05cb5cdc" providerId="ADAL" clId="{764D2253-6EEC-47C4-A1CE-61A12C5F2A68}" dt="2025-05-06T14:00:45.620" v="5130" actId="14100"/>
          <ac:spMkLst>
            <pc:docMk/>
            <pc:sldMk cId="477350867" sldId="315"/>
            <ac:spMk id="11" creationId="{F34C3327-ADCF-BE3D-2267-52A8A363C6AD}"/>
          </ac:spMkLst>
        </pc:spChg>
        <pc:spChg chg="mod">
          <ac:chgData name="Karolina Wojciechowska" userId="030dd1c7-c84c-45d1-9bd6-2f3e05cb5cdc" providerId="ADAL" clId="{764D2253-6EEC-47C4-A1CE-61A12C5F2A68}" dt="2025-05-06T14:01:54.698" v="5147" actId="255"/>
          <ac:spMkLst>
            <pc:docMk/>
            <pc:sldMk cId="477350867" sldId="315"/>
            <ac:spMk id="12" creationId="{00D1C367-2BE9-249B-A43B-B00AF91998C0}"/>
          </ac:spMkLst>
        </pc:spChg>
        <pc:spChg chg="add mod">
          <ac:chgData name="Karolina Wojciechowska" userId="030dd1c7-c84c-45d1-9bd6-2f3e05cb5cdc" providerId="ADAL" clId="{764D2253-6EEC-47C4-A1CE-61A12C5F2A68}" dt="2025-05-06T14:00:37.940" v="5128" actId="1076"/>
          <ac:spMkLst>
            <pc:docMk/>
            <pc:sldMk cId="477350867" sldId="315"/>
            <ac:spMk id="22" creationId="{87BF8A3E-A48B-413D-0A8A-F09096050C8A}"/>
          </ac:spMkLst>
        </pc:spChg>
        <pc:spChg chg="add mod">
          <ac:chgData name="Karolina Wojciechowska" userId="030dd1c7-c84c-45d1-9bd6-2f3e05cb5cdc" providerId="ADAL" clId="{764D2253-6EEC-47C4-A1CE-61A12C5F2A68}" dt="2025-05-06T14:01:17.823" v="5138" actId="1038"/>
          <ac:spMkLst>
            <pc:docMk/>
            <pc:sldMk cId="477350867" sldId="315"/>
            <ac:spMk id="26" creationId="{50A40700-6FE5-CF51-F369-553787C9C3C6}"/>
          </ac:spMkLst>
        </pc:spChg>
        <pc:spChg chg="add mod">
          <ac:chgData name="Karolina Wojciechowska" userId="030dd1c7-c84c-45d1-9bd6-2f3e05cb5cdc" providerId="ADAL" clId="{764D2253-6EEC-47C4-A1CE-61A12C5F2A68}" dt="2025-05-06T14:01:12.973" v="5135" actId="20577"/>
          <ac:spMkLst>
            <pc:docMk/>
            <pc:sldMk cId="477350867" sldId="315"/>
            <ac:spMk id="27" creationId="{0FDF9272-5657-2545-2EDD-48DE5E49FF2E}"/>
          </ac:spMkLst>
        </pc:spChg>
        <pc:spChg chg="add mod">
          <ac:chgData name="Karolina Wojciechowska" userId="030dd1c7-c84c-45d1-9bd6-2f3e05cb5cdc" providerId="ADAL" clId="{764D2253-6EEC-47C4-A1CE-61A12C5F2A68}" dt="2025-05-06T14:01:54.698" v="5147" actId="255"/>
          <ac:spMkLst>
            <pc:docMk/>
            <pc:sldMk cId="477350867" sldId="315"/>
            <ac:spMk id="28" creationId="{E7CA4ABB-543E-8F68-1046-D063D7FAB7E3}"/>
          </ac:spMkLst>
        </pc:spChg>
        <pc:spChg chg="add mod">
          <ac:chgData name="Karolina Wojciechowska" userId="030dd1c7-c84c-45d1-9bd6-2f3e05cb5cdc" providerId="ADAL" clId="{764D2253-6EEC-47C4-A1CE-61A12C5F2A68}" dt="2025-05-06T14:02:20.399" v="5202" actId="1037"/>
          <ac:spMkLst>
            <pc:docMk/>
            <pc:sldMk cId="477350867" sldId="315"/>
            <ac:spMk id="40" creationId="{59C8185A-EEED-9822-7475-C228AED579E1}"/>
          </ac:spMkLst>
        </pc:spChg>
        <pc:spChg chg="add mod">
          <ac:chgData name="Karolina Wojciechowska" userId="030dd1c7-c84c-45d1-9bd6-2f3e05cb5cdc" providerId="ADAL" clId="{764D2253-6EEC-47C4-A1CE-61A12C5F2A68}" dt="2025-05-06T14:03:00.355" v="5238" actId="1076"/>
          <ac:spMkLst>
            <pc:docMk/>
            <pc:sldMk cId="477350867" sldId="315"/>
            <ac:spMk id="41" creationId="{7E6960E0-3F3C-159D-004A-4351FBDE6BC9}"/>
          </ac:spMkLst>
        </pc:spChg>
        <pc:spChg chg="add mod">
          <ac:chgData name="Karolina Wojciechowska" userId="030dd1c7-c84c-45d1-9bd6-2f3e05cb5cdc" providerId="ADAL" clId="{764D2253-6EEC-47C4-A1CE-61A12C5F2A68}" dt="2025-05-06T14:03:00.355" v="5238" actId="1076"/>
          <ac:spMkLst>
            <pc:docMk/>
            <pc:sldMk cId="477350867" sldId="315"/>
            <ac:spMk id="42" creationId="{78F55C06-7C8E-6FDC-8304-930B9683FF57}"/>
          </ac:spMkLst>
        </pc:spChg>
        <pc:picChg chg="mod">
          <ac:chgData name="Karolina Wojciechowska" userId="030dd1c7-c84c-45d1-9bd6-2f3e05cb5cdc" providerId="ADAL" clId="{764D2253-6EEC-47C4-A1CE-61A12C5F2A68}" dt="2025-05-06T14:00:45.620" v="5130" actId="14100"/>
          <ac:picMkLst>
            <pc:docMk/>
            <pc:sldMk cId="477350867" sldId="315"/>
            <ac:picMk id="8" creationId="{E9E29623-E0C5-F6EE-D30F-C9AF18CF6F3A}"/>
          </ac:picMkLst>
        </pc:picChg>
        <pc:picChg chg="mod">
          <ac:chgData name="Karolina Wojciechowska" userId="030dd1c7-c84c-45d1-9bd6-2f3e05cb5cdc" providerId="ADAL" clId="{764D2253-6EEC-47C4-A1CE-61A12C5F2A68}" dt="2025-05-06T14:00:45.620" v="5130" actId="14100"/>
          <ac:picMkLst>
            <pc:docMk/>
            <pc:sldMk cId="477350867" sldId="315"/>
            <ac:picMk id="13" creationId="{D3A92C9D-9BEE-0BEC-92C8-EF43C54306CC}"/>
          </ac:picMkLst>
        </pc:picChg>
        <pc:picChg chg="mod">
          <ac:chgData name="Karolina Wojciechowska" userId="030dd1c7-c84c-45d1-9bd6-2f3e05cb5cdc" providerId="ADAL" clId="{764D2253-6EEC-47C4-A1CE-61A12C5F2A68}" dt="2025-05-06T14:00:45.620" v="5130" actId="14100"/>
          <ac:picMkLst>
            <pc:docMk/>
            <pc:sldMk cId="477350867" sldId="315"/>
            <ac:picMk id="15" creationId="{3F50128A-BA9F-D1E7-2F64-1BEF8053B142}"/>
          </ac:picMkLst>
        </pc:picChg>
        <pc:picChg chg="mod">
          <ac:chgData name="Karolina Wojciechowska" userId="030dd1c7-c84c-45d1-9bd6-2f3e05cb5cdc" providerId="ADAL" clId="{764D2253-6EEC-47C4-A1CE-61A12C5F2A68}" dt="2025-05-06T14:00:45.620" v="5130" actId="14100"/>
          <ac:picMkLst>
            <pc:docMk/>
            <pc:sldMk cId="477350867" sldId="315"/>
            <ac:picMk id="19" creationId="{CABD64E7-E506-C2E1-EA08-BCC9325786A8}"/>
          </ac:picMkLst>
        </pc:picChg>
        <pc:picChg chg="add mod">
          <ac:chgData name="Karolina Wojciechowska" userId="030dd1c7-c84c-45d1-9bd6-2f3e05cb5cdc" providerId="ADAL" clId="{764D2253-6EEC-47C4-A1CE-61A12C5F2A68}" dt="2025-05-06T14:00:37.940" v="5128" actId="1076"/>
          <ac:picMkLst>
            <pc:docMk/>
            <pc:sldMk cId="477350867" sldId="315"/>
            <ac:picMk id="34" creationId="{7218D62A-1AA5-80C7-6D92-EFD8B0898727}"/>
          </ac:picMkLst>
        </pc:picChg>
        <pc:picChg chg="add mod">
          <ac:chgData name="Karolina Wojciechowska" userId="030dd1c7-c84c-45d1-9bd6-2f3e05cb5cdc" providerId="ADAL" clId="{764D2253-6EEC-47C4-A1CE-61A12C5F2A68}" dt="2025-05-06T14:00:37.940" v="5128" actId="1076"/>
          <ac:picMkLst>
            <pc:docMk/>
            <pc:sldMk cId="477350867" sldId="315"/>
            <ac:picMk id="35" creationId="{C47F8601-28B3-1350-9972-371E20627880}"/>
          </ac:picMkLst>
        </pc:picChg>
        <pc:picChg chg="add mod">
          <ac:chgData name="Karolina Wojciechowska" userId="030dd1c7-c84c-45d1-9bd6-2f3e05cb5cdc" providerId="ADAL" clId="{764D2253-6EEC-47C4-A1CE-61A12C5F2A68}" dt="2025-05-06T14:00:37.940" v="5128" actId="1076"/>
          <ac:picMkLst>
            <pc:docMk/>
            <pc:sldMk cId="477350867" sldId="315"/>
            <ac:picMk id="36" creationId="{10FABE25-BD89-92D9-FD77-F2D69D507256}"/>
          </ac:picMkLst>
        </pc:picChg>
        <pc:cxnChg chg="mod">
          <ac:chgData name="Karolina Wojciechowska" userId="030dd1c7-c84c-45d1-9bd6-2f3e05cb5cdc" providerId="ADAL" clId="{764D2253-6EEC-47C4-A1CE-61A12C5F2A68}" dt="2025-05-06T14:00:23.108" v="5125" actId="1076"/>
          <ac:cxnSpMkLst>
            <pc:docMk/>
            <pc:sldMk cId="477350867" sldId="315"/>
            <ac:cxnSpMk id="14" creationId="{12313EFE-E5DD-0FAA-88CD-DBD2FB65E9D7}"/>
          </ac:cxnSpMkLst>
        </pc:cxnChg>
        <pc:cxnChg chg="mod">
          <ac:chgData name="Karolina Wojciechowska" userId="030dd1c7-c84c-45d1-9bd6-2f3e05cb5cdc" providerId="ADAL" clId="{764D2253-6EEC-47C4-A1CE-61A12C5F2A68}" dt="2025-05-06T14:00:23.538" v="5126" actId="1076"/>
          <ac:cxnSpMkLst>
            <pc:docMk/>
            <pc:sldMk cId="477350867" sldId="315"/>
            <ac:cxnSpMk id="16" creationId="{525B1B8C-57DE-73F3-8A28-1E76D3FD9266}"/>
          </ac:cxnSpMkLst>
        </pc:cxnChg>
        <pc:cxnChg chg="mod">
          <ac:chgData name="Karolina Wojciechowska" userId="030dd1c7-c84c-45d1-9bd6-2f3e05cb5cdc" providerId="ADAL" clId="{764D2253-6EEC-47C4-A1CE-61A12C5F2A68}" dt="2025-05-06T14:00:23.538" v="5126" actId="1076"/>
          <ac:cxnSpMkLst>
            <pc:docMk/>
            <pc:sldMk cId="477350867" sldId="315"/>
            <ac:cxnSpMk id="18" creationId="{755CEB60-BE0C-69D0-1A66-006724904243}"/>
          </ac:cxnSpMkLst>
        </pc:cxnChg>
        <pc:cxnChg chg="mod">
          <ac:chgData name="Karolina Wojciechowska" userId="030dd1c7-c84c-45d1-9bd6-2f3e05cb5cdc" providerId="ADAL" clId="{764D2253-6EEC-47C4-A1CE-61A12C5F2A68}" dt="2025-05-06T14:00:23.538" v="5126" actId="1076"/>
          <ac:cxnSpMkLst>
            <pc:docMk/>
            <pc:sldMk cId="477350867" sldId="315"/>
            <ac:cxnSpMk id="20" creationId="{83FB4F4A-C7B2-4205-D21E-DCF734C7BE9D}"/>
          </ac:cxnSpMkLst>
        </pc:cxnChg>
        <pc:cxnChg chg="mod">
          <ac:chgData name="Karolina Wojciechowska" userId="030dd1c7-c84c-45d1-9bd6-2f3e05cb5cdc" providerId="ADAL" clId="{764D2253-6EEC-47C4-A1CE-61A12C5F2A68}" dt="2025-05-06T14:01:06.141" v="5132" actId="14100"/>
          <ac:cxnSpMkLst>
            <pc:docMk/>
            <pc:sldMk cId="477350867" sldId="315"/>
            <ac:cxnSpMk id="29" creationId="{C883F931-6D06-BD77-8E65-75702082221C}"/>
          </ac:cxnSpMkLst>
        </pc:cxnChg>
        <pc:cxnChg chg="mod">
          <ac:chgData name="Karolina Wojciechowska" userId="030dd1c7-c84c-45d1-9bd6-2f3e05cb5cdc" providerId="ADAL" clId="{764D2253-6EEC-47C4-A1CE-61A12C5F2A68}" dt="2025-05-06T14:01:17.823" v="5138" actId="1038"/>
          <ac:cxnSpMkLst>
            <pc:docMk/>
            <pc:sldMk cId="477350867" sldId="315"/>
            <ac:cxnSpMk id="30" creationId="{0D5A5261-4B00-F8F4-4387-31CA1AE0F4DC}"/>
          </ac:cxnSpMkLst>
        </pc:cxnChg>
      </pc:sldChg>
      <pc:sldChg chg="modSp add mod">
        <pc:chgData name="Karolina Wojciechowska" userId="030dd1c7-c84c-45d1-9bd6-2f3e05cb5cdc" providerId="ADAL" clId="{764D2253-6EEC-47C4-A1CE-61A12C5F2A68}" dt="2025-05-15T13:02:29.646" v="11577" actId="790"/>
        <pc:sldMkLst>
          <pc:docMk/>
          <pc:sldMk cId="285321166" sldId="316"/>
        </pc:sldMkLst>
        <pc:spChg chg="mod">
          <ac:chgData name="Karolina Wojciechowska" userId="030dd1c7-c84c-45d1-9bd6-2f3e05cb5cdc" providerId="ADAL" clId="{764D2253-6EEC-47C4-A1CE-61A12C5F2A68}" dt="2025-05-15T13:02:29.646" v="11577" actId="790"/>
          <ac:spMkLst>
            <pc:docMk/>
            <pc:sldMk cId="285321166" sldId="316"/>
            <ac:spMk id="3" creationId="{F30CF815-530B-2D18-4FF9-D785037B331A}"/>
          </ac:spMkLst>
        </pc:spChg>
      </pc:sldChg>
      <pc:sldChg chg="modSp new mod">
        <pc:chgData name="Karolina Wojciechowska" userId="030dd1c7-c84c-45d1-9bd6-2f3e05cb5cdc" providerId="ADAL" clId="{764D2253-6EEC-47C4-A1CE-61A12C5F2A68}" dt="2025-05-15T13:03:59.212" v="11672" actId="20577"/>
        <pc:sldMkLst>
          <pc:docMk/>
          <pc:sldMk cId="1879432771" sldId="317"/>
        </pc:sldMkLst>
        <pc:spChg chg="mod">
          <ac:chgData name="Karolina Wojciechowska" userId="030dd1c7-c84c-45d1-9bd6-2f3e05cb5cdc" providerId="ADAL" clId="{764D2253-6EEC-47C4-A1CE-61A12C5F2A68}" dt="2025-05-07T08:48:17.807" v="8227" actId="20577"/>
          <ac:spMkLst>
            <pc:docMk/>
            <pc:sldMk cId="1879432771" sldId="317"/>
            <ac:spMk id="2" creationId="{4BB19E59-50E9-B5E4-1724-8DC57B99144A}"/>
          </ac:spMkLst>
        </pc:spChg>
        <pc:spChg chg="mod">
          <ac:chgData name="Karolina Wojciechowska" userId="030dd1c7-c84c-45d1-9bd6-2f3e05cb5cdc" providerId="ADAL" clId="{764D2253-6EEC-47C4-A1CE-61A12C5F2A68}" dt="2025-05-15T13:03:59.212" v="11672" actId="20577"/>
          <ac:spMkLst>
            <pc:docMk/>
            <pc:sldMk cId="1879432771" sldId="317"/>
            <ac:spMk id="3" creationId="{1D86F504-A9DD-CF74-0985-E754F152F69B}"/>
          </ac:spMkLst>
        </pc:spChg>
      </pc:sldChg>
      <pc:sldChg chg="addSp delSp modSp new mod">
        <pc:chgData name="Karolina Wojciechowska" userId="030dd1c7-c84c-45d1-9bd6-2f3e05cb5cdc" providerId="ADAL" clId="{764D2253-6EEC-47C4-A1CE-61A12C5F2A68}" dt="2025-05-15T13:04:06.950" v="11674" actId="20577"/>
        <pc:sldMkLst>
          <pc:docMk/>
          <pc:sldMk cId="3935533244" sldId="318"/>
        </pc:sldMkLst>
        <pc:spChg chg="mod">
          <ac:chgData name="Karolina Wojciechowska" userId="030dd1c7-c84c-45d1-9bd6-2f3e05cb5cdc" providerId="ADAL" clId="{764D2253-6EEC-47C4-A1CE-61A12C5F2A68}" dt="2025-05-06T14:11:02.907" v="5720" actId="20577"/>
          <ac:spMkLst>
            <pc:docMk/>
            <pc:sldMk cId="3935533244" sldId="318"/>
            <ac:spMk id="2" creationId="{BF3C3648-0EED-7A5A-0BDD-80342A1A9560}"/>
          </ac:spMkLst>
        </pc:spChg>
        <pc:spChg chg="mod">
          <ac:chgData name="Karolina Wojciechowska" userId="030dd1c7-c84c-45d1-9bd6-2f3e05cb5cdc" providerId="ADAL" clId="{764D2253-6EEC-47C4-A1CE-61A12C5F2A68}" dt="2025-05-15T13:04:06.950" v="11674" actId="20577"/>
          <ac:spMkLst>
            <pc:docMk/>
            <pc:sldMk cId="3935533244" sldId="318"/>
            <ac:spMk id="3" creationId="{4C139C5F-7B94-7F7A-6CD3-110CBC5D0135}"/>
          </ac:spMkLst>
        </pc:spChg>
        <pc:picChg chg="add mod">
          <ac:chgData name="Karolina Wojciechowska" userId="030dd1c7-c84c-45d1-9bd6-2f3e05cb5cdc" providerId="ADAL" clId="{764D2253-6EEC-47C4-A1CE-61A12C5F2A68}" dt="2025-05-07T07:22:14.950" v="6822" actId="1076"/>
          <ac:picMkLst>
            <pc:docMk/>
            <pc:sldMk cId="3935533244" sldId="318"/>
            <ac:picMk id="8" creationId="{650BB807-ACDD-51D3-6595-E2704BDDF124}"/>
          </ac:picMkLst>
        </pc:picChg>
      </pc:sldChg>
      <pc:sldChg chg="addSp modSp new mod">
        <pc:chgData name="Karolina Wojciechowska" userId="030dd1c7-c84c-45d1-9bd6-2f3e05cb5cdc" providerId="ADAL" clId="{764D2253-6EEC-47C4-A1CE-61A12C5F2A68}" dt="2025-05-06T14:27:44.794" v="6663" actId="20577"/>
        <pc:sldMkLst>
          <pc:docMk/>
          <pc:sldMk cId="3518829389" sldId="319"/>
        </pc:sldMkLst>
        <pc:spChg chg="mod">
          <ac:chgData name="Karolina Wojciechowska" userId="030dd1c7-c84c-45d1-9bd6-2f3e05cb5cdc" providerId="ADAL" clId="{764D2253-6EEC-47C4-A1CE-61A12C5F2A68}" dt="2025-05-06T14:21:13.347" v="6405"/>
          <ac:spMkLst>
            <pc:docMk/>
            <pc:sldMk cId="3518829389" sldId="319"/>
            <ac:spMk id="2" creationId="{204992A8-27F0-56FE-80A6-5EC031A13BC5}"/>
          </ac:spMkLst>
        </pc:spChg>
        <pc:spChg chg="mod">
          <ac:chgData name="Karolina Wojciechowska" userId="030dd1c7-c84c-45d1-9bd6-2f3e05cb5cdc" providerId="ADAL" clId="{764D2253-6EEC-47C4-A1CE-61A12C5F2A68}" dt="2025-05-06T14:27:44.794" v="6663" actId="20577"/>
          <ac:spMkLst>
            <pc:docMk/>
            <pc:sldMk cId="3518829389" sldId="319"/>
            <ac:spMk id="3" creationId="{3E7F23DD-5312-83A9-A244-3D15E80D13B6}"/>
          </ac:spMkLst>
        </pc:spChg>
        <pc:picChg chg="add mod">
          <ac:chgData name="Karolina Wojciechowska" userId="030dd1c7-c84c-45d1-9bd6-2f3e05cb5cdc" providerId="ADAL" clId="{764D2253-6EEC-47C4-A1CE-61A12C5F2A68}" dt="2025-05-06T14:19:31.239" v="6299" actId="1076"/>
          <ac:picMkLst>
            <pc:docMk/>
            <pc:sldMk cId="3518829389" sldId="319"/>
            <ac:picMk id="8" creationId="{26D2088C-C0DB-596D-F4BA-5EEEA2D71194}"/>
          </ac:picMkLst>
        </pc:picChg>
      </pc:sldChg>
      <pc:sldChg chg="addSp modSp new mod">
        <pc:chgData name="Karolina Wojciechowska" userId="030dd1c7-c84c-45d1-9bd6-2f3e05cb5cdc" providerId="ADAL" clId="{764D2253-6EEC-47C4-A1CE-61A12C5F2A68}" dt="2025-05-15T13:12:08.922" v="11868"/>
        <pc:sldMkLst>
          <pc:docMk/>
          <pc:sldMk cId="1578760820" sldId="320"/>
        </pc:sldMkLst>
        <pc:spChg chg="mod">
          <ac:chgData name="Karolina Wojciechowska" userId="030dd1c7-c84c-45d1-9bd6-2f3e05cb5cdc" providerId="ADAL" clId="{764D2253-6EEC-47C4-A1CE-61A12C5F2A68}" dt="2025-05-06T14:21:22.185" v="6408"/>
          <ac:spMkLst>
            <pc:docMk/>
            <pc:sldMk cId="1578760820" sldId="320"/>
            <ac:spMk id="2" creationId="{C49D12CC-EA41-59D0-B97B-E91537A9339E}"/>
          </ac:spMkLst>
        </pc:spChg>
        <pc:spChg chg="mod">
          <ac:chgData name="Karolina Wojciechowska" userId="030dd1c7-c84c-45d1-9bd6-2f3e05cb5cdc" providerId="ADAL" clId="{764D2253-6EEC-47C4-A1CE-61A12C5F2A68}" dt="2025-05-15T13:12:08.922" v="11868"/>
          <ac:spMkLst>
            <pc:docMk/>
            <pc:sldMk cId="1578760820" sldId="320"/>
            <ac:spMk id="3" creationId="{A5C6DE84-C53F-C168-C815-7DA9A49A0BC6}"/>
          </ac:spMkLst>
        </pc:spChg>
        <pc:picChg chg="add mod">
          <ac:chgData name="Karolina Wojciechowska" userId="030dd1c7-c84c-45d1-9bd6-2f3e05cb5cdc" providerId="ADAL" clId="{764D2253-6EEC-47C4-A1CE-61A12C5F2A68}" dt="2025-05-06T14:19:33.766" v="6300" actId="1076"/>
          <ac:picMkLst>
            <pc:docMk/>
            <pc:sldMk cId="1578760820" sldId="320"/>
            <ac:picMk id="8" creationId="{483B29D4-3A67-520B-58D5-7839576A1344}"/>
          </ac:picMkLst>
        </pc:picChg>
      </pc:sldChg>
      <pc:sldChg chg="addSp delSp modSp new mod">
        <pc:chgData name="Karolina Wojciechowska" userId="030dd1c7-c84c-45d1-9bd6-2f3e05cb5cdc" providerId="ADAL" clId="{764D2253-6EEC-47C4-A1CE-61A12C5F2A68}" dt="2025-05-20T12:18:52.284" v="12736" actId="13926"/>
        <pc:sldMkLst>
          <pc:docMk/>
          <pc:sldMk cId="125972343" sldId="321"/>
        </pc:sldMkLst>
        <pc:spChg chg="mod">
          <ac:chgData name="Karolina Wojciechowska" userId="030dd1c7-c84c-45d1-9bd6-2f3e05cb5cdc" providerId="ADAL" clId="{764D2253-6EEC-47C4-A1CE-61A12C5F2A68}" dt="2025-05-06T14:25:58.624" v="6590" actId="20577"/>
          <ac:spMkLst>
            <pc:docMk/>
            <pc:sldMk cId="125972343" sldId="321"/>
            <ac:spMk id="2" creationId="{9F1E4EF1-B4D9-7E11-470D-F92B83BC332C}"/>
          </ac:spMkLst>
        </pc:spChg>
        <pc:spChg chg="add mod">
          <ac:chgData name="Karolina Wojciechowska" userId="030dd1c7-c84c-45d1-9bd6-2f3e05cb5cdc" providerId="ADAL" clId="{764D2253-6EEC-47C4-A1CE-61A12C5F2A68}" dt="2025-05-20T12:18:52.284" v="12736" actId="13926"/>
          <ac:spMkLst>
            <pc:docMk/>
            <pc:sldMk cId="125972343" sldId="321"/>
            <ac:spMk id="10" creationId="{158E69AD-49EC-4E44-1966-257A592C3139}"/>
          </ac:spMkLst>
        </pc:spChg>
        <pc:picChg chg="add mod">
          <ac:chgData name="Karolina Wojciechowska" userId="030dd1c7-c84c-45d1-9bd6-2f3e05cb5cdc" providerId="ADAL" clId="{764D2253-6EEC-47C4-A1CE-61A12C5F2A68}" dt="2025-05-07T07:23:01.185" v="6832" actId="1037"/>
          <ac:picMkLst>
            <pc:docMk/>
            <pc:sldMk cId="125972343" sldId="321"/>
            <ac:picMk id="9" creationId="{BF349272-EAA9-CA05-4F44-BB7ECACBCF21}"/>
          </ac:picMkLst>
        </pc:picChg>
      </pc:sldChg>
      <pc:sldChg chg="addSp delSp modSp add mod">
        <pc:chgData name="Karolina Wojciechowska" userId="030dd1c7-c84c-45d1-9bd6-2f3e05cb5cdc" providerId="ADAL" clId="{764D2253-6EEC-47C4-A1CE-61A12C5F2A68}" dt="2025-05-15T13:13:36.994" v="11873"/>
        <pc:sldMkLst>
          <pc:docMk/>
          <pc:sldMk cId="278349612" sldId="322"/>
        </pc:sldMkLst>
        <pc:spChg chg="mod">
          <ac:chgData name="Karolina Wojciechowska" userId="030dd1c7-c84c-45d1-9bd6-2f3e05cb5cdc" providerId="ADAL" clId="{764D2253-6EEC-47C4-A1CE-61A12C5F2A68}" dt="2025-05-07T07:23:49.417" v="6852" actId="20577"/>
          <ac:spMkLst>
            <pc:docMk/>
            <pc:sldMk cId="278349612" sldId="322"/>
            <ac:spMk id="2" creationId="{549A8DCB-922D-535B-F2CC-12DA9AFC61EA}"/>
          </ac:spMkLst>
        </pc:spChg>
        <pc:spChg chg="mod">
          <ac:chgData name="Karolina Wojciechowska" userId="030dd1c7-c84c-45d1-9bd6-2f3e05cb5cdc" providerId="ADAL" clId="{764D2253-6EEC-47C4-A1CE-61A12C5F2A68}" dt="2025-05-15T13:13:36.994" v="11873"/>
          <ac:spMkLst>
            <pc:docMk/>
            <pc:sldMk cId="278349612" sldId="322"/>
            <ac:spMk id="10" creationId="{5AC85CFE-CD18-4898-E249-780BE514A79D}"/>
          </ac:spMkLst>
        </pc:spChg>
        <pc:picChg chg="add mod">
          <ac:chgData name="Karolina Wojciechowska" userId="030dd1c7-c84c-45d1-9bd6-2f3e05cb5cdc" providerId="ADAL" clId="{764D2253-6EEC-47C4-A1CE-61A12C5F2A68}" dt="2025-05-07T07:41:29.247" v="6954" actId="1036"/>
          <ac:picMkLst>
            <pc:docMk/>
            <pc:sldMk cId="278349612" sldId="322"/>
            <ac:picMk id="13" creationId="{2965E1D1-0510-4009-AB22-DE41EFA18D79}"/>
          </ac:picMkLst>
        </pc:picChg>
      </pc:sldChg>
      <pc:sldChg chg="addSp delSp modSp new mod addAnim delAnim modAnim">
        <pc:chgData name="Karolina Wojciechowska" userId="030dd1c7-c84c-45d1-9bd6-2f3e05cb5cdc" providerId="ADAL" clId="{764D2253-6EEC-47C4-A1CE-61A12C5F2A68}" dt="2025-06-03T08:51:32.869" v="13086"/>
        <pc:sldMkLst>
          <pc:docMk/>
          <pc:sldMk cId="4170723072" sldId="323"/>
        </pc:sldMkLst>
        <pc:spChg chg="mod">
          <ac:chgData name="Karolina Wojciechowska" userId="030dd1c7-c84c-45d1-9bd6-2f3e05cb5cdc" providerId="ADAL" clId="{764D2253-6EEC-47C4-A1CE-61A12C5F2A68}" dt="2025-05-07T07:46:29.018" v="7667" actId="20577"/>
          <ac:spMkLst>
            <pc:docMk/>
            <pc:sldMk cId="4170723072" sldId="323"/>
            <ac:spMk id="2" creationId="{F0275648-645B-AC67-93A3-B05E50807ED1}"/>
          </ac:spMkLst>
        </pc:spChg>
        <pc:spChg chg="add mod">
          <ac:chgData name="Karolina Wojciechowska" userId="030dd1c7-c84c-45d1-9bd6-2f3e05cb5cdc" providerId="ADAL" clId="{764D2253-6EEC-47C4-A1CE-61A12C5F2A68}" dt="2025-05-15T13:14:58.491" v="11895" actId="20577"/>
          <ac:spMkLst>
            <pc:docMk/>
            <pc:sldMk cId="4170723072" sldId="323"/>
            <ac:spMk id="11" creationId="{C0A1FFEA-BBC1-1E19-4C64-854C40092E7E}"/>
          </ac:spMkLst>
        </pc:spChg>
        <pc:picChg chg="add del">
          <ac:chgData name="Karolina Wojciechowska" userId="030dd1c7-c84c-45d1-9bd6-2f3e05cb5cdc" providerId="ADAL" clId="{764D2253-6EEC-47C4-A1CE-61A12C5F2A68}" dt="2025-06-03T08:51:07.354" v="13081" actId="22"/>
          <ac:picMkLst>
            <pc:docMk/>
            <pc:sldMk cId="4170723072" sldId="323"/>
            <ac:picMk id="7" creationId="{9CA569A7-CDEE-4C2A-1BC2-431CAE838C51}"/>
          </ac:picMkLst>
        </pc:picChg>
        <pc:picChg chg="add mod">
          <ac:chgData name="Karolina Wojciechowska" userId="030dd1c7-c84c-45d1-9bd6-2f3e05cb5cdc" providerId="ADAL" clId="{764D2253-6EEC-47C4-A1CE-61A12C5F2A68}" dt="2025-06-03T08:51:17.811" v="13085" actId="1076"/>
          <ac:picMkLst>
            <pc:docMk/>
            <pc:sldMk cId="4170723072" sldId="323"/>
            <ac:picMk id="9" creationId="{29AF7F5D-7EEF-F667-CD9D-82BDB93A156C}"/>
          </ac:picMkLst>
        </pc:picChg>
        <pc:picChg chg="add del mod ord">
          <ac:chgData name="Karolina Wojciechowska" userId="030dd1c7-c84c-45d1-9bd6-2f3e05cb5cdc" providerId="ADAL" clId="{764D2253-6EEC-47C4-A1CE-61A12C5F2A68}" dt="2025-06-03T08:51:13.500" v="13083" actId="478"/>
          <ac:picMkLst>
            <pc:docMk/>
            <pc:sldMk cId="4170723072" sldId="323"/>
            <ac:picMk id="21" creationId="{9B34E259-90EE-956A-2435-58DF6A5D388A}"/>
          </ac:picMkLst>
        </pc:picChg>
        <pc:picChg chg="add mod">
          <ac:chgData name="Karolina Wojciechowska" userId="030dd1c7-c84c-45d1-9bd6-2f3e05cb5cdc" providerId="ADAL" clId="{764D2253-6EEC-47C4-A1CE-61A12C5F2A68}" dt="2025-05-07T09:23:10.519" v="9100" actId="1076"/>
          <ac:picMkLst>
            <pc:docMk/>
            <pc:sldMk cId="4170723072" sldId="323"/>
            <ac:picMk id="23" creationId="{93C7627C-7FAA-5505-8D65-E196EDA52D56}"/>
          </ac:picMkLst>
        </pc:picChg>
      </pc:sldChg>
      <pc:sldChg chg="addSp modSp new mod">
        <pc:chgData name="Karolina Wojciechowska" userId="030dd1c7-c84c-45d1-9bd6-2f3e05cb5cdc" providerId="ADAL" clId="{764D2253-6EEC-47C4-A1CE-61A12C5F2A68}" dt="2025-05-15T13:15:28.348" v="11900" actId="20577"/>
        <pc:sldMkLst>
          <pc:docMk/>
          <pc:sldMk cId="1994423127" sldId="324"/>
        </pc:sldMkLst>
        <pc:spChg chg="mod">
          <ac:chgData name="Karolina Wojciechowska" userId="030dd1c7-c84c-45d1-9bd6-2f3e05cb5cdc" providerId="ADAL" clId="{764D2253-6EEC-47C4-A1CE-61A12C5F2A68}" dt="2025-05-15T13:00:36.008" v="11564" actId="20577"/>
          <ac:spMkLst>
            <pc:docMk/>
            <pc:sldMk cId="1994423127" sldId="324"/>
            <ac:spMk id="2" creationId="{B735C237-FF2D-8718-5B20-6B5D43E28166}"/>
          </ac:spMkLst>
        </pc:spChg>
        <pc:spChg chg="mod">
          <ac:chgData name="Karolina Wojciechowska" userId="030dd1c7-c84c-45d1-9bd6-2f3e05cb5cdc" providerId="ADAL" clId="{764D2253-6EEC-47C4-A1CE-61A12C5F2A68}" dt="2025-05-15T13:15:28.348" v="11900" actId="20577"/>
          <ac:spMkLst>
            <pc:docMk/>
            <pc:sldMk cId="1994423127" sldId="324"/>
            <ac:spMk id="3" creationId="{B18201BC-0ABE-DE89-00EF-3E6CE73667EE}"/>
          </ac:spMkLst>
        </pc:spChg>
        <pc:picChg chg="add mod">
          <ac:chgData name="Karolina Wojciechowska" userId="030dd1c7-c84c-45d1-9bd6-2f3e05cb5cdc" providerId="ADAL" clId="{764D2253-6EEC-47C4-A1CE-61A12C5F2A68}" dt="2025-05-07T08:49:14.616" v="8252" actId="1076"/>
          <ac:picMkLst>
            <pc:docMk/>
            <pc:sldMk cId="1994423127" sldId="324"/>
            <ac:picMk id="8" creationId="{0F67A8BC-DE23-9FEB-A0EF-DFECF829E126}"/>
          </ac:picMkLst>
        </pc:picChg>
      </pc:sldChg>
      <pc:sldChg chg="modSp add mod">
        <pc:chgData name="Karolina Wojciechowska" userId="030dd1c7-c84c-45d1-9bd6-2f3e05cb5cdc" providerId="ADAL" clId="{764D2253-6EEC-47C4-A1CE-61A12C5F2A68}" dt="2025-05-07T08:50:41.468" v="8355" actId="20577"/>
        <pc:sldMkLst>
          <pc:docMk/>
          <pc:sldMk cId="1438221448" sldId="325"/>
        </pc:sldMkLst>
        <pc:spChg chg="mod">
          <ac:chgData name="Karolina Wojciechowska" userId="030dd1c7-c84c-45d1-9bd6-2f3e05cb5cdc" providerId="ADAL" clId="{764D2253-6EEC-47C4-A1CE-61A12C5F2A68}" dt="2025-05-07T08:50:41.468" v="8355" actId="20577"/>
          <ac:spMkLst>
            <pc:docMk/>
            <pc:sldMk cId="1438221448" sldId="325"/>
            <ac:spMk id="2" creationId="{A7D622BA-F601-E912-B86C-42F5C3749E3A}"/>
          </ac:spMkLst>
        </pc:spChg>
      </pc:sldChg>
      <pc:sldChg chg="addSp modSp new mod">
        <pc:chgData name="Karolina Wojciechowska" userId="030dd1c7-c84c-45d1-9bd6-2f3e05cb5cdc" providerId="ADAL" clId="{764D2253-6EEC-47C4-A1CE-61A12C5F2A68}" dt="2025-05-20T12:19:03.985" v="12737" actId="13926"/>
        <pc:sldMkLst>
          <pc:docMk/>
          <pc:sldMk cId="599643333" sldId="326"/>
        </pc:sldMkLst>
        <pc:spChg chg="mod">
          <ac:chgData name="Karolina Wojciechowska" userId="030dd1c7-c84c-45d1-9bd6-2f3e05cb5cdc" providerId="ADAL" clId="{764D2253-6EEC-47C4-A1CE-61A12C5F2A68}" dt="2025-05-07T08:55:17.311" v="8398" actId="20577"/>
          <ac:spMkLst>
            <pc:docMk/>
            <pc:sldMk cId="599643333" sldId="326"/>
            <ac:spMk id="2" creationId="{041858F8-827F-D2EF-376F-1162FBFFD97D}"/>
          </ac:spMkLst>
        </pc:spChg>
        <pc:spChg chg="mod">
          <ac:chgData name="Karolina Wojciechowska" userId="030dd1c7-c84c-45d1-9bd6-2f3e05cb5cdc" providerId="ADAL" clId="{764D2253-6EEC-47C4-A1CE-61A12C5F2A68}" dt="2025-05-20T12:19:03.985" v="12737" actId="13926"/>
          <ac:spMkLst>
            <pc:docMk/>
            <pc:sldMk cId="599643333" sldId="326"/>
            <ac:spMk id="3" creationId="{502B7698-B4D9-9DAA-168A-E07CFEBBC11B}"/>
          </ac:spMkLst>
        </pc:spChg>
        <pc:picChg chg="add mod">
          <ac:chgData name="Karolina Wojciechowska" userId="030dd1c7-c84c-45d1-9bd6-2f3e05cb5cdc" providerId="ADAL" clId="{764D2253-6EEC-47C4-A1CE-61A12C5F2A68}" dt="2025-05-07T08:59:45.118" v="8565" actId="1076"/>
          <ac:picMkLst>
            <pc:docMk/>
            <pc:sldMk cId="599643333" sldId="326"/>
            <ac:picMk id="7" creationId="{72CC3293-8E83-2963-117D-D3420D59B5B0}"/>
          </ac:picMkLst>
        </pc:picChg>
      </pc:sldChg>
      <pc:sldChg chg="addSp delSp modSp new mod">
        <pc:chgData name="Karolina Wojciechowska" userId="030dd1c7-c84c-45d1-9bd6-2f3e05cb5cdc" providerId="ADAL" clId="{764D2253-6EEC-47C4-A1CE-61A12C5F2A68}" dt="2025-05-20T12:19:40.590" v="12745" actId="13926"/>
        <pc:sldMkLst>
          <pc:docMk/>
          <pc:sldMk cId="2586875706" sldId="327"/>
        </pc:sldMkLst>
        <pc:spChg chg="mod">
          <ac:chgData name="Karolina Wojciechowska" userId="030dd1c7-c84c-45d1-9bd6-2f3e05cb5cdc" providerId="ADAL" clId="{764D2253-6EEC-47C4-A1CE-61A12C5F2A68}" dt="2025-05-07T09:06:50.869" v="8606" actId="20577"/>
          <ac:spMkLst>
            <pc:docMk/>
            <pc:sldMk cId="2586875706" sldId="327"/>
            <ac:spMk id="2" creationId="{F987658F-4FCC-90DA-0DC9-1280DF45E112}"/>
          </ac:spMkLst>
        </pc:spChg>
        <pc:spChg chg="mod">
          <ac:chgData name="Karolina Wojciechowska" userId="030dd1c7-c84c-45d1-9bd6-2f3e05cb5cdc" providerId="ADAL" clId="{764D2253-6EEC-47C4-A1CE-61A12C5F2A68}" dt="2025-05-20T12:19:37.644" v="12744" actId="13926"/>
          <ac:spMkLst>
            <pc:docMk/>
            <pc:sldMk cId="2586875706" sldId="327"/>
            <ac:spMk id="3" creationId="{BAFE50A7-518C-1E2B-B6A6-80C62FD68019}"/>
          </ac:spMkLst>
        </pc:spChg>
        <pc:spChg chg="mod">
          <ac:chgData name="Karolina Wojciechowska" userId="030dd1c7-c84c-45d1-9bd6-2f3e05cb5cdc" providerId="ADAL" clId="{764D2253-6EEC-47C4-A1CE-61A12C5F2A68}" dt="2025-05-20T12:19:40.590" v="12745" actId="13926"/>
          <ac:spMkLst>
            <pc:docMk/>
            <pc:sldMk cId="2586875706" sldId="327"/>
            <ac:spMk id="7" creationId="{C018FD4B-74E9-FC14-E940-1AB11BC678C9}"/>
          </ac:spMkLst>
        </pc:spChg>
        <pc:spChg chg="add mod">
          <ac:chgData name="Karolina Wojciechowska" userId="030dd1c7-c84c-45d1-9bd6-2f3e05cb5cdc" providerId="ADAL" clId="{764D2253-6EEC-47C4-A1CE-61A12C5F2A68}" dt="2025-05-15T13:08:20.797" v="11794" actId="790"/>
          <ac:spMkLst>
            <pc:docMk/>
            <pc:sldMk cId="2586875706" sldId="327"/>
            <ac:spMk id="9" creationId="{61BFBE36-6C66-118E-7290-6638E9575259}"/>
          </ac:spMkLst>
        </pc:spChg>
        <pc:picChg chg="add mod ord">
          <ac:chgData name="Karolina Wojciechowska" userId="030dd1c7-c84c-45d1-9bd6-2f3e05cb5cdc" providerId="ADAL" clId="{764D2253-6EEC-47C4-A1CE-61A12C5F2A68}" dt="2025-05-07T09:10:48.867" v="8610" actId="1076"/>
          <ac:picMkLst>
            <pc:docMk/>
            <pc:sldMk cId="2586875706" sldId="327"/>
            <ac:picMk id="8" creationId="{4036368A-DBBC-290D-880C-660DB718B9F4}"/>
          </ac:picMkLst>
        </pc:picChg>
      </pc:sldChg>
      <pc:sldChg chg="addSp modSp new mod">
        <pc:chgData name="Karolina Wojciechowska" userId="030dd1c7-c84c-45d1-9bd6-2f3e05cb5cdc" providerId="ADAL" clId="{764D2253-6EEC-47C4-A1CE-61A12C5F2A68}" dt="2025-05-07T09:38:12.859" v="9853" actId="20577"/>
        <pc:sldMkLst>
          <pc:docMk/>
          <pc:sldMk cId="2120857825" sldId="328"/>
        </pc:sldMkLst>
        <pc:spChg chg="mod">
          <ac:chgData name="Karolina Wojciechowska" userId="030dd1c7-c84c-45d1-9bd6-2f3e05cb5cdc" providerId="ADAL" clId="{764D2253-6EEC-47C4-A1CE-61A12C5F2A68}" dt="2025-05-07T09:32:29.892" v="9281"/>
          <ac:spMkLst>
            <pc:docMk/>
            <pc:sldMk cId="2120857825" sldId="328"/>
            <ac:spMk id="2" creationId="{B0F3C9B3-E49A-C32D-F966-199B09644743}"/>
          </ac:spMkLst>
        </pc:spChg>
        <pc:spChg chg="mod">
          <ac:chgData name="Karolina Wojciechowska" userId="030dd1c7-c84c-45d1-9bd6-2f3e05cb5cdc" providerId="ADAL" clId="{764D2253-6EEC-47C4-A1CE-61A12C5F2A68}" dt="2025-05-07T09:38:12.859" v="9853" actId="20577"/>
          <ac:spMkLst>
            <pc:docMk/>
            <pc:sldMk cId="2120857825" sldId="328"/>
            <ac:spMk id="3" creationId="{29D573AB-F386-07AB-85A6-9F51BA7E42B8}"/>
          </ac:spMkLst>
        </pc:spChg>
        <pc:picChg chg="add mod">
          <ac:chgData name="Karolina Wojciechowska" userId="030dd1c7-c84c-45d1-9bd6-2f3e05cb5cdc" providerId="ADAL" clId="{764D2253-6EEC-47C4-A1CE-61A12C5F2A68}" dt="2025-05-07T09:30:51.162" v="9200" actId="1076"/>
          <ac:picMkLst>
            <pc:docMk/>
            <pc:sldMk cId="2120857825" sldId="328"/>
            <ac:picMk id="8" creationId="{34009150-44FC-8724-E6A6-24D1C7DF9D41}"/>
          </ac:picMkLst>
        </pc:picChg>
      </pc:sldChg>
      <pc:sldChg chg="delSp modSp new mod">
        <pc:chgData name="Karolina Wojciechowska" userId="030dd1c7-c84c-45d1-9bd6-2f3e05cb5cdc" providerId="ADAL" clId="{764D2253-6EEC-47C4-A1CE-61A12C5F2A68}" dt="2025-05-07T09:36:28.528" v="9618" actId="20577"/>
        <pc:sldMkLst>
          <pc:docMk/>
          <pc:sldMk cId="2520427763" sldId="329"/>
        </pc:sldMkLst>
        <pc:spChg chg="mod">
          <ac:chgData name="Karolina Wojciechowska" userId="030dd1c7-c84c-45d1-9bd6-2f3e05cb5cdc" providerId="ADAL" clId="{764D2253-6EEC-47C4-A1CE-61A12C5F2A68}" dt="2025-05-07T09:36:28.528" v="9618" actId="20577"/>
          <ac:spMkLst>
            <pc:docMk/>
            <pc:sldMk cId="2520427763" sldId="329"/>
            <ac:spMk id="2" creationId="{5D6D48BA-6F05-0682-ED47-C39A5571BCAC}"/>
          </ac:spMkLst>
        </pc:spChg>
      </pc:sldChg>
      <pc:sldChg chg="addSp delSp modSp new mod">
        <pc:chgData name="Karolina Wojciechowska" userId="030dd1c7-c84c-45d1-9bd6-2f3e05cb5cdc" providerId="ADAL" clId="{764D2253-6EEC-47C4-A1CE-61A12C5F2A68}" dt="2025-05-15T13:16:46.169" v="11909"/>
        <pc:sldMkLst>
          <pc:docMk/>
          <pc:sldMk cId="2312804372" sldId="330"/>
        </pc:sldMkLst>
        <pc:spChg chg="mod">
          <ac:chgData name="Karolina Wojciechowska" userId="030dd1c7-c84c-45d1-9bd6-2f3e05cb5cdc" providerId="ADAL" clId="{764D2253-6EEC-47C4-A1CE-61A12C5F2A68}" dt="2025-05-07T09:41:35.316" v="9982" actId="20577"/>
          <ac:spMkLst>
            <pc:docMk/>
            <pc:sldMk cId="2312804372" sldId="330"/>
            <ac:spMk id="2" creationId="{240760BA-B4DD-7A05-1BF0-35CF2813225C}"/>
          </ac:spMkLst>
        </pc:spChg>
        <pc:spChg chg="add mod">
          <ac:chgData name="Karolina Wojciechowska" userId="030dd1c7-c84c-45d1-9bd6-2f3e05cb5cdc" providerId="ADAL" clId="{764D2253-6EEC-47C4-A1CE-61A12C5F2A68}" dt="2025-05-07T09:35:22.494" v="9510" actId="1076"/>
          <ac:spMkLst>
            <pc:docMk/>
            <pc:sldMk cId="2312804372" sldId="330"/>
            <ac:spMk id="7" creationId="{23D84451-5CB2-743E-93DE-228748C9418F}"/>
          </ac:spMkLst>
        </pc:spChg>
        <pc:spChg chg="add mod">
          <ac:chgData name="Karolina Wojciechowska" userId="030dd1c7-c84c-45d1-9bd6-2f3e05cb5cdc" providerId="ADAL" clId="{764D2253-6EEC-47C4-A1CE-61A12C5F2A68}" dt="2025-05-07T09:35:22.494" v="9510" actId="1076"/>
          <ac:spMkLst>
            <pc:docMk/>
            <pc:sldMk cId="2312804372" sldId="330"/>
            <ac:spMk id="8" creationId="{9772C38D-C006-4B34-0222-BFF0EC589CE3}"/>
          </ac:spMkLst>
        </pc:spChg>
        <pc:spChg chg="add mod">
          <ac:chgData name="Karolina Wojciechowska" userId="030dd1c7-c84c-45d1-9bd6-2f3e05cb5cdc" providerId="ADAL" clId="{764D2253-6EEC-47C4-A1CE-61A12C5F2A68}" dt="2025-05-07T09:35:22.494" v="9510" actId="1076"/>
          <ac:spMkLst>
            <pc:docMk/>
            <pc:sldMk cId="2312804372" sldId="330"/>
            <ac:spMk id="9" creationId="{5E581BDE-B87A-F7C8-0886-7470F19277F2}"/>
          </ac:spMkLst>
        </pc:spChg>
        <pc:spChg chg="add mod">
          <ac:chgData name="Karolina Wojciechowska" userId="030dd1c7-c84c-45d1-9bd6-2f3e05cb5cdc" providerId="ADAL" clId="{764D2253-6EEC-47C4-A1CE-61A12C5F2A68}" dt="2025-05-07T09:35:22.494" v="9510" actId="1076"/>
          <ac:spMkLst>
            <pc:docMk/>
            <pc:sldMk cId="2312804372" sldId="330"/>
            <ac:spMk id="10" creationId="{F43DFF03-455B-A964-0C52-EB8261867A1B}"/>
          </ac:spMkLst>
        </pc:spChg>
        <pc:spChg chg="add mod">
          <ac:chgData name="Karolina Wojciechowska" userId="030dd1c7-c84c-45d1-9bd6-2f3e05cb5cdc" providerId="ADAL" clId="{764D2253-6EEC-47C4-A1CE-61A12C5F2A68}" dt="2025-05-07T09:35:22.494" v="9510" actId="1076"/>
          <ac:spMkLst>
            <pc:docMk/>
            <pc:sldMk cId="2312804372" sldId="330"/>
            <ac:spMk id="11" creationId="{D000A8A0-B672-BE03-AB60-6CA792D0787A}"/>
          </ac:spMkLst>
        </pc:spChg>
        <pc:spChg chg="add mod">
          <ac:chgData name="Karolina Wojciechowska" userId="030dd1c7-c84c-45d1-9bd6-2f3e05cb5cdc" providerId="ADAL" clId="{764D2253-6EEC-47C4-A1CE-61A12C5F2A68}" dt="2025-05-15T13:16:46.169" v="11909"/>
          <ac:spMkLst>
            <pc:docMk/>
            <pc:sldMk cId="2312804372" sldId="330"/>
            <ac:spMk id="21" creationId="{42782F30-2AC0-AD1C-2AA4-2DBEF83A830B}"/>
          </ac:spMkLst>
        </pc:spChg>
        <pc:picChg chg="add mod">
          <ac:chgData name="Karolina Wojciechowska" userId="030dd1c7-c84c-45d1-9bd6-2f3e05cb5cdc" providerId="ADAL" clId="{764D2253-6EEC-47C4-A1CE-61A12C5F2A68}" dt="2025-05-07T09:35:22.494" v="9510" actId="1076"/>
          <ac:picMkLst>
            <pc:docMk/>
            <pc:sldMk cId="2312804372" sldId="330"/>
            <ac:picMk id="16" creationId="{047665FA-EFA2-9C0A-88CD-D5EBB94E751A}"/>
          </ac:picMkLst>
        </pc:picChg>
        <pc:picChg chg="add mod">
          <ac:chgData name="Karolina Wojciechowska" userId="030dd1c7-c84c-45d1-9bd6-2f3e05cb5cdc" providerId="ADAL" clId="{764D2253-6EEC-47C4-A1CE-61A12C5F2A68}" dt="2025-05-07T09:35:22.494" v="9510" actId="1076"/>
          <ac:picMkLst>
            <pc:docMk/>
            <pc:sldMk cId="2312804372" sldId="330"/>
            <ac:picMk id="17" creationId="{5FDB1FC0-78C0-07C3-64DA-A08BA50305D5}"/>
          </ac:picMkLst>
        </pc:picChg>
        <pc:picChg chg="add mod">
          <ac:chgData name="Karolina Wojciechowska" userId="030dd1c7-c84c-45d1-9bd6-2f3e05cb5cdc" providerId="ADAL" clId="{764D2253-6EEC-47C4-A1CE-61A12C5F2A68}" dt="2025-05-07T09:35:22.494" v="9510" actId="1076"/>
          <ac:picMkLst>
            <pc:docMk/>
            <pc:sldMk cId="2312804372" sldId="330"/>
            <ac:picMk id="18" creationId="{42F377B9-6943-02E2-91D4-CD59F831B574}"/>
          </ac:picMkLst>
        </pc:picChg>
        <pc:picChg chg="add mod">
          <ac:chgData name="Karolina Wojciechowska" userId="030dd1c7-c84c-45d1-9bd6-2f3e05cb5cdc" providerId="ADAL" clId="{764D2253-6EEC-47C4-A1CE-61A12C5F2A68}" dt="2025-05-07T09:35:22.494" v="9510" actId="1076"/>
          <ac:picMkLst>
            <pc:docMk/>
            <pc:sldMk cId="2312804372" sldId="330"/>
            <ac:picMk id="19" creationId="{F20D9F0C-F13A-1B6E-6867-55D8856E4D41}"/>
          </ac:picMkLst>
        </pc:picChg>
      </pc:sldChg>
      <pc:sldChg chg="addSp delSp modSp new mod">
        <pc:chgData name="Karolina Wojciechowska" userId="030dd1c7-c84c-45d1-9bd6-2f3e05cb5cdc" providerId="ADAL" clId="{764D2253-6EEC-47C4-A1CE-61A12C5F2A68}" dt="2025-05-15T13:17:44.823" v="11916" actId="20577"/>
        <pc:sldMkLst>
          <pc:docMk/>
          <pc:sldMk cId="1489672922" sldId="331"/>
        </pc:sldMkLst>
        <pc:spChg chg="mod">
          <ac:chgData name="Karolina Wojciechowska" userId="030dd1c7-c84c-45d1-9bd6-2f3e05cb5cdc" providerId="ADAL" clId="{764D2253-6EEC-47C4-A1CE-61A12C5F2A68}" dt="2025-05-07T09:43:27.636" v="10202" actId="20577"/>
          <ac:spMkLst>
            <pc:docMk/>
            <pc:sldMk cId="1489672922" sldId="331"/>
            <ac:spMk id="2" creationId="{79B4D9ED-D882-DE91-A388-BEFA2EBC04F6}"/>
          </ac:spMkLst>
        </pc:spChg>
        <pc:spChg chg="mod">
          <ac:chgData name="Karolina Wojciechowska" userId="030dd1c7-c84c-45d1-9bd6-2f3e05cb5cdc" providerId="ADAL" clId="{764D2253-6EEC-47C4-A1CE-61A12C5F2A68}" dt="2025-05-15T13:17:44.823" v="11916" actId="20577"/>
          <ac:spMkLst>
            <pc:docMk/>
            <pc:sldMk cId="1489672922" sldId="331"/>
            <ac:spMk id="3" creationId="{E1BC4BCC-190D-9EAD-BD9A-A25AFA49D940}"/>
          </ac:spMkLst>
        </pc:spChg>
        <pc:spChg chg="add mod">
          <ac:chgData name="Karolina Wojciechowska" userId="030dd1c7-c84c-45d1-9bd6-2f3e05cb5cdc" providerId="ADAL" clId="{764D2253-6EEC-47C4-A1CE-61A12C5F2A68}" dt="2025-05-07T09:44:13.164" v="10210" actId="1076"/>
          <ac:spMkLst>
            <pc:docMk/>
            <pc:sldMk cId="1489672922" sldId="331"/>
            <ac:spMk id="7" creationId="{E06D80B4-0BAA-C919-D7DC-94DF68A6E871}"/>
          </ac:spMkLst>
        </pc:spChg>
        <pc:spChg chg="add mod">
          <ac:chgData name="Karolina Wojciechowska" userId="030dd1c7-c84c-45d1-9bd6-2f3e05cb5cdc" providerId="ADAL" clId="{764D2253-6EEC-47C4-A1CE-61A12C5F2A68}" dt="2025-05-07T09:44:13.164" v="10210" actId="1076"/>
          <ac:spMkLst>
            <pc:docMk/>
            <pc:sldMk cId="1489672922" sldId="331"/>
            <ac:spMk id="8" creationId="{22F9F7DA-4F6E-4EED-CF74-CCC494AFC19D}"/>
          </ac:spMkLst>
        </pc:spChg>
        <pc:spChg chg="add mod">
          <ac:chgData name="Karolina Wojciechowska" userId="030dd1c7-c84c-45d1-9bd6-2f3e05cb5cdc" providerId="ADAL" clId="{764D2253-6EEC-47C4-A1CE-61A12C5F2A68}" dt="2025-05-07T09:44:13.164" v="10210" actId="1076"/>
          <ac:spMkLst>
            <pc:docMk/>
            <pc:sldMk cId="1489672922" sldId="331"/>
            <ac:spMk id="9" creationId="{C7486F47-6C63-0A91-69B7-3B6E9D250EDA}"/>
          </ac:spMkLst>
        </pc:spChg>
        <pc:spChg chg="add mod">
          <ac:chgData name="Karolina Wojciechowska" userId="030dd1c7-c84c-45d1-9bd6-2f3e05cb5cdc" providerId="ADAL" clId="{764D2253-6EEC-47C4-A1CE-61A12C5F2A68}" dt="2025-05-07T09:44:13.164" v="10210" actId="1076"/>
          <ac:spMkLst>
            <pc:docMk/>
            <pc:sldMk cId="1489672922" sldId="331"/>
            <ac:spMk id="10" creationId="{173B574A-5D31-F9C4-D975-3DC91D935C19}"/>
          </ac:spMkLst>
        </pc:spChg>
        <pc:spChg chg="add mod">
          <ac:chgData name="Karolina Wojciechowska" userId="030dd1c7-c84c-45d1-9bd6-2f3e05cb5cdc" providerId="ADAL" clId="{764D2253-6EEC-47C4-A1CE-61A12C5F2A68}" dt="2025-05-07T09:44:13.164" v="10210" actId="1076"/>
          <ac:spMkLst>
            <pc:docMk/>
            <pc:sldMk cId="1489672922" sldId="331"/>
            <ac:spMk id="11" creationId="{056F042B-3ECA-E4FD-7095-2119709A05E1}"/>
          </ac:spMkLst>
        </pc:spChg>
        <pc:spChg chg="add mod">
          <ac:chgData name="Karolina Wojciechowska" userId="030dd1c7-c84c-45d1-9bd6-2f3e05cb5cdc" providerId="ADAL" clId="{764D2253-6EEC-47C4-A1CE-61A12C5F2A68}" dt="2025-05-07T09:45:40.317" v="10399" actId="1076"/>
          <ac:spMkLst>
            <pc:docMk/>
            <pc:sldMk cId="1489672922" sldId="331"/>
            <ac:spMk id="21" creationId="{F5F9D005-E531-BA26-1CA5-330CB1DEA86B}"/>
          </ac:spMkLst>
        </pc:spChg>
        <pc:spChg chg="add mod">
          <ac:chgData name="Karolina Wojciechowska" userId="030dd1c7-c84c-45d1-9bd6-2f3e05cb5cdc" providerId="ADAL" clId="{764D2253-6EEC-47C4-A1CE-61A12C5F2A68}" dt="2025-05-07T09:44:44.999" v="10252" actId="20577"/>
          <ac:spMkLst>
            <pc:docMk/>
            <pc:sldMk cId="1489672922" sldId="331"/>
            <ac:spMk id="22" creationId="{1AD4C21D-BE90-07C5-250F-06347AACB839}"/>
          </ac:spMkLst>
        </pc:spChg>
        <pc:cxnChg chg="mod">
          <ac:chgData name="Karolina Wojciechowska" userId="030dd1c7-c84c-45d1-9bd6-2f3e05cb5cdc" providerId="ADAL" clId="{764D2253-6EEC-47C4-A1CE-61A12C5F2A68}" dt="2025-05-07T09:44:13.164" v="10210" actId="1076"/>
          <ac:cxnSpMkLst>
            <pc:docMk/>
            <pc:sldMk cId="1489672922" sldId="331"/>
            <ac:cxnSpMk id="12" creationId="{9A8AE45E-2DD6-D2E8-B897-8957867B9E9B}"/>
          </ac:cxnSpMkLst>
        </pc:cxnChg>
        <pc:cxnChg chg="mod">
          <ac:chgData name="Karolina Wojciechowska" userId="030dd1c7-c84c-45d1-9bd6-2f3e05cb5cdc" providerId="ADAL" clId="{764D2253-6EEC-47C4-A1CE-61A12C5F2A68}" dt="2025-05-07T09:44:13.164" v="10210" actId="1076"/>
          <ac:cxnSpMkLst>
            <pc:docMk/>
            <pc:sldMk cId="1489672922" sldId="331"/>
            <ac:cxnSpMk id="13" creationId="{7762DB6B-91B1-486E-3572-EF274D6B2223}"/>
          </ac:cxnSpMkLst>
        </pc:cxnChg>
        <pc:cxnChg chg="mod">
          <ac:chgData name="Karolina Wojciechowska" userId="030dd1c7-c84c-45d1-9bd6-2f3e05cb5cdc" providerId="ADAL" clId="{764D2253-6EEC-47C4-A1CE-61A12C5F2A68}" dt="2025-05-07T09:44:13.164" v="10210" actId="1076"/>
          <ac:cxnSpMkLst>
            <pc:docMk/>
            <pc:sldMk cId="1489672922" sldId="331"/>
            <ac:cxnSpMk id="14" creationId="{B1A10FD7-47F5-0C98-C95B-215157499F1A}"/>
          </ac:cxnSpMkLst>
        </pc:cxnChg>
        <pc:cxnChg chg="mod">
          <ac:chgData name="Karolina Wojciechowska" userId="030dd1c7-c84c-45d1-9bd6-2f3e05cb5cdc" providerId="ADAL" clId="{764D2253-6EEC-47C4-A1CE-61A12C5F2A68}" dt="2025-05-07T09:44:13.164" v="10210" actId="1076"/>
          <ac:cxnSpMkLst>
            <pc:docMk/>
            <pc:sldMk cId="1489672922" sldId="331"/>
            <ac:cxnSpMk id="15" creationId="{587DC0A9-3224-FE61-B4BC-B23A9372B7D4}"/>
          </ac:cxnSpMkLst>
        </pc:cxnChg>
      </pc:sldChg>
      <pc:sldChg chg="delSp modSp new mod">
        <pc:chgData name="Karolina Wojciechowska" userId="030dd1c7-c84c-45d1-9bd6-2f3e05cb5cdc" providerId="ADAL" clId="{764D2253-6EEC-47C4-A1CE-61A12C5F2A68}" dt="2025-05-07T09:47:17.556" v="10729" actId="478"/>
        <pc:sldMkLst>
          <pc:docMk/>
          <pc:sldMk cId="2363184750" sldId="332"/>
        </pc:sldMkLst>
        <pc:spChg chg="mod">
          <ac:chgData name="Karolina Wojciechowska" userId="030dd1c7-c84c-45d1-9bd6-2f3e05cb5cdc" providerId="ADAL" clId="{764D2253-6EEC-47C4-A1CE-61A12C5F2A68}" dt="2025-05-07T09:47:14.549" v="10728" actId="20577"/>
          <ac:spMkLst>
            <pc:docMk/>
            <pc:sldMk cId="2363184750" sldId="332"/>
            <ac:spMk id="2" creationId="{901A373D-B37E-6F31-CB26-51AC0B26DD44}"/>
          </ac:spMkLst>
        </pc:spChg>
      </pc:sldChg>
      <pc:sldChg chg="addSp delSp modSp new mod">
        <pc:chgData name="Karolina Wojciechowska" userId="030dd1c7-c84c-45d1-9bd6-2f3e05cb5cdc" providerId="ADAL" clId="{764D2253-6EEC-47C4-A1CE-61A12C5F2A68}" dt="2025-05-20T12:20:16.618" v="12755" actId="1076"/>
        <pc:sldMkLst>
          <pc:docMk/>
          <pc:sldMk cId="80500354" sldId="333"/>
        </pc:sldMkLst>
        <pc:spChg chg="mod">
          <ac:chgData name="Karolina Wojciechowska" userId="030dd1c7-c84c-45d1-9bd6-2f3e05cb5cdc" providerId="ADAL" clId="{764D2253-6EEC-47C4-A1CE-61A12C5F2A68}" dt="2025-05-07T09:47:36.854" v="10750" actId="20577"/>
          <ac:spMkLst>
            <pc:docMk/>
            <pc:sldMk cId="80500354" sldId="333"/>
            <ac:spMk id="2" creationId="{C83D87C6-868B-ED88-4814-23D3E9B4D7A7}"/>
          </ac:spMkLst>
        </pc:spChg>
        <pc:spChg chg="add mod">
          <ac:chgData name="Karolina Wojciechowska" userId="030dd1c7-c84c-45d1-9bd6-2f3e05cb5cdc" providerId="ADAL" clId="{764D2253-6EEC-47C4-A1CE-61A12C5F2A68}" dt="2025-05-20T12:19:51.077" v="12746" actId="13926"/>
          <ac:spMkLst>
            <pc:docMk/>
            <pc:sldMk cId="80500354" sldId="333"/>
            <ac:spMk id="3" creationId="{6A6BBB10-49C1-2EA4-A429-8380755BEA79}"/>
          </ac:spMkLst>
        </pc:spChg>
        <pc:spChg chg="add mod">
          <ac:chgData name="Karolina Wojciechowska" userId="030dd1c7-c84c-45d1-9bd6-2f3e05cb5cdc" providerId="ADAL" clId="{764D2253-6EEC-47C4-A1CE-61A12C5F2A68}" dt="2025-05-20T12:20:12.337" v="12754" actId="20577"/>
          <ac:spMkLst>
            <pc:docMk/>
            <pc:sldMk cId="80500354" sldId="333"/>
            <ac:spMk id="7" creationId="{F13FEEC0-8A79-ACA0-1845-B1AB166F64E6}"/>
          </ac:spMkLst>
        </pc:spChg>
        <pc:picChg chg="add mod">
          <ac:chgData name="Karolina Wojciechowska" userId="030dd1c7-c84c-45d1-9bd6-2f3e05cb5cdc" providerId="ADAL" clId="{764D2253-6EEC-47C4-A1CE-61A12C5F2A68}" dt="2025-05-07T11:18:24.555" v="10937" actId="1076"/>
          <ac:picMkLst>
            <pc:docMk/>
            <pc:sldMk cId="80500354" sldId="333"/>
            <ac:picMk id="11" creationId="{0A55949F-77E8-442F-FD41-4E582A09CB4D}"/>
          </ac:picMkLst>
        </pc:picChg>
        <pc:picChg chg="add mod">
          <ac:chgData name="Karolina Wojciechowska" userId="030dd1c7-c84c-45d1-9bd6-2f3e05cb5cdc" providerId="ADAL" clId="{764D2253-6EEC-47C4-A1CE-61A12C5F2A68}" dt="2025-05-20T12:20:16.618" v="12755" actId="1076"/>
          <ac:picMkLst>
            <pc:docMk/>
            <pc:sldMk cId="80500354" sldId="333"/>
            <ac:picMk id="1026" creationId="{8D8B1FDC-FF9F-AE67-CA09-E9484A899094}"/>
          </ac:picMkLst>
        </pc:picChg>
        <pc:cxnChg chg="add">
          <ac:chgData name="Karolina Wojciechowska" userId="030dd1c7-c84c-45d1-9bd6-2f3e05cb5cdc" providerId="ADAL" clId="{764D2253-6EEC-47C4-A1CE-61A12C5F2A68}" dt="2025-05-07T11:16:49.898" v="10932" actId="11529"/>
          <ac:cxnSpMkLst>
            <pc:docMk/>
            <pc:sldMk cId="80500354" sldId="333"/>
            <ac:cxnSpMk id="9" creationId="{0B433E79-716F-D7A4-3936-487068FA6E40}"/>
          </ac:cxnSpMkLst>
        </pc:cxnChg>
      </pc:sldChg>
      <pc:sldChg chg="modSp add mod">
        <pc:chgData name="Karolina Wojciechowska" userId="030dd1c7-c84c-45d1-9bd6-2f3e05cb5cdc" providerId="ADAL" clId="{764D2253-6EEC-47C4-A1CE-61A12C5F2A68}" dt="2025-05-07T09:48:37.574" v="10788" actId="20577"/>
        <pc:sldMkLst>
          <pc:docMk/>
          <pc:sldMk cId="2592062645" sldId="334"/>
        </pc:sldMkLst>
        <pc:spChg chg="mod">
          <ac:chgData name="Karolina Wojciechowska" userId="030dd1c7-c84c-45d1-9bd6-2f3e05cb5cdc" providerId="ADAL" clId="{764D2253-6EEC-47C4-A1CE-61A12C5F2A68}" dt="2025-05-07T09:48:37.574" v="10788" actId="20577"/>
          <ac:spMkLst>
            <pc:docMk/>
            <pc:sldMk cId="2592062645" sldId="334"/>
            <ac:spMk id="2" creationId="{D59A2D20-E7B7-EC37-7ABE-BE4FAF70B2D6}"/>
          </ac:spMkLst>
        </pc:spChg>
      </pc:sldChg>
      <pc:sldChg chg="modSp add mod">
        <pc:chgData name="Karolina Wojciechowska" userId="030dd1c7-c84c-45d1-9bd6-2f3e05cb5cdc" providerId="ADAL" clId="{764D2253-6EEC-47C4-A1CE-61A12C5F2A68}" dt="2025-05-07T11:19:47.644" v="10989" actId="20577"/>
        <pc:sldMkLst>
          <pc:docMk/>
          <pc:sldMk cId="665846101" sldId="335"/>
        </pc:sldMkLst>
        <pc:spChg chg="mod">
          <ac:chgData name="Karolina Wojciechowska" userId="030dd1c7-c84c-45d1-9bd6-2f3e05cb5cdc" providerId="ADAL" clId="{764D2253-6EEC-47C4-A1CE-61A12C5F2A68}" dt="2025-05-07T11:19:47.644" v="10989" actId="20577"/>
          <ac:spMkLst>
            <pc:docMk/>
            <pc:sldMk cId="665846101" sldId="335"/>
            <ac:spMk id="2" creationId="{123896B0-3A90-B7BB-532D-EAF3D923C391}"/>
          </ac:spMkLst>
        </pc:spChg>
      </pc:sldChg>
      <pc:sldChg chg="modSp add mod ord">
        <pc:chgData name="Karolina Wojciechowska" userId="030dd1c7-c84c-45d1-9bd6-2f3e05cb5cdc" providerId="ADAL" clId="{764D2253-6EEC-47C4-A1CE-61A12C5F2A68}" dt="2025-06-03T08:52:54.388" v="13107"/>
        <pc:sldMkLst>
          <pc:docMk/>
          <pc:sldMk cId="3349913196" sldId="336"/>
        </pc:sldMkLst>
        <pc:spChg chg="mod">
          <ac:chgData name="Karolina Wojciechowska" userId="030dd1c7-c84c-45d1-9bd6-2f3e05cb5cdc" providerId="ADAL" clId="{764D2253-6EEC-47C4-A1CE-61A12C5F2A68}" dt="2025-05-07T11:20:01.721" v="11018" actId="20577"/>
          <ac:spMkLst>
            <pc:docMk/>
            <pc:sldMk cId="3349913196" sldId="336"/>
            <ac:spMk id="2" creationId="{C31F231D-ED19-F4F7-8990-274DAC03F72B}"/>
          </ac:spMkLst>
        </pc:spChg>
      </pc:sldChg>
      <pc:sldChg chg="modSp new mod">
        <pc:chgData name="Karolina Wojciechowska" userId="030dd1c7-c84c-45d1-9bd6-2f3e05cb5cdc" providerId="ADAL" clId="{764D2253-6EEC-47C4-A1CE-61A12C5F2A68}" dt="2025-05-15T13:19:17.692" v="11930" actId="20577"/>
        <pc:sldMkLst>
          <pc:docMk/>
          <pc:sldMk cId="3565917887" sldId="337"/>
        </pc:sldMkLst>
        <pc:spChg chg="mod">
          <ac:chgData name="Karolina Wojciechowska" userId="030dd1c7-c84c-45d1-9bd6-2f3e05cb5cdc" providerId="ADAL" clId="{764D2253-6EEC-47C4-A1CE-61A12C5F2A68}" dt="2025-05-07T11:20:11.422" v="11029" actId="20577"/>
          <ac:spMkLst>
            <pc:docMk/>
            <pc:sldMk cId="3565917887" sldId="337"/>
            <ac:spMk id="2" creationId="{3DE6C474-CDFB-E8ED-81C2-E194ED6D05A6}"/>
          </ac:spMkLst>
        </pc:spChg>
        <pc:spChg chg="mod">
          <ac:chgData name="Karolina Wojciechowska" userId="030dd1c7-c84c-45d1-9bd6-2f3e05cb5cdc" providerId="ADAL" clId="{764D2253-6EEC-47C4-A1CE-61A12C5F2A68}" dt="2025-05-15T13:19:17.692" v="11930" actId="20577"/>
          <ac:spMkLst>
            <pc:docMk/>
            <pc:sldMk cId="3565917887" sldId="337"/>
            <ac:spMk id="3" creationId="{4C52D19E-A9A5-F478-0BD9-C2E368494CA5}"/>
          </ac:spMkLst>
        </pc:spChg>
      </pc:sldChg>
      <pc:sldChg chg="modSp new del mod">
        <pc:chgData name="Karolina Wojciechowska" userId="030dd1c7-c84c-45d1-9bd6-2f3e05cb5cdc" providerId="ADAL" clId="{764D2253-6EEC-47C4-A1CE-61A12C5F2A68}" dt="2025-05-07T11:23:14.222" v="11131" actId="47"/>
        <pc:sldMkLst>
          <pc:docMk/>
          <pc:sldMk cId="2566846495" sldId="338"/>
        </pc:sldMkLst>
      </pc:sldChg>
      <pc:sldChg chg="modSp new mod ord">
        <pc:chgData name="Karolina Wojciechowska" userId="030dd1c7-c84c-45d1-9bd6-2f3e05cb5cdc" providerId="ADAL" clId="{764D2253-6EEC-47C4-A1CE-61A12C5F2A68}" dt="2025-06-03T12:25:12.021" v="13345" actId="20577"/>
        <pc:sldMkLst>
          <pc:docMk/>
          <pc:sldMk cId="3056477940" sldId="338"/>
        </pc:sldMkLst>
        <pc:spChg chg="mod">
          <ac:chgData name="Karolina Wojciechowska" userId="030dd1c7-c84c-45d1-9bd6-2f3e05cb5cdc" providerId="ADAL" clId="{764D2253-6EEC-47C4-A1CE-61A12C5F2A68}" dt="2025-05-07T11:23:43.521" v="11147"/>
          <ac:spMkLst>
            <pc:docMk/>
            <pc:sldMk cId="3056477940" sldId="338"/>
            <ac:spMk id="2" creationId="{001633DF-4D66-BF10-5315-89C8187F5D13}"/>
          </ac:spMkLst>
        </pc:spChg>
        <pc:spChg chg="mod">
          <ac:chgData name="Karolina Wojciechowska" userId="030dd1c7-c84c-45d1-9bd6-2f3e05cb5cdc" providerId="ADAL" clId="{764D2253-6EEC-47C4-A1CE-61A12C5F2A68}" dt="2025-06-03T12:25:12.021" v="13345" actId="20577"/>
          <ac:spMkLst>
            <pc:docMk/>
            <pc:sldMk cId="3056477940" sldId="338"/>
            <ac:spMk id="3" creationId="{2EF31296-60C1-0876-F57E-D0BD17EB988C}"/>
          </ac:spMkLst>
        </pc:spChg>
      </pc:sldChg>
      <pc:sldChg chg="modSp add mod ord">
        <pc:chgData name="Karolina Wojciechowska" userId="030dd1c7-c84c-45d1-9bd6-2f3e05cb5cdc" providerId="ADAL" clId="{764D2253-6EEC-47C4-A1CE-61A12C5F2A68}" dt="2025-06-03T08:52:54.388" v="13107"/>
        <pc:sldMkLst>
          <pc:docMk/>
          <pc:sldMk cId="48773904" sldId="339"/>
        </pc:sldMkLst>
        <pc:spChg chg="mod">
          <ac:chgData name="Karolina Wojciechowska" userId="030dd1c7-c84c-45d1-9bd6-2f3e05cb5cdc" providerId="ADAL" clId="{764D2253-6EEC-47C4-A1CE-61A12C5F2A68}" dt="2025-05-16T14:00:11.176" v="12661" actId="20577"/>
          <ac:spMkLst>
            <pc:docMk/>
            <pc:sldMk cId="48773904" sldId="339"/>
            <ac:spMk id="2" creationId="{05C9C04A-4DBB-1A22-A30A-2ADEA1F4F640}"/>
          </ac:spMkLst>
        </pc:spChg>
        <pc:spChg chg="mod">
          <ac:chgData name="Karolina Wojciechowska" userId="030dd1c7-c84c-45d1-9bd6-2f3e05cb5cdc" providerId="ADAL" clId="{764D2253-6EEC-47C4-A1CE-61A12C5F2A68}" dt="2025-05-16T08:28:33.269" v="11951" actId="20577"/>
          <ac:spMkLst>
            <pc:docMk/>
            <pc:sldMk cId="48773904" sldId="339"/>
            <ac:spMk id="3" creationId="{1FB5EC43-FB60-8521-2690-A19053B3490D}"/>
          </ac:spMkLst>
        </pc:spChg>
      </pc:sldChg>
      <pc:sldChg chg="addSp delSp modSp new mod ord">
        <pc:chgData name="Karolina Wojciechowska" userId="030dd1c7-c84c-45d1-9bd6-2f3e05cb5cdc" providerId="ADAL" clId="{764D2253-6EEC-47C4-A1CE-61A12C5F2A68}" dt="2025-06-03T08:52:54.388" v="13107"/>
        <pc:sldMkLst>
          <pc:docMk/>
          <pc:sldMk cId="962437850" sldId="340"/>
        </pc:sldMkLst>
        <pc:spChg chg="mod">
          <ac:chgData name="Karolina Wojciechowska" userId="030dd1c7-c84c-45d1-9bd6-2f3e05cb5cdc" providerId="ADAL" clId="{764D2253-6EEC-47C4-A1CE-61A12C5F2A68}" dt="2025-05-16T13:59:50.245" v="12629" actId="20577"/>
          <ac:spMkLst>
            <pc:docMk/>
            <pc:sldMk cId="962437850" sldId="340"/>
            <ac:spMk id="2" creationId="{BF3468C5-F741-7145-A705-B10BD424A58B}"/>
          </ac:spMkLst>
        </pc:spChg>
        <pc:spChg chg="add mod">
          <ac:chgData name="Karolina Wojciechowska" userId="030dd1c7-c84c-45d1-9bd6-2f3e05cb5cdc" providerId="ADAL" clId="{764D2253-6EEC-47C4-A1CE-61A12C5F2A68}" dt="2025-05-16T13:56:55.188" v="12340"/>
          <ac:spMkLst>
            <pc:docMk/>
            <pc:sldMk cId="962437850" sldId="340"/>
            <ac:spMk id="7" creationId="{D338D5EE-CAEA-35D7-0249-BF8B9F7C9CB2}"/>
          </ac:spMkLst>
        </pc:spChg>
        <pc:spChg chg="add mod">
          <ac:chgData name="Karolina Wojciechowska" userId="030dd1c7-c84c-45d1-9bd6-2f3e05cb5cdc" providerId="ADAL" clId="{764D2253-6EEC-47C4-A1CE-61A12C5F2A68}" dt="2025-05-16T13:51:18.790" v="12030" actId="1076"/>
          <ac:spMkLst>
            <pc:docMk/>
            <pc:sldMk cId="962437850" sldId="340"/>
            <ac:spMk id="8" creationId="{18C1D00D-0CE3-02F9-1A49-AEB71C89EC98}"/>
          </ac:spMkLst>
        </pc:spChg>
        <pc:spChg chg="add mod">
          <ac:chgData name="Karolina Wojciechowska" userId="030dd1c7-c84c-45d1-9bd6-2f3e05cb5cdc" providerId="ADAL" clId="{764D2253-6EEC-47C4-A1CE-61A12C5F2A68}" dt="2025-05-16T13:52:24.106" v="12038" actId="20577"/>
          <ac:spMkLst>
            <pc:docMk/>
            <pc:sldMk cId="962437850" sldId="340"/>
            <ac:spMk id="9" creationId="{C80D3614-E886-6C8A-3F98-0290FA149176}"/>
          </ac:spMkLst>
        </pc:spChg>
        <pc:cxnChg chg="add">
          <ac:chgData name="Karolina Wojciechowska" userId="030dd1c7-c84c-45d1-9bd6-2f3e05cb5cdc" providerId="ADAL" clId="{764D2253-6EEC-47C4-A1CE-61A12C5F2A68}" dt="2025-05-16T13:51:33.184" v="12033" actId="11529"/>
          <ac:cxnSpMkLst>
            <pc:docMk/>
            <pc:sldMk cId="962437850" sldId="340"/>
            <ac:cxnSpMk id="11" creationId="{B7A10137-BFB8-B145-583E-4AEF00FFB690}"/>
          </ac:cxnSpMkLst>
        </pc:cxnChg>
        <pc:cxnChg chg="add mod">
          <ac:chgData name="Karolina Wojciechowska" userId="030dd1c7-c84c-45d1-9bd6-2f3e05cb5cdc" providerId="ADAL" clId="{764D2253-6EEC-47C4-A1CE-61A12C5F2A68}" dt="2025-05-16T13:51:42.183" v="12036" actId="1035"/>
          <ac:cxnSpMkLst>
            <pc:docMk/>
            <pc:sldMk cId="962437850" sldId="340"/>
            <ac:cxnSpMk id="13" creationId="{496B2E70-08F4-70F8-F335-D537AEB2BB09}"/>
          </ac:cxnSpMkLst>
        </pc:cxnChg>
      </pc:sldChg>
      <pc:sldChg chg="addSp delSp modSp new mod ord">
        <pc:chgData name="Karolina Wojciechowska" userId="030dd1c7-c84c-45d1-9bd6-2f3e05cb5cdc" providerId="ADAL" clId="{764D2253-6EEC-47C4-A1CE-61A12C5F2A68}" dt="2025-06-03T08:52:54.388" v="13107"/>
        <pc:sldMkLst>
          <pc:docMk/>
          <pc:sldMk cId="3930922891" sldId="341"/>
        </pc:sldMkLst>
        <pc:spChg chg="mod">
          <ac:chgData name="Karolina Wojciechowska" userId="030dd1c7-c84c-45d1-9bd6-2f3e05cb5cdc" providerId="ADAL" clId="{764D2253-6EEC-47C4-A1CE-61A12C5F2A68}" dt="2025-05-16T13:59:46.581" v="12623" actId="20577"/>
          <ac:spMkLst>
            <pc:docMk/>
            <pc:sldMk cId="3930922891" sldId="341"/>
            <ac:spMk id="2" creationId="{C790CE06-050C-DDB9-3B48-2CD9FF425845}"/>
          </ac:spMkLst>
        </pc:spChg>
        <pc:spChg chg="add mod">
          <ac:chgData name="Karolina Wojciechowska" userId="030dd1c7-c84c-45d1-9bd6-2f3e05cb5cdc" providerId="ADAL" clId="{764D2253-6EEC-47C4-A1CE-61A12C5F2A68}" dt="2025-05-20T12:20:57.304" v="12757" actId="207"/>
          <ac:spMkLst>
            <pc:docMk/>
            <pc:sldMk cId="3930922891" sldId="341"/>
            <ac:spMk id="9" creationId="{9FC8F928-0315-084A-3D6A-23E8F6CDED51}"/>
          </ac:spMkLst>
        </pc:spChg>
        <pc:spChg chg="add mod">
          <ac:chgData name="Karolina Wojciechowska" userId="030dd1c7-c84c-45d1-9bd6-2f3e05cb5cdc" providerId="ADAL" clId="{764D2253-6EEC-47C4-A1CE-61A12C5F2A68}" dt="2025-05-16T13:56:02.489" v="12333" actId="1076"/>
          <ac:spMkLst>
            <pc:docMk/>
            <pc:sldMk cId="3930922891" sldId="341"/>
            <ac:spMk id="12" creationId="{EB01840E-3062-0D6C-982F-81DE26667C2D}"/>
          </ac:spMkLst>
        </pc:spChg>
        <pc:picChg chg="add mod">
          <ac:chgData name="Karolina Wojciechowska" userId="030dd1c7-c84c-45d1-9bd6-2f3e05cb5cdc" providerId="ADAL" clId="{764D2253-6EEC-47C4-A1CE-61A12C5F2A68}" dt="2025-05-16T13:55:37.249" v="12304" actId="1076"/>
          <ac:picMkLst>
            <pc:docMk/>
            <pc:sldMk cId="3930922891" sldId="341"/>
            <ac:picMk id="8" creationId="{BCBCD11A-8F80-8285-CA07-741837A0057D}"/>
          </ac:picMkLst>
        </pc:picChg>
        <pc:picChg chg="add mod">
          <ac:chgData name="Karolina Wojciechowska" userId="030dd1c7-c84c-45d1-9bd6-2f3e05cb5cdc" providerId="ADAL" clId="{764D2253-6EEC-47C4-A1CE-61A12C5F2A68}" dt="2025-05-16T13:56:26.953" v="12337" actId="1035"/>
          <ac:picMkLst>
            <pc:docMk/>
            <pc:sldMk cId="3930922891" sldId="341"/>
            <ac:picMk id="11" creationId="{713FEE33-50BD-4AF2-D34A-A718B9163A3B}"/>
          </ac:picMkLst>
        </pc:picChg>
        <pc:cxnChg chg="add mod">
          <ac:chgData name="Karolina Wojciechowska" userId="030dd1c7-c84c-45d1-9bd6-2f3e05cb5cdc" providerId="ADAL" clId="{764D2253-6EEC-47C4-A1CE-61A12C5F2A68}" dt="2025-05-16T14:01:16.659" v="12714" actId="1036"/>
          <ac:cxnSpMkLst>
            <pc:docMk/>
            <pc:sldMk cId="3930922891" sldId="341"/>
            <ac:cxnSpMk id="14" creationId="{5A7A3FCC-030C-27DF-29FC-9AC8EC815F67}"/>
          </ac:cxnSpMkLst>
        </pc:cxnChg>
      </pc:sldChg>
      <pc:sldChg chg="modSp new mod ord">
        <pc:chgData name="Karolina Wojciechowska" userId="030dd1c7-c84c-45d1-9bd6-2f3e05cb5cdc" providerId="ADAL" clId="{764D2253-6EEC-47C4-A1CE-61A12C5F2A68}" dt="2025-06-03T08:52:54.388" v="13107"/>
        <pc:sldMkLst>
          <pc:docMk/>
          <pc:sldMk cId="3840228261" sldId="342"/>
        </pc:sldMkLst>
        <pc:spChg chg="mod">
          <ac:chgData name="Karolina Wojciechowska" userId="030dd1c7-c84c-45d1-9bd6-2f3e05cb5cdc" providerId="ADAL" clId="{764D2253-6EEC-47C4-A1CE-61A12C5F2A68}" dt="2025-05-16T13:59:55.368" v="12645" actId="20577"/>
          <ac:spMkLst>
            <pc:docMk/>
            <pc:sldMk cId="3840228261" sldId="342"/>
            <ac:spMk id="2" creationId="{2E154B29-97B2-460D-D067-33925A427EBF}"/>
          </ac:spMkLst>
        </pc:spChg>
        <pc:spChg chg="mod">
          <ac:chgData name="Karolina Wojciechowska" userId="030dd1c7-c84c-45d1-9bd6-2f3e05cb5cdc" providerId="ADAL" clId="{764D2253-6EEC-47C4-A1CE-61A12C5F2A68}" dt="2025-05-20T12:20:46.780" v="12756" actId="13926"/>
          <ac:spMkLst>
            <pc:docMk/>
            <pc:sldMk cId="3840228261" sldId="342"/>
            <ac:spMk id="3" creationId="{AC1A421C-9A62-B515-058F-A5FAC347AB2D}"/>
          </ac:spMkLst>
        </pc:spChg>
      </pc:sldChg>
      <pc:sldChg chg="addSp delSp modSp new del mod ord">
        <pc:chgData name="Karolina Wojciechowska" userId="030dd1c7-c84c-45d1-9bd6-2f3e05cb5cdc" providerId="ADAL" clId="{764D2253-6EEC-47C4-A1CE-61A12C5F2A68}" dt="2025-06-03T08:47:26.604" v="13039" actId="47"/>
        <pc:sldMkLst>
          <pc:docMk/>
          <pc:sldMk cId="4147081165" sldId="343"/>
        </pc:sldMkLst>
        <pc:spChg chg="add del mod">
          <ac:chgData name="Karolina Wojciechowska" userId="030dd1c7-c84c-45d1-9bd6-2f3e05cb5cdc" providerId="ADAL" clId="{764D2253-6EEC-47C4-A1CE-61A12C5F2A68}" dt="2025-06-03T08:47:11.740" v="13035" actId="21"/>
          <ac:spMkLst>
            <pc:docMk/>
            <pc:sldMk cId="4147081165" sldId="343"/>
            <ac:spMk id="20" creationId="{1A22B7B6-BBFD-8DAB-5D74-94A7263EBB5E}"/>
          </ac:spMkLst>
        </pc:spChg>
        <pc:picChg chg="add del mod">
          <ac:chgData name="Karolina Wojciechowska" userId="030dd1c7-c84c-45d1-9bd6-2f3e05cb5cdc" providerId="ADAL" clId="{764D2253-6EEC-47C4-A1CE-61A12C5F2A68}" dt="2025-06-03T08:47:11.740" v="13035" actId="21"/>
          <ac:picMkLst>
            <pc:docMk/>
            <pc:sldMk cId="4147081165" sldId="343"/>
            <ac:picMk id="9" creationId="{241089ED-2B96-93C8-03E7-A61894A1E49F}"/>
          </ac:picMkLst>
        </pc:picChg>
        <pc:picChg chg="add del mod">
          <ac:chgData name="Karolina Wojciechowska" userId="030dd1c7-c84c-45d1-9bd6-2f3e05cb5cdc" providerId="ADAL" clId="{764D2253-6EEC-47C4-A1CE-61A12C5F2A68}" dt="2025-06-03T08:47:11.740" v="13035" actId="21"/>
          <ac:picMkLst>
            <pc:docMk/>
            <pc:sldMk cId="4147081165" sldId="343"/>
            <ac:picMk id="11" creationId="{B5D3B0D9-2A4E-C7DF-17B1-33CCB6ACBB49}"/>
          </ac:picMkLst>
        </pc:picChg>
        <pc:picChg chg="add del mod">
          <ac:chgData name="Karolina Wojciechowska" userId="030dd1c7-c84c-45d1-9bd6-2f3e05cb5cdc" providerId="ADAL" clId="{764D2253-6EEC-47C4-A1CE-61A12C5F2A68}" dt="2025-06-03T08:47:11.740" v="13035" actId="21"/>
          <ac:picMkLst>
            <pc:docMk/>
            <pc:sldMk cId="4147081165" sldId="343"/>
            <ac:picMk id="13" creationId="{CABB7739-7811-FC4A-5868-8E65DA3D0AF4}"/>
          </ac:picMkLst>
        </pc:picChg>
        <pc:picChg chg="add del mod">
          <ac:chgData name="Karolina Wojciechowska" userId="030dd1c7-c84c-45d1-9bd6-2f3e05cb5cdc" providerId="ADAL" clId="{764D2253-6EEC-47C4-A1CE-61A12C5F2A68}" dt="2025-06-03T08:47:11.740" v="13035" actId="21"/>
          <ac:picMkLst>
            <pc:docMk/>
            <pc:sldMk cId="4147081165" sldId="343"/>
            <ac:picMk id="15" creationId="{3B867F50-C694-C548-4FEF-02FEA8A430BE}"/>
          </ac:picMkLst>
        </pc:picChg>
        <pc:picChg chg="add mod ord">
          <ac:chgData name="Karolina Wojciechowska" userId="030dd1c7-c84c-45d1-9bd6-2f3e05cb5cdc" providerId="ADAL" clId="{764D2253-6EEC-47C4-A1CE-61A12C5F2A68}" dt="2025-06-03T08:46:58.481" v="13033" actId="1038"/>
          <ac:picMkLst>
            <pc:docMk/>
            <pc:sldMk cId="4147081165" sldId="343"/>
            <ac:picMk id="22" creationId="{6A4DA741-DC4D-8038-4075-F6D2E6AA53DD}"/>
          </ac:picMkLst>
        </pc:picChg>
      </pc:sldChg>
      <pc:sldChg chg="addSp delSp modSp new mod">
        <pc:chgData name="Karolina Wojciechowska" userId="030dd1c7-c84c-45d1-9bd6-2f3e05cb5cdc" providerId="ADAL" clId="{764D2253-6EEC-47C4-A1CE-61A12C5F2A68}" dt="2025-06-03T13:11:24.861" v="13413" actId="478"/>
        <pc:sldMkLst>
          <pc:docMk/>
          <pc:sldMk cId="2057068983" sldId="344"/>
        </pc:sldMkLst>
        <pc:spChg chg="del">
          <ac:chgData name="Karolina Wojciechowska" userId="030dd1c7-c84c-45d1-9bd6-2f3e05cb5cdc" providerId="ADAL" clId="{764D2253-6EEC-47C4-A1CE-61A12C5F2A68}" dt="2025-06-03T13:11:22.961" v="13412" actId="478"/>
          <ac:spMkLst>
            <pc:docMk/>
            <pc:sldMk cId="2057068983" sldId="344"/>
            <ac:spMk id="3" creationId="{2C604E5A-7C90-9260-165D-C6A69181138A}"/>
          </ac:spMkLst>
        </pc:spChg>
        <pc:spChg chg="del">
          <ac:chgData name="Karolina Wojciechowska" userId="030dd1c7-c84c-45d1-9bd6-2f3e05cb5cdc" providerId="ADAL" clId="{764D2253-6EEC-47C4-A1CE-61A12C5F2A68}" dt="2025-06-03T13:11:21.935" v="13411" actId="478"/>
          <ac:spMkLst>
            <pc:docMk/>
            <pc:sldMk cId="2057068983" sldId="344"/>
            <ac:spMk id="4" creationId="{95686F0F-7B07-C8C2-E13B-1CE3934A3015}"/>
          </ac:spMkLst>
        </pc:spChg>
        <pc:spChg chg="del">
          <ac:chgData name="Karolina Wojciechowska" userId="030dd1c7-c84c-45d1-9bd6-2f3e05cb5cdc" providerId="ADAL" clId="{764D2253-6EEC-47C4-A1CE-61A12C5F2A68}" dt="2025-06-03T13:11:24.861" v="13413" actId="478"/>
          <ac:spMkLst>
            <pc:docMk/>
            <pc:sldMk cId="2057068983" sldId="344"/>
            <ac:spMk id="5" creationId="{DB92A280-514B-69EB-69B9-AD9EC8FCAC44}"/>
          </ac:spMkLst>
        </pc:spChg>
        <pc:spChg chg="add mod">
          <ac:chgData name="Karolina Wojciechowska" userId="030dd1c7-c84c-45d1-9bd6-2f3e05cb5cdc" providerId="ADAL" clId="{764D2253-6EEC-47C4-A1CE-61A12C5F2A68}" dt="2025-06-03T13:10:45.931" v="13403" actId="1035"/>
          <ac:spMkLst>
            <pc:docMk/>
            <pc:sldMk cId="2057068983" sldId="344"/>
            <ac:spMk id="20" creationId="{1A22B7B6-BBFD-8DAB-5D74-94A7263EBB5E}"/>
          </ac:spMkLst>
        </pc:spChg>
        <pc:picChg chg="add mod ord">
          <ac:chgData name="Karolina Wojciechowska" userId="030dd1c7-c84c-45d1-9bd6-2f3e05cb5cdc" providerId="ADAL" clId="{764D2253-6EEC-47C4-A1CE-61A12C5F2A68}" dt="2025-06-03T13:10:45.931" v="13403" actId="1035"/>
          <ac:picMkLst>
            <pc:docMk/>
            <pc:sldMk cId="2057068983" sldId="344"/>
            <ac:picMk id="6" creationId="{2EBF0DB6-CF65-58AD-3738-AFBED1D99460}"/>
          </ac:picMkLst>
        </pc:picChg>
        <pc:picChg chg="add mod">
          <ac:chgData name="Karolina Wojciechowska" userId="030dd1c7-c84c-45d1-9bd6-2f3e05cb5cdc" providerId="ADAL" clId="{764D2253-6EEC-47C4-A1CE-61A12C5F2A68}" dt="2025-06-03T13:11:18.079" v="13410" actId="1035"/>
          <ac:picMkLst>
            <pc:docMk/>
            <pc:sldMk cId="2057068983" sldId="344"/>
            <ac:picMk id="9" creationId="{241089ED-2B96-93C8-03E7-A61894A1E49F}"/>
          </ac:picMkLst>
        </pc:picChg>
        <pc:picChg chg="add mod">
          <ac:chgData name="Karolina Wojciechowska" userId="030dd1c7-c84c-45d1-9bd6-2f3e05cb5cdc" providerId="ADAL" clId="{764D2253-6EEC-47C4-A1CE-61A12C5F2A68}" dt="2025-06-03T13:11:18.079" v="13410" actId="1035"/>
          <ac:picMkLst>
            <pc:docMk/>
            <pc:sldMk cId="2057068983" sldId="344"/>
            <ac:picMk id="11" creationId="{B5D3B0D9-2A4E-C7DF-17B1-33CCB6ACBB49}"/>
          </ac:picMkLst>
        </pc:picChg>
        <pc:picChg chg="add mod">
          <ac:chgData name="Karolina Wojciechowska" userId="030dd1c7-c84c-45d1-9bd6-2f3e05cb5cdc" providerId="ADAL" clId="{764D2253-6EEC-47C4-A1CE-61A12C5F2A68}" dt="2025-06-03T13:10:39.779" v="13381" actId="1037"/>
          <ac:picMkLst>
            <pc:docMk/>
            <pc:sldMk cId="2057068983" sldId="344"/>
            <ac:picMk id="13" creationId="{CABB7739-7811-FC4A-5868-8E65DA3D0AF4}"/>
          </ac:picMkLst>
        </pc:picChg>
        <pc:picChg chg="add mod">
          <ac:chgData name="Karolina Wojciechowska" userId="030dd1c7-c84c-45d1-9bd6-2f3e05cb5cdc" providerId="ADAL" clId="{764D2253-6EEC-47C4-A1CE-61A12C5F2A68}" dt="2025-06-03T13:10:39.779" v="13381" actId="1037"/>
          <ac:picMkLst>
            <pc:docMk/>
            <pc:sldMk cId="2057068983" sldId="344"/>
            <ac:picMk id="15" creationId="{3B867F50-C694-C548-4FEF-02FEA8A430BE}"/>
          </ac:picMkLst>
        </pc:picChg>
      </pc:sldChg>
      <pc:sldChg chg="modSp add mod">
        <pc:chgData name="Karolina Wojciechowska" userId="030dd1c7-c84c-45d1-9bd6-2f3e05cb5cdc" providerId="ADAL" clId="{764D2253-6EEC-47C4-A1CE-61A12C5F2A68}" dt="2025-06-03T08:52:35.337" v="13105" actId="20577"/>
        <pc:sldMkLst>
          <pc:docMk/>
          <pc:sldMk cId="3436227932" sldId="345"/>
        </pc:sldMkLst>
        <pc:spChg chg="mod">
          <ac:chgData name="Karolina Wojciechowska" userId="030dd1c7-c84c-45d1-9bd6-2f3e05cb5cdc" providerId="ADAL" clId="{764D2253-6EEC-47C4-A1CE-61A12C5F2A68}" dt="2025-06-03T08:52:35.337" v="13105" actId="20577"/>
          <ac:spMkLst>
            <pc:docMk/>
            <pc:sldMk cId="3436227932" sldId="345"/>
            <ac:spMk id="2" creationId="{5380867B-53A2-EDF6-D626-022CCDF3D2FD}"/>
          </ac:spMkLst>
        </pc:spChg>
      </pc:sldChg>
      <pc:sldChg chg="modSp add mod">
        <pc:chgData name="Karolina Wojciechowska" userId="030dd1c7-c84c-45d1-9bd6-2f3e05cb5cdc" providerId="ADAL" clId="{764D2253-6EEC-47C4-A1CE-61A12C5F2A68}" dt="2025-06-03T08:53:30.783" v="13127" actId="13926"/>
        <pc:sldMkLst>
          <pc:docMk/>
          <pc:sldMk cId="3991829480" sldId="346"/>
        </pc:sldMkLst>
        <pc:spChg chg="mod">
          <ac:chgData name="Karolina Wojciechowska" userId="030dd1c7-c84c-45d1-9bd6-2f3e05cb5cdc" providerId="ADAL" clId="{764D2253-6EEC-47C4-A1CE-61A12C5F2A68}" dt="2025-06-03T08:53:05.494" v="13123" actId="20577"/>
          <ac:spMkLst>
            <pc:docMk/>
            <pc:sldMk cId="3991829480" sldId="346"/>
            <ac:spMk id="2" creationId="{1C909676-B862-A905-E02F-B1944406E8BF}"/>
          </ac:spMkLst>
        </pc:spChg>
        <pc:spChg chg="mod">
          <ac:chgData name="Karolina Wojciechowska" userId="030dd1c7-c84c-45d1-9bd6-2f3e05cb5cdc" providerId="ADAL" clId="{764D2253-6EEC-47C4-A1CE-61A12C5F2A68}" dt="2025-06-03T08:53:30.783" v="13127" actId="13926"/>
          <ac:spMkLst>
            <pc:docMk/>
            <pc:sldMk cId="3991829480" sldId="346"/>
            <ac:spMk id="3" creationId="{0B4808F8-C354-317D-F09E-994E96776AB0}"/>
          </ac:spMkLst>
        </pc:spChg>
      </pc:sldChg>
      <pc:sldChg chg="modSp add mod">
        <pc:chgData name="Karolina Wojciechowska" userId="030dd1c7-c84c-45d1-9bd6-2f3e05cb5cdc" providerId="ADAL" clId="{764D2253-6EEC-47C4-A1CE-61A12C5F2A68}" dt="2025-06-03T08:54:15.341" v="13140" actId="13926"/>
        <pc:sldMkLst>
          <pc:docMk/>
          <pc:sldMk cId="483428277" sldId="347"/>
        </pc:sldMkLst>
        <pc:spChg chg="mod">
          <ac:chgData name="Karolina Wojciechowska" userId="030dd1c7-c84c-45d1-9bd6-2f3e05cb5cdc" providerId="ADAL" clId="{764D2253-6EEC-47C4-A1CE-61A12C5F2A68}" dt="2025-06-03T08:53:42.737" v="13130" actId="20577"/>
          <ac:spMkLst>
            <pc:docMk/>
            <pc:sldMk cId="483428277" sldId="347"/>
            <ac:spMk id="2" creationId="{3CA2ADE4-2885-F9F6-0CAA-23C61E8EAC0A}"/>
          </ac:spMkLst>
        </pc:spChg>
        <pc:spChg chg="mod">
          <ac:chgData name="Karolina Wojciechowska" userId="030dd1c7-c84c-45d1-9bd6-2f3e05cb5cdc" providerId="ADAL" clId="{764D2253-6EEC-47C4-A1CE-61A12C5F2A68}" dt="2025-06-03T08:54:15.341" v="13140" actId="13926"/>
          <ac:spMkLst>
            <pc:docMk/>
            <pc:sldMk cId="483428277" sldId="347"/>
            <ac:spMk id="3" creationId="{A8F89B8A-0755-031D-521E-016D929BBA2D}"/>
          </ac:spMkLst>
        </pc:spChg>
      </pc:sldChg>
      <pc:sldChg chg="modSp add mod">
        <pc:chgData name="Karolina Wojciechowska" userId="030dd1c7-c84c-45d1-9bd6-2f3e05cb5cdc" providerId="ADAL" clId="{764D2253-6EEC-47C4-A1CE-61A12C5F2A68}" dt="2025-06-03T08:54:01.858" v="13136" actId="20577"/>
        <pc:sldMkLst>
          <pc:docMk/>
          <pc:sldMk cId="2788090828" sldId="348"/>
        </pc:sldMkLst>
        <pc:spChg chg="mod">
          <ac:chgData name="Karolina Wojciechowska" userId="030dd1c7-c84c-45d1-9bd6-2f3e05cb5cdc" providerId="ADAL" clId="{764D2253-6EEC-47C4-A1CE-61A12C5F2A68}" dt="2025-06-03T08:54:01.858" v="13136" actId="20577"/>
          <ac:spMkLst>
            <pc:docMk/>
            <pc:sldMk cId="2788090828" sldId="348"/>
            <ac:spMk id="2" creationId="{DACDAC04-93EA-FB0A-6208-77410620B88D}"/>
          </ac:spMkLst>
        </pc:spChg>
      </pc:sldChg>
      <pc:sldChg chg="add del ord">
        <pc:chgData name="Karolina Wojciechowska" userId="030dd1c7-c84c-45d1-9bd6-2f3e05cb5cdc" providerId="ADAL" clId="{764D2253-6EEC-47C4-A1CE-61A12C5F2A68}" dt="2025-06-03T08:53:51.520" v="13133" actId="47"/>
        <pc:sldMkLst>
          <pc:docMk/>
          <pc:sldMk cId="3929284205" sldId="348"/>
        </pc:sldMkLst>
      </pc:sldChg>
      <pc:sldMasterChg chg="delSldLayout">
        <pc:chgData name="Karolina Wojciechowska" userId="030dd1c7-c84c-45d1-9bd6-2f3e05cb5cdc" providerId="ADAL" clId="{764D2253-6EEC-47C4-A1CE-61A12C5F2A68}" dt="2025-05-06T12:40:52.593" v="156" actId="47"/>
        <pc:sldMasterMkLst>
          <pc:docMk/>
          <pc:sldMasterMk cId="2303553625" sldId="2147483648"/>
        </pc:sldMasterMkLst>
        <pc:sldLayoutChg chg="del">
          <pc:chgData name="Karolina Wojciechowska" userId="030dd1c7-c84c-45d1-9bd6-2f3e05cb5cdc" providerId="ADAL" clId="{764D2253-6EEC-47C4-A1CE-61A12C5F2A68}" dt="2025-05-06T12:40:52.593" v="156" actId="47"/>
          <pc:sldLayoutMkLst>
            <pc:docMk/>
            <pc:sldMasterMk cId="2303553625" sldId="2147483648"/>
            <pc:sldLayoutMk cId="1065488692" sldId="2147483755"/>
          </pc:sldLayoutMkLst>
        </pc:sldLayoutChg>
      </pc:sldMasterChg>
    </pc:docChg>
  </pc:docChgLst>
  <pc:docChgLst>
    <pc:chgData name="Karolina Wojciechowska" userId="S::karolina.wojciechowska@deltares.nl::030dd1c7-c84c-45d1-9bd6-2f3e05cb5cdc" providerId="AD" clId="Web-{F4601FF5-DC9C-D4D9-AD8D-0BBF4B46E58D}"/>
    <pc:docChg chg="modSld">
      <pc:chgData name="Karolina Wojciechowska" userId="S::karolina.wojciechowska@deltares.nl::030dd1c7-c84c-45d1-9bd6-2f3e05cb5cdc" providerId="AD" clId="Web-{F4601FF5-DC9C-D4D9-AD8D-0BBF4B46E58D}" dt="2025-06-03T11:52:20.238" v="11" actId="20577"/>
      <pc:docMkLst>
        <pc:docMk/>
      </pc:docMkLst>
      <pc:sldChg chg="modSp">
        <pc:chgData name="Karolina Wojciechowska" userId="S::karolina.wojciechowska@deltares.nl::030dd1c7-c84c-45d1-9bd6-2f3e05cb5cdc" providerId="AD" clId="Web-{F4601FF5-DC9C-D4D9-AD8D-0BBF4B46E58D}" dt="2025-06-03T11:52:20.238" v="11" actId="20577"/>
        <pc:sldMkLst>
          <pc:docMk/>
          <pc:sldMk cId="962437850" sldId="340"/>
        </pc:sldMkLst>
        <pc:spChg chg="mod">
          <ac:chgData name="Karolina Wojciechowska" userId="S::karolina.wojciechowska@deltares.nl::030dd1c7-c84c-45d1-9bd6-2f3e05cb5cdc" providerId="AD" clId="Web-{F4601FF5-DC9C-D4D9-AD8D-0BBF4B46E58D}" dt="2025-06-03T11:52:20.238" v="11" actId="20577"/>
          <ac:spMkLst>
            <pc:docMk/>
            <pc:sldMk cId="962437850" sldId="340"/>
            <ac:spMk id="9" creationId="{C80D3614-E886-6C8A-3F98-0290FA149176}"/>
          </ac:spMkLst>
        </pc:spChg>
        <pc:cxnChg chg="mod">
          <ac:chgData name="Karolina Wojciechowska" userId="S::karolina.wojciechowska@deltares.nl::030dd1c7-c84c-45d1-9bd6-2f3e05cb5cdc" providerId="AD" clId="Web-{F4601FF5-DC9C-D4D9-AD8D-0BBF4B46E58D}" dt="2025-06-03T11:52:09.425" v="9" actId="14100"/>
          <ac:cxnSpMkLst>
            <pc:docMk/>
            <pc:sldMk cId="962437850" sldId="340"/>
            <ac:cxnSpMk id="13" creationId="{496B2E70-08F4-70F8-F335-D537AEB2BB09}"/>
          </ac:cxnSpMkLst>
        </pc:cxnChg>
      </pc:sldChg>
    </pc:docChg>
  </pc:docChgLst>
  <pc:docChgLst>
    <pc:chgData name="Rob Brinkman" userId="S::rob.brinkman@deltares.nl::dbd9f56d-a738-415c-bcf6-6a3cede36b65" providerId="AD" clId="Web-{D1B55615-45C3-F3F7-69CD-1DE8BC08B832}"/>
    <pc:docChg chg="modSld">
      <pc:chgData name="Rob Brinkman" userId="S::rob.brinkman@deltares.nl::dbd9f56d-a738-415c-bcf6-6a3cede36b65" providerId="AD" clId="Web-{D1B55615-45C3-F3F7-69CD-1DE8BC08B832}" dt="2025-05-22T11:20:02.336" v="1" actId="20577"/>
      <pc:docMkLst>
        <pc:docMk/>
      </pc:docMkLst>
      <pc:sldChg chg="modSp">
        <pc:chgData name="Rob Brinkman" userId="S::rob.brinkman@deltares.nl::dbd9f56d-a738-415c-bcf6-6a3cede36b65" providerId="AD" clId="Web-{D1B55615-45C3-F3F7-69CD-1DE8BC08B832}" dt="2025-05-22T11:20:02.336" v="1" actId="20577"/>
        <pc:sldMkLst>
          <pc:docMk/>
          <pc:sldMk cId="2120857825" sldId="328"/>
        </pc:sldMkLst>
        <pc:spChg chg="mod">
          <ac:chgData name="Rob Brinkman" userId="S::rob.brinkman@deltares.nl::dbd9f56d-a738-415c-bcf6-6a3cede36b65" providerId="AD" clId="Web-{D1B55615-45C3-F3F7-69CD-1DE8BC08B832}" dt="2025-05-22T11:20:02.336" v="1" actId="20577"/>
          <ac:spMkLst>
            <pc:docMk/>
            <pc:sldMk cId="2120857825" sldId="328"/>
            <ac:spMk id="3" creationId="{29D573AB-F386-07AB-85A6-9F51BA7E42B8}"/>
          </ac:spMkLst>
        </pc:spChg>
      </pc:sldChg>
    </pc:docChg>
  </pc:docChgLst>
  <pc:docChgLst>
    <pc:chgData name="Rob Brinkman" userId="S::rob.brinkman@deltares.nl::dbd9f56d-a738-415c-bcf6-6a3cede36b65" providerId="AD" clId="Web-{86AEF27C-3E79-0359-B9A7-A3B64D2F2DAE}"/>
    <pc:docChg chg="modSld">
      <pc:chgData name="Rob Brinkman" userId="S::rob.brinkman@deltares.nl::dbd9f56d-a738-415c-bcf6-6a3cede36b65" providerId="AD" clId="Web-{86AEF27C-3E79-0359-B9A7-A3B64D2F2DAE}" dt="2025-05-19T11:10:38.188" v="693" actId="20577"/>
      <pc:docMkLst>
        <pc:docMk/>
      </pc:docMkLst>
      <pc:sldChg chg="modSp">
        <pc:chgData name="Rob Brinkman" userId="S::rob.brinkman@deltares.nl::dbd9f56d-a738-415c-bcf6-6a3cede36b65" providerId="AD" clId="Web-{86AEF27C-3E79-0359-B9A7-A3B64D2F2DAE}" dt="2025-05-19T09:21:33.152" v="57" actId="20577"/>
        <pc:sldMkLst>
          <pc:docMk/>
          <pc:sldMk cId="932301766" sldId="300"/>
        </pc:sldMkLst>
        <pc:spChg chg="mod">
          <ac:chgData name="Rob Brinkman" userId="S::rob.brinkman@deltares.nl::dbd9f56d-a738-415c-bcf6-6a3cede36b65" providerId="AD" clId="Web-{86AEF27C-3E79-0359-B9A7-A3B64D2F2DAE}" dt="2025-05-19T09:21:33.152" v="57" actId="20577"/>
          <ac:spMkLst>
            <pc:docMk/>
            <pc:sldMk cId="932301766" sldId="300"/>
            <ac:spMk id="3" creationId="{07A8D5C6-FA35-F9F0-5D42-F12BAF41C441}"/>
          </ac:spMkLst>
        </pc:spChg>
      </pc:sldChg>
      <pc:sldChg chg="modSp">
        <pc:chgData name="Rob Brinkman" userId="S::rob.brinkman@deltares.nl::dbd9f56d-a738-415c-bcf6-6a3cede36b65" providerId="AD" clId="Web-{86AEF27C-3E79-0359-B9A7-A3B64D2F2DAE}" dt="2025-05-19T09:20:34.338" v="41" actId="20577"/>
        <pc:sldMkLst>
          <pc:docMk/>
          <pc:sldMk cId="1751458941" sldId="301"/>
        </pc:sldMkLst>
        <pc:spChg chg="mod">
          <ac:chgData name="Rob Brinkman" userId="S::rob.brinkman@deltares.nl::dbd9f56d-a738-415c-bcf6-6a3cede36b65" providerId="AD" clId="Web-{86AEF27C-3E79-0359-B9A7-A3B64D2F2DAE}" dt="2025-05-19T09:20:34.338" v="41" actId="20577"/>
          <ac:spMkLst>
            <pc:docMk/>
            <pc:sldMk cId="1751458941" sldId="301"/>
            <ac:spMk id="3" creationId="{AE6662CA-20D0-2553-6309-112AE0D0FC58}"/>
          </ac:spMkLst>
        </pc:spChg>
      </pc:sldChg>
      <pc:sldChg chg="modSp">
        <pc:chgData name="Rob Brinkman" userId="S::rob.brinkman@deltares.nl::dbd9f56d-a738-415c-bcf6-6a3cede36b65" providerId="AD" clId="Web-{86AEF27C-3E79-0359-B9A7-A3B64D2F2DAE}" dt="2025-05-19T09:39:49.521" v="309" actId="20577"/>
        <pc:sldMkLst>
          <pc:docMk/>
          <pc:sldMk cId="44532386" sldId="302"/>
        </pc:sldMkLst>
        <pc:spChg chg="mod">
          <ac:chgData name="Rob Brinkman" userId="S::rob.brinkman@deltares.nl::dbd9f56d-a738-415c-bcf6-6a3cede36b65" providerId="AD" clId="Web-{86AEF27C-3E79-0359-B9A7-A3B64D2F2DAE}" dt="2025-05-19T09:39:49.521" v="309" actId="20577"/>
          <ac:spMkLst>
            <pc:docMk/>
            <pc:sldMk cId="44532386" sldId="302"/>
            <ac:spMk id="3" creationId="{ACD1DE36-918D-9FC8-3BF8-1CD76F0C04EB}"/>
          </ac:spMkLst>
        </pc:spChg>
      </pc:sldChg>
      <pc:sldChg chg="addSp modSp">
        <pc:chgData name="Rob Brinkman" userId="S::rob.brinkman@deltares.nl::dbd9f56d-a738-415c-bcf6-6a3cede36b65" providerId="AD" clId="Web-{86AEF27C-3E79-0359-B9A7-A3B64D2F2DAE}" dt="2025-05-19T09:43:31.076" v="315" actId="20577"/>
        <pc:sldMkLst>
          <pc:docMk/>
          <pc:sldMk cId="2189210584" sldId="303"/>
        </pc:sldMkLst>
      </pc:sldChg>
      <pc:sldChg chg="modSp">
        <pc:chgData name="Rob Brinkman" userId="S::rob.brinkman@deltares.nl::dbd9f56d-a738-415c-bcf6-6a3cede36b65" providerId="AD" clId="Web-{86AEF27C-3E79-0359-B9A7-A3B64D2F2DAE}" dt="2025-05-19T09:45:27.784" v="323" actId="20577"/>
        <pc:sldMkLst>
          <pc:docMk/>
          <pc:sldMk cId="583967731" sldId="305"/>
        </pc:sldMkLst>
        <pc:spChg chg="mod">
          <ac:chgData name="Rob Brinkman" userId="S::rob.brinkman@deltares.nl::dbd9f56d-a738-415c-bcf6-6a3cede36b65" providerId="AD" clId="Web-{86AEF27C-3E79-0359-B9A7-A3B64D2F2DAE}" dt="2025-05-19T09:45:27.784" v="323" actId="20577"/>
          <ac:spMkLst>
            <pc:docMk/>
            <pc:sldMk cId="583967731" sldId="305"/>
            <ac:spMk id="3" creationId="{3F92B769-C863-881F-6F3A-0E93EA46C590}"/>
          </ac:spMkLst>
        </pc:spChg>
      </pc:sldChg>
      <pc:sldChg chg="modSp">
        <pc:chgData name="Rob Brinkman" userId="S::rob.brinkman@deltares.nl::dbd9f56d-a738-415c-bcf6-6a3cede36b65" providerId="AD" clId="Web-{86AEF27C-3E79-0359-B9A7-A3B64D2F2DAE}" dt="2025-05-19T09:44:26.297" v="316" actId="20577"/>
        <pc:sldMkLst>
          <pc:docMk/>
          <pc:sldMk cId="1860608818" sldId="306"/>
        </pc:sldMkLst>
        <pc:spChg chg="mod">
          <ac:chgData name="Rob Brinkman" userId="S::rob.brinkman@deltares.nl::dbd9f56d-a738-415c-bcf6-6a3cede36b65" providerId="AD" clId="Web-{86AEF27C-3E79-0359-B9A7-A3B64D2F2DAE}" dt="2025-05-19T09:44:26.297" v="316" actId="20577"/>
          <ac:spMkLst>
            <pc:docMk/>
            <pc:sldMk cId="1860608818" sldId="306"/>
            <ac:spMk id="7" creationId="{F50965CF-C837-9624-4EB8-AE97B24BEAB7}"/>
          </ac:spMkLst>
        </pc:spChg>
      </pc:sldChg>
      <pc:sldChg chg="addSp modSp">
        <pc:chgData name="Rob Brinkman" userId="S::rob.brinkman@deltares.nl::dbd9f56d-a738-415c-bcf6-6a3cede36b65" providerId="AD" clId="Web-{86AEF27C-3E79-0359-B9A7-A3B64D2F2DAE}" dt="2025-05-19T09:35:17.730" v="290" actId="1076"/>
        <pc:sldMkLst>
          <pc:docMk/>
          <pc:sldMk cId="1993295251" sldId="313"/>
        </pc:sldMkLst>
        <pc:spChg chg="add mod">
          <ac:chgData name="Rob Brinkman" userId="S::rob.brinkman@deltares.nl::dbd9f56d-a738-415c-bcf6-6a3cede36b65" providerId="AD" clId="Web-{86AEF27C-3E79-0359-B9A7-A3B64D2F2DAE}" dt="2025-05-19T09:34:34.010" v="266" actId="20577"/>
          <ac:spMkLst>
            <pc:docMk/>
            <pc:sldMk cId="1993295251" sldId="313"/>
            <ac:spMk id="17" creationId="{FDA20BFE-8AC1-7622-F3B2-4BB8FEEA0396}"/>
          </ac:spMkLst>
        </pc:spChg>
        <pc:spChg chg="add mod">
          <ac:chgData name="Rob Brinkman" userId="S::rob.brinkman@deltares.nl::dbd9f56d-a738-415c-bcf6-6a3cede36b65" providerId="AD" clId="Web-{86AEF27C-3E79-0359-B9A7-A3B64D2F2DAE}" dt="2025-05-19T09:35:13.699" v="289" actId="1076"/>
          <ac:spMkLst>
            <pc:docMk/>
            <pc:sldMk cId="1993295251" sldId="313"/>
            <ac:spMk id="22" creationId="{6661D07F-4332-C857-DFF4-09370299910E}"/>
          </ac:spMkLst>
        </pc:spChg>
        <pc:spChg chg="add mod">
          <ac:chgData name="Rob Brinkman" userId="S::rob.brinkman@deltares.nl::dbd9f56d-a738-415c-bcf6-6a3cede36b65" providerId="AD" clId="Web-{86AEF27C-3E79-0359-B9A7-A3B64D2F2DAE}" dt="2025-05-19T09:34:38.010" v="267" actId="1076"/>
          <ac:spMkLst>
            <pc:docMk/>
            <pc:sldMk cId="1993295251" sldId="313"/>
            <ac:spMk id="23" creationId="{8377BB98-38CB-4E63-9C1C-A0BFE0AE63B6}"/>
          </ac:spMkLst>
        </pc:spChg>
        <pc:spChg chg="add mod">
          <ac:chgData name="Rob Brinkman" userId="S::rob.brinkman@deltares.nl::dbd9f56d-a738-415c-bcf6-6a3cede36b65" providerId="AD" clId="Web-{86AEF27C-3E79-0359-B9A7-A3B64D2F2DAE}" dt="2025-05-19T09:35:17.730" v="290" actId="1076"/>
          <ac:spMkLst>
            <pc:docMk/>
            <pc:sldMk cId="1993295251" sldId="313"/>
            <ac:spMk id="24" creationId="{1F4860CC-8490-EBCF-C540-D38FDC524CA5}"/>
          </ac:spMkLst>
        </pc:spChg>
        <pc:picChg chg="add mod">
          <ac:chgData name="Rob Brinkman" userId="S::rob.brinkman@deltares.nl::dbd9f56d-a738-415c-bcf6-6a3cede36b65" providerId="AD" clId="Web-{86AEF27C-3E79-0359-B9A7-A3B64D2F2DAE}" dt="2025-05-19T09:30:31.407" v="115" actId="1076"/>
          <ac:picMkLst>
            <pc:docMk/>
            <pc:sldMk cId="1993295251" sldId="313"/>
            <ac:picMk id="21" creationId="{205468AE-C8AA-697B-F258-229E1BE92C84}"/>
          </ac:picMkLst>
        </pc:picChg>
      </pc:sldChg>
      <pc:sldChg chg="addSp modSp">
        <pc:chgData name="Rob Brinkman" userId="S::rob.brinkman@deltares.nl::dbd9f56d-a738-415c-bcf6-6a3cede36b65" providerId="AD" clId="Web-{86AEF27C-3E79-0359-B9A7-A3B64D2F2DAE}" dt="2025-05-19T09:37:20.359" v="292" actId="1076"/>
        <pc:sldMkLst>
          <pc:docMk/>
          <pc:sldMk cId="2744433675" sldId="314"/>
        </pc:sldMkLst>
      </pc:sldChg>
      <pc:sldChg chg="addSp delSp modSp">
        <pc:chgData name="Rob Brinkman" userId="S::rob.brinkman@deltares.nl::dbd9f56d-a738-415c-bcf6-6a3cede36b65" providerId="AD" clId="Web-{86AEF27C-3E79-0359-B9A7-A3B64D2F2DAE}" dt="2025-05-19T09:38:03.064" v="302" actId="1076"/>
        <pc:sldMkLst>
          <pc:docMk/>
          <pc:sldMk cId="477350867" sldId="315"/>
        </pc:sldMkLst>
        <pc:picChg chg="add mod">
          <ac:chgData name="Rob Brinkman" userId="S::rob.brinkman@deltares.nl::dbd9f56d-a738-415c-bcf6-6a3cede36b65" providerId="AD" clId="Web-{86AEF27C-3E79-0359-B9A7-A3B64D2F2DAE}" dt="2025-05-19T09:37:33.501" v="294" actId="1076"/>
          <ac:picMkLst>
            <pc:docMk/>
            <pc:sldMk cId="477350867" sldId="315"/>
            <ac:picMk id="17" creationId="{47EDEAC0-B831-1743-1FF4-6975F468A24C}"/>
          </ac:picMkLst>
        </pc:picChg>
        <pc:picChg chg="add mod">
          <ac:chgData name="Rob Brinkman" userId="S::rob.brinkman@deltares.nl::dbd9f56d-a738-415c-bcf6-6a3cede36b65" providerId="AD" clId="Web-{86AEF27C-3E79-0359-B9A7-A3B64D2F2DAE}" dt="2025-05-19T09:38:03.064" v="302" actId="1076"/>
          <ac:picMkLst>
            <pc:docMk/>
            <pc:sldMk cId="477350867" sldId="315"/>
            <ac:picMk id="24" creationId="{5960D094-614A-74C5-0402-0AA78E70B01E}"/>
          </ac:picMkLst>
        </pc:picChg>
      </pc:sldChg>
      <pc:sldChg chg="modSp">
        <pc:chgData name="Rob Brinkman" userId="S::rob.brinkman@deltares.nl::dbd9f56d-a738-415c-bcf6-6a3cede36b65" providerId="AD" clId="Web-{86AEF27C-3E79-0359-B9A7-A3B64D2F2DAE}" dt="2025-05-19T09:48:34.869" v="334" actId="20577"/>
        <pc:sldMkLst>
          <pc:docMk/>
          <pc:sldMk cId="125972343" sldId="321"/>
        </pc:sldMkLst>
        <pc:spChg chg="mod">
          <ac:chgData name="Rob Brinkman" userId="S::rob.brinkman@deltares.nl::dbd9f56d-a738-415c-bcf6-6a3cede36b65" providerId="AD" clId="Web-{86AEF27C-3E79-0359-B9A7-A3B64D2F2DAE}" dt="2025-05-19T09:48:34.869" v="334" actId="20577"/>
          <ac:spMkLst>
            <pc:docMk/>
            <pc:sldMk cId="125972343" sldId="321"/>
            <ac:spMk id="10" creationId="{158E69AD-49EC-4E44-1966-257A592C3139}"/>
          </ac:spMkLst>
        </pc:spChg>
      </pc:sldChg>
      <pc:sldChg chg="modSp">
        <pc:chgData name="Rob Brinkman" userId="S::rob.brinkman@deltares.nl::dbd9f56d-a738-415c-bcf6-6a3cede36b65" providerId="AD" clId="Web-{86AEF27C-3E79-0359-B9A7-A3B64D2F2DAE}" dt="2025-05-19T10:01:26.616" v="465" actId="20577"/>
        <pc:sldMkLst>
          <pc:docMk/>
          <pc:sldMk cId="599643333" sldId="326"/>
        </pc:sldMkLst>
        <pc:spChg chg="mod">
          <ac:chgData name="Rob Brinkman" userId="S::rob.brinkman@deltares.nl::dbd9f56d-a738-415c-bcf6-6a3cede36b65" providerId="AD" clId="Web-{86AEF27C-3E79-0359-B9A7-A3B64D2F2DAE}" dt="2025-05-19T10:01:26.616" v="465" actId="20577"/>
          <ac:spMkLst>
            <pc:docMk/>
            <pc:sldMk cId="599643333" sldId="326"/>
            <ac:spMk id="3" creationId="{502B7698-B4D9-9DAA-168A-E07CFEBBC11B}"/>
          </ac:spMkLst>
        </pc:spChg>
      </pc:sldChg>
      <pc:sldChg chg="addSp modSp">
        <pc:chgData name="Rob Brinkman" userId="S::rob.brinkman@deltares.nl::dbd9f56d-a738-415c-bcf6-6a3cede36b65" providerId="AD" clId="Web-{86AEF27C-3E79-0359-B9A7-A3B64D2F2DAE}" dt="2025-05-19T09:58:23.078" v="434" actId="20577"/>
        <pc:sldMkLst>
          <pc:docMk/>
          <pc:sldMk cId="2586875706" sldId="327"/>
        </pc:sldMkLst>
        <pc:spChg chg="add mod">
          <ac:chgData name="Rob Brinkman" userId="S::rob.brinkman@deltares.nl::dbd9f56d-a738-415c-bcf6-6a3cede36b65" providerId="AD" clId="Web-{86AEF27C-3E79-0359-B9A7-A3B64D2F2DAE}" dt="2025-05-19T09:58:16.172" v="433" actId="20577"/>
          <ac:spMkLst>
            <pc:docMk/>
            <pc:sldMk cId="2586875706" sldId="327"/>
            <ac:spMk id="3" creationId="{BAFE50A7-518C-1E2B-B6A6-80C62FD68019}"/>
          </ac:spMkLst>
        </pc:spChg>
        <pc:spChg chg="add mod">
          <ac:chgData name="Rob Brinkman" userId="S::rob.brinkman@deltares.nl::dbd9f56d-a738-415c-bcf6-6a3cede36b65" providerId="AD" clId="Web-{86AEF27C-3E79-0359-B9A7-A3B64D2F2DAE}" dt="2025-05-19T09:58:23.078" v="434" actId="20577"/>
          <ac:spMkLst>
            <pc:docMk/>
            <pc:sldMk cId="2586875706" sldId="327"/>
            <ac:spMk id="7" creationId="{C018FD4B-74E9-FC14-E940-1AB11BC678C9}"/>
          </ac:spMkLst>
        </pc:spChg>
        <pc:picChg chg="mod">
          <ac:chgData name="Rob Brinkman" userId="S::rob.brinkman@deltares.nl::dbd9f56d-a738-415c-bcf6-6a3cede36b65" providerId="AD" clId="Web-{86AEF27C-3E79-0359-B9A7-A3B64D2F2DAE}" dt="2025-05-19T09:56:36.777" v="404" actId="1076"/>
          <ac:picMkLst>
            <pc:docMk/>
            <pc:sldMk cId="2586875706" sldId="327"/>
            <ac:picMk id="8" creationId="{4036368A-DBBC-290D-880C-660DB718B9F4}"/>
          </ac:picMkLst>
        </pc:picChg>
      </pc:sldChg>
      <pc:sldChg chg="modSp">
        <pc:chgData name="Rob Brinkman" userId="S::rob.brinkman@deltares.nl::dbd9f56d-a738-415c-bcf6-6a3cede36b65" providerId="AD" clId="Web-{86AEF27C-3E79-0359-B9A7-A3B64D2F2DAE}" dt="2025-05-19T11:02:19.504" v="629" actId="20577"/>
        <pc:sldMkLst>
          <pc:docMk/>
          <pc:sldMk cId="2120857825" sldId="328"/>
        </pc:sldMkLst>
        <pc:spChg chg="mod">
          <ac:chgData name="Rob Brinkman" userId="S::rob.brinkman@deltares.nl::dbd9f56d-a738-415c-bcf6-6a3cede36b65" providerId="AD" clId="Web-{86AEF27C-3E79-0359-B9A7-A3B64D2F2DAE}" dt="2025-05-19T11:02:19.504" v="629" actId="20577"/>
          <ac:spMkLst>
            <pc:docMk/>
            <pc:sldMk cId="2120857825" sldId="328"/>
            <ac:spMk id="3" creationId="{29D573AB-F386-07AB-85A6-9F51BA7E42B8}"/>
          </ac:spMkLst>
        </pc:spChg>
      </pc:sldChg>
      <pc:sldChg chg="modSp">
        <pc:chgData name="Rob Brinkman" userId="S::rob.brinkman@deltares.nl::dbd9f56d-a738-415c-bcf6-6a3cede36b65" providerId="AD" clId="Web-{86AEF27C-3E79-0359-B9A7-A3B64D2F2DAE}" dt="2025-05-19T10:02:09.165" v="467" actId="20577"/>
        <pc:sldMkLst>
          <pc:docMk/>
          <pc:sldMk cId="1489672922" sldId="331"/>
        </pc:sldMkLst>
        <pc:spChg chg="mod">
          <ac:chgData name="Rob Brinkman" userId="S::rob.brinkman@deltares.nl::dbd9f56d-a738-415c-bcf6-6a3cede36b65" providerId="AD" clId="Web-{86AEF27C-3E79-0359-B9A7-A3B64D2F2DAE}" dt="2025-05-19T10:02:09.165" v="467" actId="20577"/>
          <ac:spMkLst>
            <pc:docMk/>
            <pc:sldMk cId="1489672922" sldId="331"/>
            <ac:spMk id="3" creationId="{E1BC4BCC-190D-9EAD-BD9A-A25AFA49D940}"/>
          </ac:spMkLst>
        </pc:spChg>
      </pc:sldChg>
      <pc:sldChg chg="modSp">
        <pc:chgData name="Rob Brinkman" userId="S::rob.brinkman@deltares.nl::dbd9f56d-a738-415c-bcf6-6a3cede36b65" providerId="AD" clId="Web-{86AEF27C-3E79-0359-B9A7-A3B64D2F2DAE}" dt="2025-05-19T11:04:41.476" v="685" actId="20577"/>
        <pc:sldMkLst>
          <pc:docMk/>
          <pc:sldMk cId="80500354" sldId="333"/>
        </pc:sldMkLst>
        <pc:spChg chg="mod">
          <ac:chgData name="Rob Brinkman" userId="S::rob.brinkman@deltares.nl::dbd9f56d-a738-415c-bcf6-6a3cede36b65" providerId="AD" clId="Web-{86AEF27C-3E79-0359-B9A7-A3B64D2F2DAE}" dt="2025-05-19T11:04:41.476" v="685" actId="20577"/>
          <ac:spMkLst>
            <pc:docMk/>
            <pc:sldMk cId="80500354" sldId="333"/>
            <ac:spMk id="3" creationId="{6A6BBB10-49C1-2EA4-A429-8380755BEA79}"/>
          </ac:spMkLst>
        </pc:spChg>
        <pc:spChg chg="mod">
          <ac:chgData name="Rob Brinkman" userId="S::rob.brinkman@deltares.nl::dbd9f56d-a738-415c-bcf6-6a3cede36b65" providerId="AD" clId="Web-{86AEF27C-3E79-0359-B9A7-A3B64D2F2DAE}" dt="2025-05-19T11:03:55.022" v="661" actId="1076"/>
          <ac:spMkLst>
            <pc:docMk/>
            <pc:sldMk cId="80500354" sldId="333"/>
            <ac:spMk id="7" creationId="{F13FEEC0-8A79-ACA0-1845-B1AB166F64E6}"/>
          </ac:spMkLst>
        </pc:spChg>
        <pc:picChg chg="mod">
          <ac:chgData name="Rob Brinkman" userId="S::rob.brinkman@deltares.nl::dbd9f56d-a738-415c-bcf6-6a3cede36b65" providerId="AD" clId="Web-{86AEF27C-3E79-0359-B9A7-A3B64D2F2DAE}" dt="2025-05-19T11:03:40.021" v="659" actId="1076"/>
          <ac:picMkLst>
            <pc:docMk/>
            <pc:sldMk cId="80500354" sldId="333"/>
            <ac:picMk id="1026" creationId="{8D8B1FDC-FF9F-AE67-CA09-E9484A899094}"/>
          </ac:picMkLst>
        </pc:picChg>
      </pc:sldChg>
      <pc:sldChg chg="modSp">
        <pc:chgData name="Rob Brinkman" userId="S::rob.brinkman@deltares.nl::dbd9f56d-a738-415c-bcf6-6a3cede36b65" providerId="AD" clId="Web-{86AEF27C-3E79-0359-B9A7-A3B64D2F2DAE}" dt="2025-05-19T11:04:46.773" v="686" actId="20577"/>
        <pc:sldMkLst>
          <pc:docMk/>
          <pc:sldMk cId="3056477940" sldId="338"/>
        </pc:sldMkLst>
        <pc:spChg chg="mod">
          <ac:chgData name="Rob Brinkman" userId="S::rob.brinkman@deltares.nl::dbd9f56d-a738-415c-bcf6-6a3cede36b65" providerId="AD" clId="Web-{86AEF27C-3E79-0359-B9A7-A3B64D2F2DAE}" dt="2025-05-19T11:04:46.773" v="686" actId="20577"/>
          <ac:spMkLst>
            <pc:docMk/>
            <pc:sldMk cId="3056477940" sldId="338"/>
            <ac:spMk id="3" creationId="{2EF31296-60C1-0876-F57E-D0BD17EB988C}"/>
          </ac:spMkLst>
        </pc:spChg>
      </pc:sldChg>
      <pc:sldChg chg="modSp">
        <pc:chgData name="Rob Brinkman" userId="S::rob.brinkman@deltares.nl::dbd9f56d-a738-415c-bcf6-6a3cede36b65" providerId="AD" clId="Web-{86AEF27C-3E79-0359-B9A7-A3B64D2F2DAE}" dt="2025-05-19T11:09:31.311" v="687" actId="20577"/>
        <pc:sldMkLst>
          <pc:docMk/>
          <pc:sldMk cId="48773904" sldId="339"/>
        </pc:sldMkLst>
        <pc:spChg chg="mod">
          <ac:chgData name="Rob Brinkman" userId="S::rob.brinkman@deltares.nl::dbd9f56d-a738-415c-bcf6-6a3cede36b65" providerId="AD" clId="Web-{86AEF27C-3E79-0359-B9A7-A3B64D2F2DAE}" dt="2025-05-19T11:09:31.311" v="687" actId="20577"/>
          <ac:spMkLst>
            <pc:docMk/>
            <pc:sldMk cId="48773904" sldId="339"/>
            <ac:spMk id="3" creationId="{1FB5EC43-FB60-8521-2690-A19053B3490D}"/>
          </ac:spMkLst>
        </pc:spChg>
      </pc:sldChg>
      <pc:sldChg chg="modSp">
        <pc:chgData name="Rob Brinkman" userId="S::rob.brinkman@deltares.nl::dbd9f56d-a738-415c-bcf6-6a3cede36b65" providerId="AD" clId="Web-{86AEF27C-3E79-0359-B9A7-A3B64D2F2DAE}" dt="2025-05-19T11:10:38.188" v="693" actId="20577"/>
        <pc:sldMkLst>
          <pc:docMk/>
          <pc:sldMk cId="3840228261" sldId="342"/>
        </pc:sldMkLst>
        <pc:spChg chg="mod">
          <ac:chgData name="Rob Brinkman" userId="S::rob.brinkman@deltares.nl::dbd9f56d-a738-415c-bcf6-6a3cede36b65" providerId="AD" clId="Web-{86AEF27C-3E79-0359-B9A7-A3B64D2F2DAE}" dt="2025-05-19T11:10:38.188" v="693" actId="20577"/>
          <ac:spMkLst>
            <pc:docMk/>
            <pc:sldMk cId="3840228261" sldId="342"/>
            <ac:spMk id="3" creationId="{AC1A421C-9A62-B515-058F-A5FAC347AB2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B07A4AF-8444-4E55-9211-06750DF8684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059487" y="8229664"/>
            <a:ext cx="588963" cy="180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9B6C5B75-63DC-4795-B872-D188C0279E99}" type="slidenum">
              <a:rPr lang="nl-NL" sz="1000" smtClean="0"/>
              <a:pPr/>
              <a:t>‹#›</a:t>
            </a:fld>
            <a:endParaRPr lang="nl-NL" sz="100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3086CC55-5F13-427E-8D55-23A3E11C42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512" y="8635837"/>
            <a:ext cx="1080000" cy="35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53493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extLst>
    <p:ext uri="{56416CCD-93CA-4268-BC5B-53C4BB910035}">
      <p15:sldGuideLst xmlns:p15="http://schemas.microsoft.com/office/powerpoint/2012/main"/>
    </p:ext>
  </p:extLst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6172200" y="8685213"/>
            <a:ext cx="438150" cy="180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000"/>
            </a:lvl1pPr>
          </a:lstStyle>
          <a:p>
            <a:fld id="{309F7339-69D5-4EA7-B93A-8AF4EDB56B8B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3EB29D91-C68B-40E2-ACA8-22AC17FBF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12" y="8592970"/>
            <a:ext cx="1080000" cy="351000"/>
          </a:xfrm>
          <a:prstGeom prst="rect">
            <a:avLst/>
          </a:prstGeom>
        </p:spPr>
      </p:pic>
      <p:sp>
        <p:nvSpPr>
          <p:cNvPr id="9" name="Tijdelijke aanduiding voor notities 8">
            <a:extLst>
              <a:ext uri="{FF2B5EF4-FFF2-40B4-BE49-F238E27FC236}">
                <a16:creationId xmlns:a16="http://schemas.microsoft.com/office/drawing/2014/main" id="{A3C8BF89-5841-4101-9B55-9A1ADF2AA4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73795008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1820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The </a:t>
            </a:r>
            <a:r>
              <a:rPr lang="nl-NL" err="1"/>
              <a:t>grid</a:t>
            </a:r>
            <a:r>
              <a:rPr lang="nl-NL"/>
              <a:t> is uniform in u </a:t>
            </a:r>
            <a:r>
              <a:rPr lang="nl-NL" err="1"/>
              <a:t>space</a:t>
            </a:r>
            <a:r>
              <a:rPr lang="nl-NL"/>
              <a:t>, </a:t>
            </a:r>
            <a:r>
              <a:rPr lang="nl-NL" err="1"/>
              <a:t>not</a:t>
            </a:r>
            <a:r>
              <a:rPr lang="nl-NL"/>
              <a:t> </a:t>
            </a:r>
            <a:r>
              <a:rPr lang="nl-NL" err="1"/>
              <a:t>always</a:t>
            </a:r>
            <a:r>
              <a:rPr lang="nl-NL"/>
              <a:t> in x</a:t>
            </a:r>
          </a:p>
        </p:txBody>
      </p:sp>
    </p:spTree>
    <p:extLst>
      <p:ext uri="{BB962C8B-B14F-4D97-AF65-F5344CB8AC3E}">
        <p14:creationId xmlns:p14="http://schemas.microsoft.com/office/powerpoint/2010/main" val="4119619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DeltaresNL/" TargetMode="External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3" Type="http://schemas.openxmlformats.org/officeDocument/2006/relationships/hyperlink" Target="mailto:info@deltares.nl" TargetMode="External"/><Relationship Id="rId21" Type="http://schemas.openxmlformats.org/officeDocument/2006/relationships/image" Target="../media/image19.svg"/><Relationship Id="rId7" Type="http://schemas.openxmlformats.org/officeDocument/2006/relationships/hyperlink" Target="https://www.instagram.com/deltares/" TargetMode="External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image" Target="../media/image6.jpeg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deltares.nl/" TargetMode="External"/><Relationship Id="rId11" Type="http://schemas.openxmlformats.org/officeDocument/2006/relationships/image" Target="../media/image9.svg"/><Relationship Id="rId5" Type="http://schemas.openxmlformats.org/officeDocument/2006/relationships/hyperlink" Target="https://www.linkedin.com/company/deltares" TargetMode="External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4" Type="http://schemas.openxmlformats.org/officeDocument/2006/relationships/hyperlink" Target="https://twitter.com/deltares/" TargetMode="External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1.svg"/><Relationship Id="rId3" Type="http://schemas.openxmlformats.org/officeDocument/2006/relationships/image" Target="../media/image7.png"/><Relationship Id="rId7" Type="http://schemas.openxmlformats.org/officeDocument/2006/relationships/image" Target="../media/image13.svg"/><Relationship Id="rId12" Type="http://schemas.openxmlformats.org/officeDocument/2006/relationships/image" Target="../media/image10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19.svg"/><Relationship Id="rId5" Type="http://schemas.openxmlformats.org/officeDocument/2006/relationships/image" Target="../media/image9.svg"/><Relationship Id="rId15" Type="http://schemas.openxmlformats.org/officeDocument/2006/relationships/image" Target="../media/image15.svg"/><Relationship Id="rId10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image" Target="../media/image17.svg"/><Relationship Id="rId1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jdelijke aanduiding voor afbeelding 65">
            <a:extLst>
              <a:ext uri="{FF2B5EF4-FFF2-40B4-BE49-F238E27FC236}">
                <a16:creationId xmlns:a16="http://schemas.microsoft.com/office/drawing/2014/main" id="{C993F618-5D8C-4CD3-B26D-F74E7598724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5328000" cy="6858000"/>
          </a:xfrm>
          <a:solidFill>
            <a:schemeClr val="bg1">
              <a:lumMod val="85000"/>
            </a:schemeClr>
          </a:solidFill>
        </p:spPr>
        <p:txBody>
          <a:bodyPr tIns="3816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17861E45-7D0B-4CBE-BF29-EEB926363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46860" y="5295900"/>
            <a:ext cx="6002228" cy="788988"/>
          </a:xfrm>
        </p:spPr>
        <p:txBody>
          <a:bodyPr>
            <a:noAutofit/>
          </a:bodyPr>
          <a:lstStyle>
            <a:lvl1pPr marL="0" indent="0">
              <a:buNone/>
              <a:defRPr sz="1200" b="0"/>
            </a:lvl1pPr>
          </a:lstStyle>
          <a:p>
            <a:pPr lvl="0"/>
            <a:r>
              <a:rPr lang="nl-NL"/>
              <a:t>Naam Achternaam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B0A17F5-F68D-450E-924D-50BE1E84C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6861" y="3854640"/>
            <a:ext cx="6002228" cy="67627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B69FD9-1A34-44C5-BB96-B626ABE7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22938" y="6264000"/>
            <a:ext cx="2340000" cy="184666"/>
          </a:xfrm>
        </p:spPr>
        <p:txBody>
          <a:bodyPr vert="horz"/>
          <a:lstStyle>
            <a:lvl1pPr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05FF67-098D-42EF-9DDB-0B34D97B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73572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D7F641E-4810-428B-93B4-F028FBE4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73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77695BF-4150-4BB7-8197-EF140D44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3258" y="1766078"/>
            <a:ext cx="6006145" cy="1990582"/>
          </a:xfrm>
        </p:spPr>
        <p:txBody>
          <a:bodyPr anchor="b" anchorCtr="0"/>
          <a:lstStyle>
            <a:lvl1pPr>
              <a:lnSpc>
                <a:spcPct val="9000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pic>
        <p:nvPicPr>
          <p:cNvPr id="11" name="Deltares_Logo_groot">
            <a:extLst>
              <a:ext uri="{FF2B5EF4-FFF2-40B4-BE49-F238E27FC236}">
                <a16:creationId xmlns:a16="http://schemas.microsoft.com/office/drawing/2014/main" id="{07BC8CE6-4B06-4C93-9DE2-B3D24820A4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6000" y="180000"/>
            <a:ext cx="2340000" cy="760500"/>
          </a:xfrm>
          <a:prstGeom prst="rect">
            <a:avLst/>
          </a:prstGeom>
        </p:spPr>
      </p:pic>
      <p:sp>
        <p:nvSpPr>
          <p:cNvPr id="62" name="TX_Enabling_deltalife_wit">
            <a:extLst>
              <a:ext uri="{FF2B5EF4-FFF2-40B4-BE49-F238E27FC236}">
                <a16:creationId xmlns:a16="http://schemas.microsoft.com/office/drawing/2014/main" id="{8230CF4F-5316-4F99-A0B8-28EA9797ED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0801" y="5947577"/>
            <a:ext cx="3176270" cy="756001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rIns="4284000"/>
          <a:lstStyle>
            <a:lvl1pPr marL="0" indent="0">
              <a:buNone/>
              <a:defRPr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604582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B057708-D1C8-4296-B46B-067A31C01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013580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.Titeldia met vierkant be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jdelijke aanduiding voor afbeelding 65">
            <a:extLst>
              <a:ext uri="{FF2B5EF4-FFF2-40B4-BE49-F238E27FC236}">
                <a16:creationId xmlns:a16="http://schemas.microsoft.com/office/drawing/2014/main" id="{C993F618-5D8C-4CD3-B26D-F74E7598724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6858000" cy="6858000"/>
          </a:xfrm>
          <a:solidFill>
            <a:schemeClr val="bg1">
              <a:lumMod val="85000"/>
            </a:schemeClr>
          </a:solidFill>
        </p:spPr>
        <p:txBody>
          <a:bodyPr tIns="3816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17861E45-7D0B-4CBE-BF29-EEB926363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36000" y="5295900"/>
            <a:ext cx="4513088" cy="788988"/>
          </a:xfrm>
        </p:spPr>
        <p:txBody>
          <a:bodyPr>
            <a:noAutofit/>
          </a:bodyPr>
          <a:lstStyle>
            <a:lvl1pPr marL="0" indent="0">
              <a:buNone/>
              <a:defRPr sz="1200" b="0"/>
            </a:lvl1pPr>
          </a:lstStyle>
          <a:p>
            <a:pPr lvl="0"/>
            <a:r>
              <a:rPr lang="nl-NL"/>
              <a:t>Naam Achternaam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B0A17F5-F68D-450E-924D-50BE1E84C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6000" y="3854640"/>
            <a:ext cx="4513088" cy="67627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B69FD9-1A34-44C5-BB96-B626ABE7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36000" y="6264000"/>
            <a:ext cx="2340000" cy="184666"/>
          </a:xfrm>
        </p:spPr>
        <p:txBody>
          <a:bodyPr vert="horz"/>
          <a:lstStyle>
            <a:lvl1pPr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05FF67-098D-42EF-9DDB-0B34D97B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73572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D7F641E-4810-428B-93B4-F028FBE4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73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77695BF-4150-4BB7-8197-EF140D44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6000" y="1766078"/>
            <a:ext cx="4516033" cy="1990582"/>
          </a:xfrm>
        </p:spPr>
        <p:txBody>
          <a:bodyPr anchor="b" anchorCtr="0"/>
          <a:lstStyle>
            <a:lvl1pPr>
              <a:lnSpc>
                <a:spcPct val="9000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pic>
        <p:nvPicPr>
          <p:cNvPr id="11" name="Deltares_Logo_groot">
            <a:extLst>
              <a:ext uri="{FF2B5EF4-FFF2-40B4-BE49-F238E27FC236}">
                <a16:creationId xmlns:a16="http://schemas.microsoft.com/office/drawing/2014/main" id="{07BC8CE6-4B06-4C93-9DE2-B3D24820A4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6000" y="180000"/>
            <a:ext cx="2340000" cy="760500"/>
          </a:xfrm>
          <a:prstGeom prst="rect">
            <a:avLst/>
          </a:prstGeom>
        </p:spPr>
      </p:pic>
      <p:sp>
        <p:nvSpPr>
          <p:cNvPr id="62" name="TX_Enabling_deltalife_wit">
            <a:extLst>
              <a:ext uri="{FF2B5EF4-FFF2-40B4-BE49-F238E27FC236}">
                <a16:creationId xmlns:a16="http://schemas.microsoft.com/office/drawing/2014/main" id="{8230CF4F-5316-4F99-A0B8-28EA9797ED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0801" y="5947577"/>
            <a:ext cx="3176270" cy="756001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rIns="4284000"/>
          <a:lstStyle>
            <a:lvl1pPr marL="0" indent="0">
              <a:buNone/>
              <a:defRPr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180256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oofdstuk / Tussendia (Groen)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Vrije vorm: vorm 15">
            <a:extLst>
              <a:ext uri="{FF2B5EF4-FFF2-40B4-BE49-F238E27FC236}">
                <a16:creationId xmlns:a16="http://schemas.microsoft.com/office/drawing/2014/main" id="{454C307C-D04D-4709-9FD4-571150894DD0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447038"/>
            <a:ext cx="5497462" cy="5943600"/>
          </a:xfrm>
          <a:custGeom>
            <a:avLst/>
            <a:gdLst>
              <a:gd name="connsiteX0" fmla="*/ 2525662 w 5497462"/>
              <a:gd name="connsiteY0" fmla="*/ 0 h 5943600"/>
              <a:gd name="connsiteX1" fmla="*/ 5497462 w 5497462"/>
              <a:gd name="connsiteY1" fmla="*/ 2971800 h 5943600"/>
              <a:gd name="connsiteX2" fmla="*/ 2525662 w 5497462"/>
              <a:gd name="connsiteY2" fmla="*/ 5943600 h 5943600"/>
              <a:gd name="connsiteX3" fmla="*/ 61399 w 5497462"/>
              <a:gd name="connsiteY3" fmla="*/ 4633362 h 5943600"/>
              <a:gd name="connsiteX4" fmla="*/ 0 w 5497462"/>
              <a:gd name="connsiteY4" fmla="*/ 4532297 h 5943600"/>
              <a:gd name="connsiteX5" fmla="*/ 0 w 5497462"/>
              <a:gd name="connsiteY5" fmla="*/ 1411304 h 5943600"/>
              <a:gd name="connsiteX6" fmla="*/ 61399 w 5497462"/>
              <a:gd name="connsiteY6" fmla="*/ 1310238 h 5943600"/>
              <a:gd name="connsiteX7" fmla="*/ 2525662 w 5497462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62" h="5943600">
                <a:moveTo>
                  <a:pt x="2525662" y="0"/>
                </a:moveTo>
                <a:cubicBezTo>
                  <a:pt x="4166942" y="0"/>
                  <a:pt x="5497462" y="1330520"/>
                  <a:pt x="5497462" y="2971800"/>
                </a:cubicBezTo>
                <a:cubicBezTo>
                  <a:pt x="5497462" y="4613080"/>
                  <a:pt x="4166942" y="5943600"/>
                  <a:pt x="2525662" y="5943600"/>
                </a:cubicBezTo>
                <a:cubicBezTo>
                  <a:pt x="1499862" y="5943600"/>
                  <a:pt x="595453" y="5423866"/>
                  <a:pt x="61399" y="4633362"/>
                </a:cubicBezTo>
                <a:lnTo>
                  <a:pt x="0" y="4532297"/>
                </a:lnTo>
                <a:lnTo>
                  <a:pt x="0" y="1411304"/>
                </a:lnTo>
                <a:lnTo>
                  <a:pt x="61399" y="1310238"/>
                </a:lnTo>
                <a:cubicBezTo>
                  <a:pt x="595453" y="519735"/>
                  <a:pt x="1499862" y="0"/>
                  <a:pt x="2525662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/>
              </a:gs>
              <a:gs pos="100000">
                <a:schemeClr val="accent4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6E2BD3A-5DDA-4757-ACCB-7CC38D75C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000" y="1762124"/>
            <a:ext cx="10512000" cy="1368000"/>
          </a:xfrm>
        </p:spPr>
        <p:txBody>
          <a:bodyPr anchor="t">
            <a:normAutofit/>
          </a:bodyPr>
          <a:lstStyle>
            <a:lvl1pPr>
              <a:defRPr sz="3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E77DC50-5611-4E05-B13C-BEF10B116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000" y="3564000"/>
            <a:ext cx="10585450" cy="151765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109971E-F873-4027-AEC0-F79E132DDD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13488" y="4586300"/>
            <a:ext cx="153888" cy="1262844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E93B534-D0A1-49CD-B3E2-FA8113F90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13488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3AD1C2C-AB5C-4424-9980-A055EC5CD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67279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6419398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oofdstuk / Tussendia (Blauw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E2BD3A-5DDA-4757-ACCB-7CC38D75C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000" y="1762124"/>
            <a:ext cx="10512000" cy="1368000"/>
          </a:xfrm>
        </p:spPr>
        <p:txBody>
          <a:bodyPr anchor="t">
            <a:normAutofit/>
          </a:bodyPr>
          <a:lstStyle>
            <a:lvl1pPr>
              <a:defRPr sz="3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E77DC50-5611-4E05-B13C-BEF10B116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000" y="3564000"/>
            <a:ext cx="10585450" cy="151765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109971E-F873-4027-AEC0-F79E132DDD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13488" y="4586300"/>
            <a:ext cx="153888" cy="1262844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E93B534-D0A1-49CD-B3E2-FA8113F90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13488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3AD1C2C-AB5C-4424-9980-A055EC5CD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67279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FE604B20-D198-4E8C-9B1F-0066D909E5D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447038"/>
            <a:ext cx="5497462" cy="5943600"/>
          </a:xfrm>
          <a:custGeom>
            <a:avLst/>
            <a:gdLst>
              <a:gd name="connsiteX0" fmla="*/ 2525662 w 5497462"/>
              <a:gd name="connsiteY0" fmla="*/ 0 h 5943600"/>
              <a:gd name="connsiteX1" fmla="*/ 5497462 w 5497462"/>
              <a:gd name="connsiteY1" fmla="*/ 2971800 h 5943600"/>
              <a:gd name="connsiteX2" fmla="*/ 2525662 w 5497462"/>
              <a:gd name="connsiteY2" fmla="*/ 5943600 h 5943600"/>
              <a:gd name="connsiteX3" fmla="*/ 61399 w 5497462"/>
              <a:gd name="connsiteY3" fmla="*/ 4633362 h 5943600"/>
              <a:gd name="connsiteX4" fmla="*/ 0 w 5497462"/>
              <a:gd name="connsiteY4" fmla="*/ 4532297 h 5943600"/>
              <a:gd name="connsiteX5" fmla="*/ 0 w 5497462"/>
              <a:gd name="connsiteY5" fmla="*/ 1411304 h 5943600"/>
              <a:gd name="connsiteX6" fmla="*/ 61399 w 5497462"/>
              <a:gd name="connsiteY6" fmla="*/ 1310238 h 5943600"/>
              <a:gd name="connsiteX7" fmla="*/ 2525662 w 5497462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62" h="5943600">
                <a:moveTo>
                  <a:pt x="2525662" y="0"/>
                </a:moveTo>
                <a:cubicBezTo>
                  <a:pt x="4166942" y="0"/>
                  <a:pt x="5497462" y="1330520"/>
                  <a:pt x="5497462" y="2971800"/>
                </a:cubicBezTo>
                <a:cubicBezTo>
                  <a:pt x="5497462" y="4613080"/>
                  <a:pt x="4166942" y="5943600"/>
                  <a:pt x="2525662" y="5943600"/>
                </a:cubicBezTo>
                <a:cubicBezTo>
                  <a:pt x="1499862" y="5943600"/>
                  <a:pt x="595453" y="5423866"/>
                  <a:pt x="61399" y="4633362"/>
                </a:cubicBezTo>
                <a:lnTo>
                  <a:pt x="0" y="4532297"/>
                </a:lnTo>
                <a:lnTo>
                  <a:pt x="0" y="1411304"/>
                </a:lnTo>
                <a:lnTo>
                  <a:pt x="61399" y="1310238"/>
                </a:lnTo>
                <a:cubicBezTo>
                  <a:pt x="595453" y="519735"/>
                  <a:pt x="1499862" y="0"/>
                  <a:pt x="2525662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739235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met Partner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FEC7CA-9C23-4C8C-8E52-48827CB3D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AB16DB44-A35C-4555-8271-1BC45D5EE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98298A93-251E-4C71-ACF3-6A1388860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E74A889B-77F6-4552-B217-7A2CA16B2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9EBD329-956B-407B-9AD6-0D41AC6CBE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1" y="1762124"/>
            <a:ext cx="10517112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Tijdelijke aanduiding voor afbeelding 13">
            <a:extLst>
              <a:ext uri="{FF2B5EF4-FFF2-40B4-BE49-F238E27FC236}">
                <a16:creationId xmlns:a16="http://schemas.microsoft.com/office/drawing/2014/main" id="{29C6F091-D152-418D-B9F8-A87580FF627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33588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1" name="Tijdelijke aanduiding voor afbeelding 13">
            <a:extLst>
              <a:ext uri="{FF2B5EF4-FFF2-40B4-BE49-F238E27FC236}">
                <a16:creationId xmlns:a16="http://schemas.microsoft.com/office/drawing/2014/main" id="{60BE643B-1ED0-4C44-A1BD-69154E57883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73876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2" name="Tijdelijke aanduiding voor afbeelding 13">
            <a:extLst>
              <a:ext uri="{FF2B5EF4-FFF2-40B4-BE49-F238E27FC236}">
                <a16:creationId xmlns:a16="http://schemas.microsoft.com/office/drawing/2014/main" id="{A065EEC8-0E39-4605-AE1D-D95CBC90482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14164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3" name="Tijdelijke aanduiding voor afbeelding 13">
            <a:extLst>
              <a:ext uri="{FF2B5EF4-FFF2-40B4-BE49-F238E27FC236}">
                <a16:creationId xmlns:a16="http://schemas.microsoft.com/office/drawing/2014/main" id="{48162130-D103-42A6-B07E-E8EF0590181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54452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4" name="Tijdelijke aanduiding voor afbeelding 13">
            <a:extLst>
              <a:ext uri="{FF2B5EF4-FFF2-40B4-BE49-F238E27FC236}">
                <a16:creationId xmlns:a16="http://schemas.microsoft.com/office/drawing/2014/main" id="{7250C887-952A-4DC1-8215-8DFA36C6EDD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94740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5" name="Tijdelijke aanduiding voor afbeelding 13">
            <a:extLst>
              <a:ext uri="{FF2B5EF4-FFF2-40B4-BE49-F238E27FC236}">
                <a16:creationId xmlns:a16="http://schemas.microsoft.com/office/drawing/2014/main" id="{B0075813-47FE-4243-A0DB-86635BED623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735028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6" name="Tijdelijke aanduiding voor afbeelding 13">
            <a:extLst>
              <a:ext uri="{FF2B5EF4-FFF2-40B4-BE49-F238E27FC236}">
                <a16:creationId xmlns:a16="http://schemas.microsoft.com/office/drawing/2014/main" id="{B8D44326-7D12-4338-99E1-2E879D21A25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75317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48288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2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CBD4A7-30E2-4E78-B4FA-A8B2C41A6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89361EE-4435-4145-8E9D-4F0A53E9E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6DFBB55-F053-4FC0-8FD6-FD27BC57E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220EB44-40D1-4CAF-8FFD-29202A0A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564A6160-4B2C-4199-AB7C-023FEDE195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5650" y="1768763"/>
            <a:ext cx="5076175" cy="4318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8" name="Tijdelijke aanduiding voor inhoud 6">
            <a:extLst>
              <a:ext uri="{FF2B5EF4-FFF2-40B4-BE49-F238E27FC236}">
                <a16:creationId xmlns:a16="http://schemas.microsoft.com/office/drawing/2014/main" id="{A7315F35-EA75-4506-B955-CB617ACBDB4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1825" y="1770636"/>
            <a:ext cx="5076175" cy="4318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3594062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 met tit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B360240-711C-40DC-B819-28D5F76EA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650" y="1762125"/>
            <a:ext cx="5065347" cy="7429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485B8C4-FFE1-4941-89E1-E5B658D71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5650" y="2556001"/>
            <a:ext cx="5065347" cy="3528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D244503-4D19-475F-8DE3-680EA8CDCC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0997" y="1762125"/>
            <a:ext cx="5087002" cy="7429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D37810D-DEFA-432E-B30A-7F13B7EF0F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0997" y="2556001"/>
            <a:ext cx="5087002" cy="3528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5D5B83A0-F52F-4A50-A779-6FBDEC06B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90DF3265-27D0-49AD-8963-A3EC3CB22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632C89B3-2645-49EA-AE6E-C0189B3AC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9CFFACB9-41BE-4C1C-8FD9-C0590014C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44744460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177C9B-D616-43D5-9E9C-399615DA1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97891F0-8DCB-4D52-8695-2AD665086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5B044C9F-B1E5-43F8-ABA5-F8A0AF3BD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14021C5-B1DD-464A-832F-A03BCAB5B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49620551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10D89D2-D66D-4843-A930-57BB92331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0" y="1762125"/>
            <a:ext cx="5076175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91825" y="1762125"/>
            <a:ext cx="5076175" cy="4322762"/>
          </a:xfrm>
          <a:solidFill>
            <a:schemeClr val="bg1">
              <a:lumMod val="85000"/>
            </a:schemeClr>
          </a:solidFill>
        </p:spPr>
        <p:txBody>
          <a:bodyPr tIns="252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</p:spTree>
    <p:extLst>
      <p:ext uri="{BB962C8B-B14F-4D97-AF65-F5344CB8AC3E}">
        <p14:creationId xmlns:p14="http://schemas.microsoft.com/office/powerpoint/2010/main" val="67481776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afbeeldi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91825" y="1762124"/>
            <a:ext cx="5076175" cy="3672000"/>
          </a:xfrm>
          <a:solidFill>
            <a:schemeClr val="bg1">
              <a:lumMod val="85000"/>
            </a:schemeClr>
          </a:solidFill>
        </p:spPr>
        <p:txBody>
          <a:bodyPr tIns="2232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12" name="Tijdelijke aanduiding voor afbeelding 65">
            <a:extLst>
              <a:ext uri="{FF2B5EF4-FFF2-40B4-BE49-F238E27FC236}">
                <a16:creationId xmlns:a16="http://schemas.microsoft.com/office/drawing/2014/main" id="{EDBE72E1-58EC-4D21-8ED2-E841E797C72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55650" y="1762125"/>
            <a:ext cx="5076175" cy="3672000"/>
          </a:xfrm>
          <a:solidFill>
            <a:schemeClr val="bg1">
              <a:lumMod val="85000"/>
            </a:schemeClr>
          </a:solidFill>
        </p:spPr>
        <p:txBody>
          <a:bodyPr tIns="2232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BA627D8-56BE-457D-A071-CDAF51FC7B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55650" y="5724001"/>
            <a:ext cx="5076175" cy="3608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tekst 8">
            <a:extLst>
              <a:ext uri="{FF2B5EF4-FFF2-40B4-BE49-F238E27FC236}">
                <a16:creationId xmlns:a16="http://schemas.microsoft.com/office/drawing/2014/main" id="{B5530F62-171F-4B44-ACAA-AC786B92F20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91825" y="5724000"/>
            <a:ext cx="5076175" cy="3608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051189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afbeeldi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2" name="Tijdelijke aanduiding voor afbeelding 65">
            <a:extLst>
              <a:ext uri="{FF2B5EF4-FFF2-40B4-BE49-F238E27FC236}">
                <a16:creationId xmlns:a16="http://schemas.microsoft.com/office/drawing/2014/main" id="{EDBE72E1-58EC-4D21-8ED2-E841E797C72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55650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BA627D8-56BE-457D-A071-CDAF51FC7B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55650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afbeelding 65">
            <a:extLst>
              <a:ext uri="{FF2B5EF4-FFF2-40B4-BE49-F238E27FC236}">
                <a16:creationId xmlns:a16="http://schemas.microsoft.com/office/drawing/2014/main" id="{61FC5BFF-809B-4D7D-AC0F-5D7B92535F0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455737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15" name="Tijdelijke aanduiding voor afbeelding 65">
            <a:extLst>
              <a:ext uri="{FF2B5EF4-FFF2-40B4-BE49-F238E27FC236}">
                <a16:creationId xmlns:a16="http://schemas.microsoft.com/office/drawing/2014/main" id="{F51408D9-846A-496F-B660-9763E7E9FC9C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55911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16" name="Tijdelijke aanduiding voor afbeelding 65">
            <a:extLst>
              <a:ext uri="{FF2B5EF4-FFF2-40B4-BE49-F238E27FC236}">
                <a16:creationId xmlns:a16="http://schemas.microsoft.com/office/drawing/2014/main" id="{B1122521-F62D-48C8-B637-D4F27028964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55824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17" name="Tijdelijke aanduiding voor tekst 8">
            <a:extLst>
              <a:ext uri="{FF2B5EF4-FFF2-40B4-BE49-F238E27FC236}">
                <a16:creationId xmlns:a16="http://schemas.microsoft.com/office/drawing/2014/main" id="{650134BB-B103-4668-BCD7-561087B391F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55737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jdelijke aanduiding voor tekst 8">
            <a:extLst>
              <a:ext uri="{FF2B5EF4-FFF2-40B4-BE49-F238E27FC236}">
                <a16:creationId xmlns:a16="http://schemas.microsoft.com/office/drawing/2014/main" id="{545B6CBB-4649-4D2E-B29A-C3F6E02090C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55824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ijdelijke aanduiding voor tekst 8">
            <a:extLst>
              <a:ext uri="{FF2B5EF4-FFF2-40B4-BE49-F238E27FC236}">
                <a16:creationId xmlns:a16="http://schemas.microsoft.com/office/drawing/2014/main" id="{9D1568BF-DD59-4BEE-A218-1B34F1C6B38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855911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450455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55650" y="1768763"/>
            <a:ext cx="10512348" cy="4320000"/>
          </a:xfrm>
          <a:solidFill>
            <a:schemeClr val="bg1">
              <a:lumMod val="85000"/>
            </a:schemeClr>
          </a:solidFill>
        </p:spPr>
        <p:txBody>
          <a:bodyPr tIns="252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</p:spTree>
    <p:extLst>
      <p:ext uri="{BB962C8B-B14F-4D97-AF65-F5344CB8AC3E}">
        <p14:creationId xmlns:p14="http://schemas.microsoft.com/office/powerpoint/2010/main" val="406227857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olle breed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1743163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ijdelijke aanduiding voor tekst 61">
            <a:extLst>
              <a:ext uri="{FF2B5EF4-FFF2-40B4-BE49-F238E27FC236}">
                <a16:creationId xmlns:a16="http://schemas.microsoft.com/office/drawing/2014/main" id="{CAD4495B-AA1A-4F62-8627-356151635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0752" y="6267443"/>
            <a:ext cx="1188000" cy="3852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rIns="4284000"/>
          <a:lstStyle>
            <a:lvl1pPr marL="0" indent="0">
              <a:buNone/>
              <a:defRPr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5326340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afbeeldingstr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684000"/>
            <a:ext cx="7382169" cy="93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10D89D2-D66D-4843-A930-57BB92331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0" y="1762125"/>
            <a:ext cx="7020000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140700" y="857"/>
            <a:ext cx="3599932" cy="6857143"/>
          </a:xfrm>
          <a:solidFill>
            <a:schemeClr val="bg1">
              <a:lumMod val="85000"/>
            </a:schemeClr>
          </a:solidFill>
        </p:spPr>
        <p:txBody>
          <a:bodyPr tIns="3816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</p:spTree>
    <p:extLst>
      <p:ext uri="{BB962C8B-B14F-4D97-AF65-F5344CB8AC3E}">
        <p14:creationId xmlns:p14="http://schemas.microsoft.com/office/powerpoint/2010/main" val="251245374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afbeelding sta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684000"/>
            <a:ext cx="5340000" cy="93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10D89D2-D66D-4843-A930-57BB92331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0" y="1762125"/>
            <a:ext cx="5220000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096000" y="857"/>
            <a:ext cx="5644632" cy="6857143"/>
          </a:xfrm>
          <a:solidFill>
            <a:schemeClr val="bg1">
              <a:lumMod val="85000"/>
            </a:schemeClr>
          </a:solidFill>
        </p:spPr>
        <p:txBody>
          <a:bodyPr tIns="378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</p:spTree>
    <p:extLst>
      <p:ext uri="{BB962C8B-B14F-4D97-AF65-F5344CB8AC3E}">
        <p14:creationId xmlns:p14="http://schemas.microsoft.com/office/powerpoint/2010/main" val="392740227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of logo overz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9F2D50-CADF-4163-A029-8B9A0424B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684000"/>
            <a:ext cx="10512000" cy="46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60EC3D4-D14B-4BCD-BF52-05BE98A99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36323C5-92AF-4A0E-82DF-F4AB426B3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FFE8BBA-2E99-4D96-8F25-2A98D038D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Tijdelijke aanduiding voor afbeelding 65">
            <a:extLst>
              <a:ext uri="{FF2B5EF4-FFF2-40B4-BE49-F238E27FC236}">
                <a16:creationId xmlns:a16="http://schemas.microsoft.com/office/drawing/2014/main" id="{2AF1D927-9FAE-49C1-9BD6-F1C4F8D7594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55650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9" name="Tijdelijke aanduiding voor afbeelding 65">
            <a:extLst>
              <a:ext uri="{FF2B5EF4-FFF2-40B4-BE49-F238E27FC236}">
                <a16:creationId xmlns:a16="http://schemas.microsoft.com/office/drawing/2014/main" id="{733ADF27-84E5-4C77-A414-7F0E4DA3DA9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906724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10" name="Tijdelijke aanduiding voor afbeelding 65">
            <a:extLst>
              <a:ext uri="{FF2B5EF4-FFF2-40B4-BE49-F238E27FC236}">
                <a16:creationId xmlns:a16="http://schemas.microsoft.com/office/drawing/2014/main" id="{1C857FC7-6D65-4C72-9D0F-581A48D0715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057799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B765388F-978F-43F5-923F-85D826894A4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208875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12" name="Tijdelijke aanduiding voor afbeelding 65">
            <a:extLst>
              <a:ext uri="{FF2B5EF4-FFF2-40B4-BE49-F238E27FC236}">
                <a16:creationId xmlns:a16="http://schemas.microsoft.com/office/drawing/2014/main" id="{EA87D663-B54E-4A21-A00C-0BD3BFB4647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359950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13" name="Tijdelijke aanduiding voor afbeelding 65">
            <a:extLst>
              <a:ext uri="{FF2B5EF4-FFF2-40B4-BE49-F238E27FC236}">
                <a16:creationId xmlns:a16="http://schemas.microsoft.com/office/drawing/2014/main" id="{56FDE74E-0F50-4155-BEEC-2850FDC97DB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55650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14" name="Tijdelijke aanduiding voor afbeelding 65">
            <a:extLst>
              <a:ext uri="{FF2B5EF4-FFF2-40B4-BE49-F238E27FC236}">
                <a16:creationId xmlns:a16="http://schemas.microsoft.com/office/drawing/2014/main" id="{D71C804D-3C0F-41A5-8373-6A3A8168C95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06724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15" name="Tijdelijke aanduiding voor afbeelding 65">
            <a:extLst>
              <a:ext uri="{FF2B5EF4-FFF2-40B4-BE49-F238E27FC236}">
                <a16:creationId xmlns:a16="http://schemas.microsoft.com/office/drawing/2014/main" id="{0C3E9BDF-7ACE-40C6-8AC1-CCDE842E1F33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057799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16" name="Tijdelijke aanduiding voor afbeelding 65">
            <a:extLst>
              <a:ext uri="{FF2B5EF4-FFF2-40B4-BE49-F238E27FC236}">
                <a16:creationId xmlns:a16="http://schemas.microsoft.com/office/drawing/2014/main" id="{4E753E60-0CC4-4D5F-9F09-D1EB7F5C1B6B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208875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17" name="Tijdelijke aanduiding voor afbeelding 65">
            <a:extLst>
              <a:ext uri="{FF2B5EF4-FFF2-40B4-BE49-F238E27FC236}">
                <a16:creationId xmlns:a16="http://schemas.microsoft.com/office/drawing/2014/main" id="{3CA6A3D3-992C-4A44-ACE1-E437BA7329B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359950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18" name="Tijdelijke aanduiding voor afbeelding 65">
            <a:extLst>
              <a:ext uri="{FF2B5EF4-FFF2-40B4-BE49-F238E27FC236}">
                <a16:creationId xmlns:a16="http://schemas.microsoft.com/office/drawing/2014/main" id="{92F6A7FF-822A-4C63-8F78-1CCC66B869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55650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19" name="Tijdelijke aanduiding voor afbeelding 65">
            <a:extLst>
              <a:ext uri="{FF2B5EF4-FFF2-40B4-BE49-F238E27FC236}">
                <a16:creationId xmlns:a16="http://schemas.microsoft.com/office/drawing/2014/main" id="{9E6C6AC3-C163-4C9D-AC60-05BBCCF91478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906724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20" name="Tijdelijke aanduiding voor afbeelding 65">
            <a:extLst>
              <a:ext uri="{FF2B5EF4-FFF2-40B4-BE49-F238E27FC236}">
                <a16:creationId xmlns:a16="http://schemas.microsoft.com/office/drawing/2014/main" id="{3168A12F-BFBE-4360-98BA-A467C3F113E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057799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21" name="Tijdelijke aanduiding voor afbeelding 65">
            <a:extLst>
              <a:ext uri="{FF2B5EF4-FFF2-40B4-BE49-F238E27FC236}">
                <a16:creationId xmlns:a16="http://schemas.microsoft.com/office/drawing/2014/main" id="{27717DEB-1276-417F-A482-0C7E87407CF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08875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22" name="Tijdelijke aanduiding voor afbeelding 65">
            <a:extLst>
              <a:ext uri="{FF2B5EF4-FFF2-40B4-BE49-F238E27FC236}">
                <a16:creationId xmlns:a16="http://schemas.microsoft.com/office/drawing/2014/main" id="{DC804FE7-5194-45B7-9F11-66B83C126F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359950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23" name="Tijdelijke aanduiding voor afbeelding 65">
            <a:extLst>
              <a:ext uri="{FF2B5EF4-FFF2-40B4-BE49-F238E27FC236}">
                <a16:creationId xmlns:a16="http://schemas.microsoft.com/office/drawing/2014/main" id="{13BF1A4D-0004-47F5-BD22-5574315802E6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55650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24" name="Tijdelijke aanduiding voor afbeelding 65">
            <a:extLst>
              <a:ext uri="{FF2B5EF4-FFF2-40B4-BE49-F238E27FC236}">
                <a16:creationId xmlns:a16="http://schemas.microsoft.com/office/drawing/2014/main" id="{40E7FE1B-81AA-4D57-A470-4914C5DE257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06724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25" name="Tijdelijke aanduiding voor afbeelding 65">
            <a:extLst>
              <a:ext uri="{FF2B5EF4-FFF2-40B4-BE49-F238E27FC236}">
                <a16:creationId xmlns:a16="http://schemas.microsoft.com/office/drawing/2014/main" id="{D4810DC4-4E2F-4B0D-88EA-49713EC28B6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057799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26" name="Tijdelijke aanduiding voor afbeelding 65">
            <a:extLst>
              <a:ext uri="{FF2B5EF4-FFF2-40B4-BE49-F238E27FC236}">
                <a16:creationId xmlns:a16="http://schemas.microsoft.com/office/drawing/2014/main" id="{C38C4235-7F22-4988-B598-0D97819CFE5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208875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27" name="Tijdelijke aanduiding voor afbeelding 65">
            <a:extLst>
              <a:ext uri="{FF2B5EF4-FFF2-40B4-BE49-F238E27FC236}">
                <a16:creationId xmlns:a16="http://schemas.microsoft.com/office/drawing/2014/main" id="{F9CC71FE-8D91-41AA-BD80-0A48C4E294A3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359950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</p:spTree>
    <p:extLst>
      <p:ext uri="{BB962C8B-B14F-4D97-AF65-F5344CB8AC3E}">
        <p14:creationId xmlns:p14="http://schemas.microsoft.com/office/powerpoint/2010/main" val="3169775882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 met bol (Gro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256FF6D-B760-43BA-B16F-E3D5015A3F29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53" y="447038"/>
            <a:ext cx="5497409" cy="5943600"/>
          </a:xfrm>
          <a:custGeom>
            <a:avLst/>
            <a:gdLst>
              <a:gd name="connsiteX0" fmla="*/ 2525609 w 5497409"/>
              <a:gd name="connsiteY0" fmla="*/ 0 h 5943600"/>
              <a:gd name="connsiteX1" fmla="*/ 5497409 w 5497409"/>
              <a:gd name="connsiteY1" fmla="*/ 2971800 h 5943600"/>
              <a:gd name="connsiteX2" fmla="*/ 2525609 w 5497409"/>
              <a:gd name="connsiteY2" fmla="*/ 5943600 h 5943600"/>
              <a:gd name="connsiteX3" fmla="*/ 61346 w 5497409"/>
              <a:gd name="connsiteY3" fmla="*/ 4633362 h 5943600"/>
              <a:gd name="connsiteX4" fmla="*/ 0 w 5497409"/>
              <a:gd name="connsiteY4" fmla="*/ 4532384 h 5943600"/>
              <a:gd name="connsiteX5" fmla="*/ 0 w 5497409"/>
              <a:gd name="connsiteY5" fmla="*/ 1411217 h 5943600"/>
              <a:gd name="connsiteX6" fmla="*/ 61346 w 5497409"/>
              <a:gd name="connsiteY6" fmla="*/ 1310238 h 5943600"/>
              <a:gd name="connsiteX7" fmla="*/ 2525609 w 5497409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09" h="5943600">
                <a:moveTo>
                  <a:pt x="2525609" y="0"/>
                </a:moveTo>
                <a:cubicBezTo>
                  <a:pt x="4166889" y="0"/>
                  <a:pt x="5497409" y="1330520"/>
                  <a:pt x="5497409" y="2971800"/>
                </a:cubicBezTo>
                <a:cubicBezTo>
                  <a:pt x="5497409" y="4613080"/>
                  <a:pt x="4166889" y="5943600"/>
                  <a:pt x="2525609" y="5943600"/>
                </a:cubicBezTo>
                <a:cubicBezTo>
                  <a:pt x="1499809" y="5943600"/>
                  <a:pt x="595400" y="5423866"/>
                  <a:pt x="61346" y="4633362"/>
                </a:cubicBezTo>
                <a:lnTo>
                  <a:pt x="0" y="4532384"/>
                </a:lnTo>
                <a:lnTo>
                  <a:pt x="0" y="1411217"/>
                </a:lnTo>
                <a:lnTo>
                  <a:pt x="61346" y="1310238"/>
                </a:lnTo>
                <a:cubicBezTo>
                  <a:pt x="595400" y="519735"/>
                  <a:pt x="1499809" y="0"/>
                  <a:pt x="252560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10800000" scaled="1"/>
            <a:tileRect/>
          </a:gradFill>
        </p:spPr>
        <p:txBody>
          <a:bodyPr vert="wordArtVert" wrap="square" rIns="6336000">
            <a:noAutofit/>
          </a:bodyPr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2711AF3-2B55-481E-9ED2-5ACC1009CDAE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1439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4876A113-1D30-4087-9D42-E90369759F0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132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81E34DD4-0E1C-4461-98C5-DDEC9922F5D9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4670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7449E03-26AF-49A4-81EB-7C9E07304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111957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 en accent (blau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E4274EA9-4496-4404-9868-D64D2F1ABF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726" y="4885884"/>
            <a:ext cx="7776000" cy="1057103"/>
          </a:xfrm>
          <a:solidFill>
            <a:schemeClr val="tx2"/>
          </a:solidFill>
        </p:spPr>
        <p:txBody>
          <a:bodyPr wrap="square" lIns="306000" tIns="576000" rIns="216000" bIns="288000">
            <a:sp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4A118DB-D1B4-428A-8989-29D769389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923" y="5150561"/>
            <a:ext cx="7200000" cy="252000"/>
          </a:xfrm>
        </p:spPr>
        <p:txBody>
          <a:bodyPr wrap="none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C2BE7A57-D121-4714-8A53-2C2146121931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1820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6C7F7593-F4BA-42C6-A380-DDE2C8EFDE6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513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DDBCD6E0-B215-4817-9034-DD97790855F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5051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617776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 en accent (gro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E4274EA9-4496-4404-9868-D64D2F1ABF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726" y="4885884"/>
            <a:ext cx="7776000" cy="1057103"/>
          </a:xfrm>
          <a:solidFill>
            <a:schemeClr val="accent4"/>
          </a:solidFill>
        </p:spPr>
        <p:txBody>
          <a:bodyPr wrap="square" lIns="306000" tIns="576000" rIns="216000" bIns="288000">
            <a:sp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4A118DB-D1B4-428A-8989-29D769389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923" y="5150561"/>
            <a:ext cx="7200000" cy="252000"/>
          </a:xfrm>
        </p:spPr>
        <p:txBody>
          <a:bodyPr wrap="none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4924D0FF-5EBE-4860-837B-BFB572136BD6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0486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54CB1E06-8FF5-435E-8680-1F32B34785F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5180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2A789FDD-DFC0-4340-8081-AD0F03E80E4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3718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407920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en Vide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541695"/>
            <a:ext cx="10517113" cy="50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7" name="Tijdelijke aanduiding voor media 6">
            <a:extLst>
              <a:ext uri="{FF2B5EF4-FFF2-40B4-BE49-F238E27FC236}">
                <a16:creationId xmlns:a16="http://schemas.microsoft.com/office/drawing/2014/main" id="{CACA34B0-32E8-4B1A-8AE4-DF4F1DEA507C}"/>
              </a:ext>
            </a:extLst>
          </p:cNvPr>
          <p:cNvSpPr>
            <a:spLocks noGrp="1" noChangeAspect="1"/>
          </p:cNvSpPr>
          <p:nvPr>
            <p:ph type="media" sz="quarter" idx="13" hasCustomPrompt="1"/>
          </p:nvPr>
        </p:nvSpPr>
        <p:spPr>
          <a:xfrm>
            <a:off x="2035359" y="1513268"/>
            <a:ext cx="8128800" cy="4572000"/>
          </a:xfrm>
        </p:spPr>
        <p:txBody>
          <a:bodyPr tIns="2484000"/>
          <a:lstStyle>
            <a:lvl1pPr marL="0" indent="0" algn="ctr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video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C5BDAF44-690D-4351-8FD6-C1E9BED26CF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29915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B3674169-AF61-4435-A283-A72FDC76FF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4608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37B8B9B-1532-42C6-9518-5A4FFA46DAC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3146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701057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3613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 hele di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-582255"/>
            <a:ext cx="10517113" cy="504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7" name="Tijdelijke aanduiding voor media 6">
            <a:extLst>
              <a:ext uri="{FF2B5EF4-FFF2-40B4-BE49-F238E27FC236}">
                <a16:creationId xmlns:a16="http://schemas.microsoft.com/office/drawing/2014/main" id="{CACA34B0-32E8-4B1A-8AE4-DF4F1DEA507C}"/>
              </a:ext>
            </a:extLst>
          </p:cNvPr>
          <p:cNvSpPr>
            <a:spLocks noGrp="1" noChangeAspect="1"/>
          </p:cNvSpPr>
          <p:nvPr>
            <p:ph type="media" sz="quarter" idx="13" hasCustomPrompt="1"/>
          </p:nvPr>
        </p:nvSpPr>
        <p:spPr>
          <a:xfrm>
            <a:off x="0" y="-381"/>
            <a:ext cx="12192000" cy="6857325"/>
          </a:xfrm>
        </p:spPr>
        <p:txBody>
          <a:bodyPr tIns="2484000"/>
          <a:lstStyle>
            <a:lvl1pPr marL="0" indent="0" algn="ctr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video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44074A4-CF50-4C78-B45A-809AAE1C0D8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0296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22ABB8A6-5903-42F4-80B8-B80E7DE199A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4989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1603FA5-FFD5-4564-BBCA-638420254FD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3527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1011587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434A854-1FA0-4B51-9A92-125BD5104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-1260000"/>
            <a:ext cx="10512000" cy="936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B3C54020-6274-482D-BF87-6C38C2F977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0486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974C2B89-1B52-4DA9-B304-A626BCE88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180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A8AA3559-A58B-438D-A544-F79B7A9C8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718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6020416"/>
      </p:ext>
    </p:extLst>
  </p:cSld>
  <p:clrMapOvr>
    <a:masterClrMapping/>
  </p:clrMapOvr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met rond elem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17861E45-7D0B-4CBE-BF29-EEB926363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36000" y="5295900"/>
            <a:ext cx="4513088" cy="788988"/>
          </a:xfrm>
        </p:spPr>
        <p:txBody>
          <a:bodyPr>
            <a:no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Naam Achternaam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B0A17F5-F68D-450E-924D-50BE1E84C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6000" y="3854640"/>
            <a:ext cx="4513088" cy="67627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B69FD9-1A34-44C5-BB96-B626ABE7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36000" y="6264000"/>
            <a:ext cx="2340000" cy="184666"/>
          </a:xfrm>
        </p:spPr>
        <p:txBody>
          <a:bodyPr vert="horz"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05FF67-098D-42EF-9DDB-0B34D97B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73572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D7F641E-4810-428B-93B4-F028FBE4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73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77695BF-4150-4BB7-8197-EF140D44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6000" y="1766078"/>
            <a:ext cx="4516033" cy="1990582"/>
          </a:xfrm>
        </p:spPr>
        <p:txBody>
          <a:bodyPr anchor="b" anchorCtr="0"/>
          <a:lstStyle>
            <a:lvl1pPr>
              <a:lnSpc>
                <a:spcPct val="90000"/>
              </a:lnSpc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pic>
        <p:nvPicPr>
          <p:cNvPr id="11" name="Deltares_Logo_groot_wit">
            <a:extLst>
              <a:ext uri="{FF2B5EF4-FFF2-40B4-BE49-F238E27FC236}">
                <a16:creationId xmlns:a16="http://schemas.microsoft.com/office/drawing/2014/main" id="{07BC8CE6-4B06-4C93-9DE2-B3D24820A4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6000" y="180000"/>
            <a:ext cx="2340000" cy="760500"/>
          </a:xfrm>
          <a:prstGeom prst="rect">
            <a:avLst/>
          </a:prstGeom>
        </p:spPr>
      </p:pic>
      <p:sp>
        <p:nvSpPr>
          <p:cNvPr id="8" name="Ovaal 7">
            <a:extLst>
              <a:ext uri="{FF2B5EF4-FFF2-40B4-BE49-F238E27FC236}">
                <a16:creationId xmlns:a16="http://schemas.microsoft.com/office/drawing/2014/main" id="{EA007BEC-B68F-4D17-A66D-5C87F079B473}"/>
              </a:ext>
            </a:extLst>
          </p:cNvPr>
          <p:cNvSpPr>
            <a:spLocks noChangeAspect="1"/>
          </p:cNvSpPr>
          <p:nvPr userDrawn="1"/>
        </p:nvSpPr>
        <p:spPr>
          <a:xfrm>
            <a:off x="465064" y="455811"/>
            <a:ext cx="5943600" cy="594360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8" name="Enabling_deltalife_wit">
            <a:extLst>
              <a:ext uri="{FF2B5EF4-FFF2-40B4-BE49-F238E27FC236}">
                <a16:creationId xmlns:a16="http://schemas.microsoft.com/office/drawing/2014/main" id="{CC1AB181-2C98-49C8-B934-9DA01A7107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5947200"/>
            <a:ext cx="3175200" cy="75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62554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2026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E1469F-AEAC-4175-9A1D-5C42D2689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-1224000"/>
            <a:ext cx="10512000" cy="936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EEDD8EA-AAF4-4299-BA58-9F889FEC3A5D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5106991" y="3235762"/>
            <a:ext cx="1980000" cy="387338"/>
          </a:xfrm>
          <a:custGeom>
            <a:avLst/>
            <a:gdLst>
              <a:gd name="T0" fmla="*/ 840 w 13524"/>
              <a:gd name="T1" fmla="*/ 0 h 2648"/>
              <a:gd name="T2" fmla="*/ 0 w 13524"/>
              <a:gd name="T3" fmla="*/ 160 h 2648"/>
              <a:gd name="T4" fmla="*/ 728 w 13524"/>
              <a:gd name="T5" fmla="*/ 2648 h 2648"/>
              <a:gd name="T6" fmla="*/ 1624 w 13524"/>
              <a:gd name="T7" fmla="*/ 1304 h 2648"/>
              <a:gd name="T8" fmla="*/ 504 w 13524"/>
              <a:gd name="T9" fmla="*/ 2204 h 2648"/>
              <a:gd name="T10" fmla="*/ 808 w 13524"/>
              <a:gd name="T11" fmla="*/ 416 h 2648"/>
              <a:gd name="T12" fmla="*/ 2432 w 13524"/>
              <a:gd name="T13" fmla="*/ 1664 h 2648"/>
              <a:gd name="T14" fmla="*/ 4016 w 13524"/>
              <a:gd name="T15" fmla="*/ 2544 h 2648"/>
              <a:gd name="T16" fmla="*/ 3472 w 13524"/>
              <a:gd name="T17" fmla="*/ 2264 h 2648"/>
              <a:gd name="T18" fmla="*/ 3912 w 13524"/>
              <a:gd name="T19" fmla="*/ 1728 h 2648"/>
              <a:gd name="T20" fmla="*/ 4136 w 13524"/>
              <a:gd name="T21" fmla="*/ 1504 h 2648"/>
              <a:gd name="T22" fmla="*/ 2432 w 13524"/>
              <a:gd name="T23" fmla="*/ 1664 h 2648"/>
              <a:gd name="T24" fmla="*/ 3640 w 13524"/>
              <a:gd name="T25" fmla="*/ 1400 h 2648"/>
              <a:gd name="T26" fmla="*/ 3320 w 13524"/>
              <a:gd name="T27" fmla="*/ 1016 h 2648"/>
              <a:gd name="T28" fmla="*/ 4728 w 13524"/>
              <a:gd name="T29" fmla="*/ 8 h 2648"/>
              <a:gd name="T30" fmla="*/ 4504 w 13524"/>
              <a:gd name="T31" fmla="*/ 2016 h 2648"/>
              <a:gd name="T32" fmla="*/ 5336 w 13524"/>
              <a:gd name="T33" fmla="*/ 2596 h 2648"/>
              <a:gd name="T34" fmla="*/ 5168 w 13524"/>
              <a:gd name="T35" fmla="*/ 2256 h 2648"/>
              <a:gd name="T36" fmla="*/ 5000 w 13524"/>
              <a:gd name="T37" fmla="*/ 8 h 2648"/>
              <a:gd name="T38" fmla="*/ 5872 w 13524"/>
              <a:gd name="T39" fmla="*/ 8 h 2648"/>
              <a:gd name="T40" fmla="*/ 5648 w 13524"/>
              <a:gd name="T41" fmla="*/ 2016 h 2648"/>
              <a:gd name="T42" fmla="*/ 6600 w 13524"/>
              <a:gd name="T43" fmla="*/ 2596 h 2648"/>
              <a:gd name="T44" fmla="*/ 6368 w 13524"/>
              <a:gd name="T45" fmla="*/ 2248 h 2648"/>
              <a:gd name="T46" fmla="*/ 6136 w 13524"/>
              <a:gd name="T47" fmla="*/ 1072 h 2648"/>
              <a:gd name="T48" fmla="*/ 6600 w 13524"/>
              <a:gd name="T49" fmla="*/ 920 h 2648"/>
              <a:gd name="T50" fmla="*/ 6136 w 13524"/>
              <a:gd name="T51" fmla="*/ 688 h 2648"/>
              <a:gd name="T52" fmla="*/ 6840 w 13524"/>
              <a:gd name="T53" fmla="*/ 1744 h 2648"/>
              <a:gd name="T54" fmla="*/ 8608 w 13524"/>
              <a:gd name="T55" fmla="*/ 2504 h 2648"/>
              <a:gd name="T56" fmla="*/ 7920 w 13524"/>
              <a:gd name="T57" fmla="*/ 648 h 2648"/>
              <a:gd name="T58" fmla="*/ 7352 w 13524"/>
              <a:gd name="T59" fmla="*/ 1696 h 2648"/>
              <a:gd name="T60" fmla="*/ 8120 w 13524"/>
              <a:gd name="T61" fmla="*/ 1060 h 2648"/>
              <a:gd name="T62" fmla="*/ 7808 w 13524"/>
              <a:gd name="T63" fmla="*/ 2264 h 2648"/>
              <a:gd name="T64" fmla="*/ 9112 w 13524"/>
              <a:gd name="T65" fmla="*/ 2608 h 2648"/>
              <a:gd name="T66" fmla="*/ 9608 w 13524"/>
              <a:gd name="T67" fmla="*/ 1440 h 2648"/>
              <a:gd name="T68" fmla="*/ 9896 w 13524"/>
              <a:gd name="T69" fmla="*/ 1072 h 2648"/>
              <a:gd name="T70" fmla="*/ 10112 w 13524"/>
              <a:gd name="T71" fmla="*/ 688 h 2648"/>
              <a:gd name="T72" fmla="*/ 9112 w 13524"/>
              <a:gd name="T73" fmla="*/ 1440 h 2648"/>
              <a:gd name="T74" fmla="*/ 10224 w 13524"/>
              <a:gd name="T75" fmla="*/ 1664 h 2648"/>
              <a:gd name="T76" fmla="*/ 11808 w 13524"/>
              <a:gd name="T77" fmla="*/ 2544 h 2648"/>
              <a:gd name="T78" fmla="*/ 11264 w 13524"/>
              <a:gd name="T79" fmla="*/ 2264 h 2648"/>
              <a:gd name="T80" fmla="*/ 11704 w 13524"/>
              <a:gd name="T81" fmla="*/ 1728 h 2648"/>
              <a:gd name="T82" fmla="*/ 11928 w 13524"/>
              <a:gd name="T83" fmla="*/ 1504 h 2648"/>
              <a:gd name="T84" fmla="*/ 10224 w 13524"/>
              <a:gd name="T85" fmla="*/ 1664 h 2648"/>
              <a:gd name="T86" fmla="*/ 11432 w 13524"/>
              <a:gd name="T87" fmla="*/ 1400 h 2648"/>
              <a:gd name="T88" fmla="*/ 11112 w 13524"/>
              <a:gd name="T89" fmla="*/ 1016 h 2648"/>
              <a:gd name="T90" fmla="*/ 13012 w 13524"/>
              <a:gd name="T91" fmla="*/ 2064 h 2648"/>
              <a:gd name="T92" fmla="*/ 12284 w 13524"/>
              <a:gd name="T93" fmla="*/ 2208 h 2648"/>
              <a:gd name="T94" fmla="*/ 12672 w 13524"/>
              <a:gd name="T95" fmla="*/ 2648 h 2648"/>
              <a:gd name="T96" fmla="*/ 12736 w 13524"/>
              <a:gd name="T97" fmla="*/ 1216 h 2648"/>
              <a:gd name="T98" fmla="*/ 13200 w 13524"/>
              <a:gd name="T99" fmla="*/ 1028 h 2648"/>
              <a:gd name="T100" fmla="*/ 13400 w 13524"/>
              <a:gd name="T101" fmla="*/ 680 h 2648"/>
              <a:gd name="T102" fmla="*/ 12232 w 13524"/>
              <a:gd name="T103" fmla="*/ 1264 h 2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3524" h="2648">
                <a:moveTo>
                  <a:pt x="2160" y="1264"/>
                </a:moveTo>
                <a:cubicBezTo>
                  <a:pt x="2160" y="368"/>
                  <a:pt x="1656" y="0"/>
                  <a:pt x="840" y="0"/>
                </a:cubicBezTo>
                <a:cubicBezTo>
                  <a:pt x="584" y="0"/>
                  <a:pt x="336" y="0"/>
                  <a:pt x="208" y="8"/>
                </a:cubicBezTo>
                <a:cubicBezTo>
                  <a:pt x="80" y="16"/>
                  <a:pt x="0" y="32"/>
                  <a:pt x="0" y="160"/>
                </a:cubicBezTo>
                <a:cubicBezTo>
                  <a:pt x="0" y="2608"/>
                  <a:pt x="0" y="2608"/>
                  <a:pt x="0" y="2608"/>
                </a:cubicBezTo>
                <a:cubicBezTo>
                  <a:pt x="0" y="2608"/>
                  <a:pt x="344" y="2648"/>
                  <a:pt x="728" y="2648"/>
                </a:cubicBezTo>
                <a:cubicBezTo>
                  <a:pt x="1560" y="2648"/>
                  <a:pt x="2160" y="2160"/>
                  <a:pt x="2160" y="1264"/>
                </a:cubicBezTo>
                <a:close/>
                <a:moveTo>
                  <a:pt x="1624" y="1304"/>
                </a:moveTo>
                <a:cubicBezTo>
                  <a:pt x="1624" y="1880"/>
                  <a:pt x="1272" y="2224"/>
                  <a:pt x="776" y="2224"/>
                </a:cubicBezTo>
                <a:cubicBezTo>
                  <a:pt x="616" y="2224"/>
                  <a:pt x="504" y="2204"/>
                  <a:pt x="504" y="2204"/>
                </a:cubicBezTo>
                <a:cubicBezTo>
                  <a:pt x="504" y="428"/>
                  <a:pt x="504" y="428"/>
                  <a:pt x="504" y="428"/>
                </a:cubicBezTo>
                <a:cubicBezTo>
                  <a:pt x="504" y="428"/>
                  <a:pt x="648" y="416"/>
                  <a:pt x="808" y="416"/>
                </a:cubicBezTo>
                <a:cubicBezTo>
                  <a:pt x="1384" y="416"/>
                  <a:pt x="1624" y="728"/>
                  <a:pt x="1624" y="1304"/>
                </a:cubicBezTo>
                <a:close/>
                <a:moveTo>
                  <a:pt x="2432" y="1664"/>
                </a:moveTo>
                <a:cubicBezTo>
                  <a:pt x="2432" y="2320"/>
                  <a:pt x="2752" y="2648"/>
                  <a:pt x="3408" y="2648"/>
                </a:cubicBezTo>
                <a:cubicBezTo>
                  <a:pt x="3680" y="2648"/>
                  <a:pt x="3888" y="2592"/>
                  <a:pt x="4016" y="2544"/>
                </a:cubicBezTo>
                <a:cubicBezTo>
                  <a:pt x="4016" y="2168"/>
                  <a:pt x="4016" y="2168"/>
                  <a:pt x="4016" y="2168"/>
                </a:cubicBezTo>
                <a:cubicBezTo>
                  <a:pt x="3888" y="2216"/>
                  <a:pt x="3664" y="2264"/>
                  <a:pt x="3472" y="2264"/>
                </a:cubicBezTo>
                <a:cubicBezTo>
                  <a:pt x="3120" y="2264"/>
                  <a:pt x="2928" y="2080"/>
                  <a:pt x="2928" y="1728"/>
                </a:cubicBezTo>
                <a:cubicBezTo>
                  <a:pt x="3912" y="1728"/>
                  <a:pt x="3912" y="1728"/>
                  <a:pt x="3912" y="1728"/>
                </a:cubicBezTo>
                <a:cubicBezTo>
                  <a:pt x="4072" y="1728"/>
                  <a:pt x="4136" y="1688"/>
                  <a:pt x="4136" y="1576"/>
                </a:cubicBezTo>
                <a:cubicBezTo>
                  <a:pt x="4136" y="1504"/>
                  <a:pt x="4136" y="1504"/>
                  <a:pt x="4136" y="1504"/>
                </a:cubicBezTo>
                <a:cubicBezTo>
                  <a:pt x="4136" y="1024"/>
                  <a:pt x="3880" y="648"/>
                  <a:pt x="3336" y="648"/>
                </a:cubicBezTo>
                <a:cubicBezTo>
                  <a:pt x="2760" y="648"/>
                  <a:pt x="2432" y="1088"/>
                  <a:pt x="2432" y="1664"/>
                </a:cubicBezTo>
                <a:close/>
                <a:moveTo>
                  <a:pt x="3320" y="1016"/>
                </a:moveTo>
                <a:cubicBezTo>
                  <a:pt x="3528" y="1016"/>
                  <a:pt x="3640" y="1160"/>
                  <a:pt x="3640" y="1400"/>
                </a:cubicBezTo>
                <a:cubicBezTo>
                  <a:pt x="2936" y="1400"/>
                  <a:pt x="2936" y="1400"/>
                  <a:pt x="2936" y="1400"/>
                </a:cubicBezTo>
                <a:cubicBezTo>
                  <a:pt x="2968" y="1160"/>
                  <a:pt x="3112" y="1016"/>
                  <a:pt x="3320" y="1016"/>
                </a:cubicBezTo>
                <a:close/>
                <a:moveTo>
                  <a:pt x="5000" y="8"/>
                </a:moveTo>
                <a:cubicBezTo>
                  <a:pt x="4728" y="8"/>
                  <a:pt x="4728" y="8"/>
                  <a:pt x="4728" y="8"/>
                </a:cubicBezTo>
                <a:cubicBezTo>
                  <a:pt x="4568" y="8"/>
                  <a:pt x="4504" y="48"/>
                  <a:pt x="4504" y="160"/>
                </a:cubicBezTo>
                <a:cubicBezTo>
                  <a:pt x="4504" y="2016"/>
                  <a:pt x="4504" y="2016"/>
                  <a:pt x="4504" y="2016"/>
                </a:cubicBezTo>
                <a:cubicBezTo>
                  <a:pt x="4504" y="2464"/>
                  <a:pt x="4640" y="2648"/>
                  <a:pt x="5008" y="2648"/>
                </a:cubicBezTo>
                <a:cubicBezTo>
                  <a:pt x="5184" y="2648"/>
                  <a:pt x="5336" y="2596"/>
                  <a:pt x="5336" y="2596"/>
                </a:cubicBezTo>
                <a:cubicBezTo>
                  <a:pt x="5336" y="2232"/>
                  <a:pt x="5336" y="2232"/>
                  <a:pt x="5336" y="2232"/>
                </a:cubicBezTo>
                <a:cubicBezTo>
                  <a:pt x="5336" y="2232"/>
                  <a:pt x="5248" y="2256"/>
                  <a:pt x="5168" y="2256"/>
                </a:cubicBezTo>
                <a:cubicBezTo>
                  <a:pt x="5068" y="2256"/>
                  <a:pt x="5000" y="2208"/>
                  <a:pt x="5000" y="2000"/>
                </a:cubicBezTo>
                <a:lnTo>
                  <a:pt x="5000" y="8"/>
                </a:lnTo>
                <a:close/>
                <a:moveTo>
                  <a:pt x="6136" y="8"/>
                </a:moveTo>
                <a:cubicBezTo>
                  <a:pt x="5872" y="8"/>
                  <a:pt x="5872" y="8"/>
                  <a:pt x="5872" y="8"/>
                </a:cubicBezTo>
                <a:cubicBezTo>
                  <a:pt x="5712" y="8"/>
                  <a:pt x="5648" y="48"/>
                  <a:pt x="5648" y="160"/>
                </a:cubicBezTo>
                <a:cubicBezTo>
                  <a:pt x="5648" y="2016"/>
                  <a:pt x="5648" y="2016"/>
                  <a:pt x="5648" y="2016"/>
                </a:cubicBezTo>
                <a:cubicBezTo>
                  <a:pt x="5648" y="2464"/>
                  <a:pt x="5792" y="2648"/>
                  <a:pt x="6208" y="2648"/>
                </a:cubicBezTo>
                <a:cubicBezTo>
                  <a:pt x="6432" y="2648"/>
                  <a:pt x="6600" y="2596"/>
                  <a:pt x="6600" y="2596"/>
                </a:cubicBezTo>
                <a:cubicBezTo>
                  <a:pt x="6600" y="2216"/>
                  <a:pt x="6600" y="2216"/>
                  <a:pt x="6600" y="2216"/>
                </a:cubicBezTo>
                <a:cubicBezTo>
                  <a:pt x="6600" y="2216"/>
                  <a:pt x="6480" y="2248"/>
                  <a:pt x="6368" y="2248"/>
                </a:cubicBezTo>
                <a:cubicBezTo>
                  <a:pt x="6224" y="2248"/>
                  <a:pt x="6136" y="2176"/>
                  <a:pt x="6136" y="1936"/>
                </a:cubicBezTo>
                <a:cubicBezTo>
                  <a:pt x="6136" y="1072"/>
                  <a:pt x="6136" y="1072"/>
                  <a:pt x="6136" y="1072"/>
                </a:cubicBezTo>
                <a:cubicBezTo>
                  <a:pt x="6376" y="1072"/>
                  <a:pt x="6376" y="1072"/>
                  <a:pt x="6376" y="1072"/>
                </a:cubicBezTo>
                <a:cubicBezTo>
                  <a:pt x="6536" y="1072"/>
                  <a:pt x="6600" y="1032"/>
                  <a:pt x="6600" y="920"/>
                </a:cubicBezTo>
                <a:cubicBezTo>
                  <a:pt x="6600" y="688"/>
                  <a:pt x="6600" y="688"/>
                  <a:pt x="6600" y="688"/>
                </a:cubicBezTo>
                <a:cubicBezTo>
                  <a:pt x="6136" y="688"/>
                  <a:pt x="6136" y="688"/>
                  <a:pt x="6136" y="688"/>
                </a:cubicBezTo>
                <a:lnTo>
                  <a:pt x="6136" y="8"/>
                </a:lnTo>
                <a:close/>
                <a:moveTo>
                  <a:pt x="6840" y="1744"/>
                </a:moveTo>
                <a:cubicBezTo>
                  <a:pt x="6840" y="2400"/>
                  <a:pt x="7256" y="2648"/>
                  <a:pt x="7768" y="2648"/>
                </a:cubicBezTo>
                <a:cubicBezTo>
                  <a:pt x="8088" y="2648"/>
                  <a:pt x="8416" y="2584"/>
                  <a:pt x="8608" y="2504"/>
                </a:cubicBezTo>
                <a:cubicBezTo>
                  <a:pt x="8608" y="752"/>
                  <a:pt x="8608" y="752"/>
                  <a:pt x="8608" y="752"/>
                </a:cubicBezTo>
                <a:cubicBezTo>
                  <a:pt x="8416" y="696"/>
                  <a:pt x="8176" y="648"/>
                  <a:pt x="7920" y="648"/>
                </a:cubicBezTo>
                <a:cubicBezTo>
                  <a:pt x="7248" y="648"/>
                  <a:pt x="6840" y="1088"/>
                  <a:pt x="6840" y="1744"/>
                </a:cubicBezTo>
                <a:close/>
                <a:moveTo>
                  <a:pt x="7352" y="1696"/>
                </a:moveTo>
                <a:cubicBezTo>
                  <a:pt x="7352" y="1232"/>
                  <a:pt x="7584" y="1032"/>
                  <a:pt x="7872" y="1032"/>
                </a:cubicBezTo>
                <a:cubicBezTo>
                  <a:pt x="8016" y="1032"/>
                  <a:pt x="8120" y="1060"/>
                  <a:pt x="8120" y="1060"/>
                </a:cubicBezTo>
                <a:cubicBezTo>
                  <a:pt x="8120" y="2216"/>
                  <a:pt x="8120" y="2216"/>
                  <a:pt x="8120" y="2216"/>
                </a:cubicBezTo>
                <a:cubicBezTo>
                  <a:pt x="8120" y="2216"/>
                  <a:pt x="8016" y="2264"/>
                  <a:pt x="7808" y="2264"/>
                </a:cubicBezTo>
                <a:cubicBezTo>
                  <a:pt x="7488" y="2264"/>
                  <a:pt x="7352" y="2048"/>
                  <a:pt x="7352" y="1696"/>
                </a:cubicBezTo>
                <a:close/>
                <a:moveTo>
                  <a:pt x="9112" y="2608"/>
                </a:moveTo>
                <a:cubicBezTo>
                  <a:pt x="9608" y="2608"/>
                  <a:pt x="9608" y="2608"/>
                  <a:pt x="9608" y="2608"/>
                </a:cubicBezTo>
                <a:cubicBezTo>
                  <a:pt x="9608" y="1440"/>
                  <a:pt x="9608" y="1440"/>
                  <a:pt x="9608" y="1440"/>
                </a:cubicBezTo>
                <a:cubicBezTo>
                  <a:pt x="9608" y="1168"/>
                  <a:pt x="9680" y="1072"/>
                  <a:pt x="9872" y="1072"/>
                </a:cubicBezTo>
                <a:cubicBezTo>
                  <a:pt x="9896" y="1072"/>
                  <a:pt x="9896" y="1072"/>
                  <a:pt x="9896" y="1072"/>
                </a:cubicBezTo>
                <a:cubicBezTo>
                  <a:pt x="10040" y="1072"/>
                  <a:pt x="10112" y="1048"/>
                  <a:pt x="10112" y="920"/>
                </a:cubicBezTo>
                <a:cubicBezTo>
                  <a:pt x="10112" y="688"/>
                  <a:pt x="10112" y="688"/>
                  <a:pt x="10112" y="688"/>
                </a:cubicBezTo>
                <a:cubicBezTo>
                  <a:pt x="9808" y="688"/>
                  <a:pt x="9808" y="688"/>
                  <a:pt x="9808" y="688"/>
                </a:cubicBezTo>
                <a:cubicBezTo>
                  <a:pt x="9264" y="688"/>
                  <a:pt x="9112" y="1024"/>
                  <a:pt x="9112" y="1440"/>
                </a:cubicBezTo>
                <a:lnTo>
                  <a:pt x="9112" y="2608"/>
                </a:lnTo>
                <a:close/>
                <a:moveTo>
                  <a:pt x="10224" y="1664"/>
                </a:moveTo>
                <a:cubicBezTo>
                  <a:pt x="10224" y="2320"/>
                  <a:pt x="10544" y="2648"/>
                  <a:pt x="11200" y="2648"/>
                </a:cubicBezTo>
                <a:cubicBezTo>
                  <a:pt x="11472" y="2648"/>
                  <a:pt x="11680" y="2592"/>
                  <a:pt x="11808" y="2544"/>
                </a:cubicBezTo>
                <a:cubicBezTo>
                  <a:pt x="11808" y="2168"/>
                  <a:pt x="11808" y="2168"/>
                  <a:pt x="11808" y="2168"/>
                </a:cubicBezTo>
                <a:cubicBezTo>
                  <a:pt x="11680" y="2216"/>
                  <a:pt x="11456" y="2264"/>
                  <a:pt x="11264" y="2264"/>
                </a:cubicBezTo>
                <a:cubicBezTo>
                  <a:pt x="10912" y="2264"/>
                  <a:pt x="10720" y="2080"/>
                  <a:pt x="10720" y="1728"/>
                </a:cubicBezTo>
                <a:cubicBezTo>
                  <a:pt x="11704" y="1728"/>
                  <a:pt x="11704" y="1728"/>
                  <a:pt x="11704" y="1728"/>
                </a:cubicBezTo>
                <a:cubicBezTo>
                  <a:pt x="11864" y="1728"/>
                  <a:pt x="11928" y="1688"/>
                  <a:pt x="11928" y="1576"/>
                </a:cubicBezTo>
                <a:cubicBezTo>
                  <a:pt x="11928" y="1504"/>
                  <a:pt x="11928" y="1504"/>
                  <a:pt x="11928" y="1504"/>
                </a:cubicBezTo>
                <a:cubicBezTo>
                  <a:pt x="11928" y="1024"/>
                  <a:pt x="11672" y="648"/>
                  <a:pt x="11128" y="648"/>
                </a:cubicBezTo>
                <a:cubicBezTo>
                  <a:pt x="10552" y="648"/>
                  <a:pt x="10224" y="1088"/>
                  <a:pt x="10224" y="1664"/>
                </a:cubicBezTo>
                <a:close/>
                <a:moveTo>
                  <a:pt x="11112" y="1016"/>
                </a:moveTo>
                <a:cubicBezTo>
                  <a:pt x="11320" y="1016"/>
                  <a:pt x="11432" y="1160"/>
                  <a:pt x="11432" y="1400"/>
                </a:cubicBezTo>
                <a:cubicBezTo>
                  <a:pt x="10728" y="1400"/>
                  <a:pt x="10728" y="1400"/>
                  <a:pt x="10728" y="1400"/>
                </a:cubicBezTo>
                <a:cubicBezTo>
                  <a:pt x="10760" y="1160"/>
                  <a:pt x="10904" y="1016"/>
                  <a:pt x="11112" y="1016"/>
                </a:cubicBezTo>
                <a:close/>
                <a:moveTo>
                  <a:pt x="12232" y="1264"/>
                </a:moveTo>
                <a:cubicBezTo>
                  <a:pt x="12232" y="1904"/>
                  <a:pt x="13012" y="1728"/>
                  <a:pt x="13012" y="2064"/>
                </a:cubicBezTo>
                <a:cubicBezTo>
                  <a:pt x="13012" y="2192"/>
                  <a:pt x="12888" y="2264"/>
                  <a:pt x="12696" y="2264"/>
                </a:cubicBezTo>
                <a:cubicBezTo>
                  <a:pt x="12552" y="2264"/>
                  <a:pt x="12396" y="2240"/>
                  <a:pt x="12284" y="2208"/>
                </a:cubicBezTo>
                <a:cubicBezTo>
                  <a:pt x="12276" y="2608"/>
                  <a:pt x="12276" y="2608"/>
                  <a:pt x="12276" y="2608"/>
                </a:cubicBezTo>
                <a:cubicBezTo>
                  <a:pt x="12388" y="2632"/>
                  <a:pt x="12528" y="2648"/>
                  <a:pt x="12672" y="2648"/>
                </a:cubicBezTo>
                <a:cubicBezTo>
                  <a:pt x="13184" y="2648"/>
                  <a:pt x="13524" y="2400"/>
                  <a:pt x="13524" y="2016"/>
                </a:cubicBezTo>
                <a:cubicBezTo>
                  <a:pt x="13524" y="1392"/>
                  <a:pt x="12736" y="1520"/>
                  <a:pt x="12736" y="1216"/>
                </a:cubicBezTo>
                <a:cubicBezTo>
                  <a:pt x="12736" y="1088"/>
                  <a:pt x="12848" y="1024"/>
                  <a:pt x="13024" y="1024"/>
                </a:cubicBezTo>
                <a:cubicBezTo>
                  <a:pt x="13088" y="1024"/>
                  <a:pt x="13152" y="1028"/>
                  <a:pt x="13200" y="1028"/>
                </a:cubicBezTo>
                <a:cubicBezTo>
                  <a:pt x="13312" y="1028"/>
                  <a:pt x="13400" y="1008"/>
                  <a:pt x="13400" y="816"/>
                </a:cubicBezTo>
                <a:cubicBezTo>
                  <a:pt x="13400" y="680"/>
                  <a:pt x="13400" y="680"/>
                  <a:pt x="13400" y="680"/>
                </a:cubicBezTo>
                <a:cubicBezTo>
                  <a:pt x="13400" y="680"/>
                  <a:pt x="13224" y="648"/>
                  <a:pt x="13048" y="648"/>
                </a:cubicBezTo>
                <a:cubicBezTo>
                  <a:pt x="12504" y="648"/>
                  <a:pt x="12232" y="928"/>
                  <a:pt x="12232" y="1264"/>
                </a:cubicBezTo>
                <a:close/>
              </a:path>
            </a:pathLst>
          </a:custGeom>
          <a:solidFill>
            <a:schemeClr val="bg1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EEA063B1-D1BB-422B-A945-0E0BF929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0296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CA897A52-D4CF-4702-BCED-5706FDE7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989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335B6879-93B0-4CA7-BCA9-D4FA9240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527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Enabling_deltalife_wit">
            <a:extLst>
              <a:ext uri="{FF2B5EF4-FFF2-40B4-BE49-F238E27FC236}">
                <a16:creationId xmlns:a16="http://schemas.microsoft.com/office/drawing/2014/main" id="{A4EF4C13-16AE-4FBA-9B9D-2EEA812DFA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5947200"/>
            <a:ext cx="3175200" cy="75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485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(met animati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ircle Blue">
            <a:extLst>
              <a:ext uri="{FF2B5EF4-FFF2-40B4-BE49-F238E27FC236}">
                <a16:creationId xmlns:a16="http://schemas.microsoft.com/office/drawing/2014/main" id="{E67129F5-F9B1-464C-B563-6456865CCFF2}"/>
              </a:ext>
            </a:extLst>
          </p:cNvPr>
          <p:cNvSpPr>
            <a:spLocks noChangeAspect="1"/>
          </p:cNvSpPr>
          <p:nvPr userDrawn="1"/>
        </p:nvSpPr>
        <p:spPr>
          <a:xfrm>
            <a:off x="4384800" y="1580400"/>
            <a:ext cx="3564000" cy="3564000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Circle Green">
            <a:extLst>
              <a:ext uri="{FF2B5EF4-FFF2-40B4-BE49-F238E27FC236}">
                <a16:creationId xmlns:a16="http://schemas.microsoft.com/office/drawing/2014/main" id="{9D1A10F2-6EA4-4646-94AB-D1971B8790AC}"/>
              </a:ext>
            </a:extLst>
          </p:cNvPr>
          <p:cNvSpPr>
            <a:spLocks noChangeAspect="1"/>
          </p:cNvSpPr>
          <p:nvPr userDrawn="1"/>
        </p:nvSpPr>
        <p:spPr>
          <a:xfrm>
            <a:off x="4240800" y="1796400"/>
            <a:ext cx="3564000" cy="3564000"/>
          </a:xfrm>
          <a:prstGeom prst="ellipse">
            <a:avLst/>
          </a:pr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E1DF8627-4105-4921-8328-8A3BE55CDA89}"/>
              </a:ext>
            </a:extLst>
          </p:cNvPr>
          <p:cNvSpPr/>
          <p:nvPr userDrawn="1"/>
        </p:nvSpPr>
        <p:spPr>
          <a:xfrm>
            <a:off x="3123210" y="985652"/>
            <a:ext cx="7030193" cy="47738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4E1469F-AEAC-4175-9A1D-5C42D2689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-1224000"/>
            <a:ext cx="10512000" cy="936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EEDD8EA-AAF4-4299-BA58-9F889FEC3A5D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5106991" y="3235762"/>
            <a:ext cx="1980000" cy="387338"/>
          </a:xfrm>
          <a:custGeom>
            <a:avLst/>
            <a:gdLst>
              <a:gd name="T0" fmla="*/ 840 w 13524"/>
              <a:gd name="T1" fmla="*/ 0 h 2648"/>
              <a:gd name="T2" fmla="*/ 0 w 13524"/>
              <a:gd name="T3" fmla="*/ 160 h 2648"/>
              <a:gd name="T4" fmla="*/ 728 w 13524"/>
              <a:gd name="T5" fmla="*/ 2648 h 2648"/>
              <a:gd name="T6" fmla="*/ 1624 w 13524"/>
              <a:gd name="T7" fmla="*/ 1304 h 2648"/>
              <a:gd name="T8" fmla="*/ 504 w 13524"/>
              <a:gd name="T9" fmla="*/ 2204 h 2648"/>
              <a:gd name="T10" fmla="*/ 808 w 13524"/>
              <a:gd name="T11" fmla="*/ 416 h 2648"/>
              <a:gd name="T12" fmla="*/ 2432 w 13524"/>
              <a:gd name="T13" fmla="*/ 1664 h 2648"/>
              <a:gd name="T14" fmla="*/ 4016 w 13524"/>
              <a:gd name="T15" fmla="*/ 2544 h 2648"/>
              <a:gd name="T16" fmla="*/ 3472 w 13524"/>
              <a:gd name="T17" fmla="*/ 2264 h 2648"/>
              <a:gd name="T18" fmla="*/ 3912 w 13524"/>
              <a:gd name="T19" fmla="*/ 1728 h 2648"/>
              <a:gd name="T20" fmla="*/ 4136 w 13524"/>
              <a:gd name="T21" fmla="*/ 1504 h 2648"/>
              <a:gd name="T22" fmla="*/ 2432 w 13524"/>
              <a:gd name="T23" fmla="*/ 1664 h 2648"/>
              <a:gd name="T24" fmla="*/ 3640 w 13524"/>
              <a:gd name="T25" fmla="*/ 1400 h 2648"/>
              <a:gd name="T26" fmla="*/ 3320 w 13524"/>
              <a:gd name="T27" fmla="*/ 1016 h 2648"/>
              <a:gd name="T28" fmla="*/ 4728 w 13524"/>
              <a:gd name="T29" fmla="*/ 8 h 2648"/>
              <a:gd name="T30" fmla="*/ 4504 w 13524"/>
              <a:gd name="T31" fmla="*/ 2016 h 2648"/>
              <a:gd name="T32" fmla="*/ 5336 w 13524"/>
              <a:gd name="T33" fmla="*/ 2596 h 2648"/>
              <a:gd name="T34" fmla="*/ 5168 w 13524"/>
              <a:gd name="T35" fmla="*/ 2256 h 2648"/>
              <a:gd name="T36" fmla="*/ 5000 w 13524"/>
              <a:gd name="T37" fmla="*/ 8 h 2648"/>
              <a:gd name="T38" fmla="*/ 5872 w 13524"/>
              <a:gd name="T39" fmla="*/ 8 h 2648"/>
              <a:gd name="T40" fmla="*/ 5648 w 13524"/>
              <a:gd name="T41" fmla="*/ 2016 h 2648"/>
              <a:gd name="T42" fmla="*/ 6600 w 13524"/>
              <a:gd name="T43" fmla="*/ 2596 h 2648"/>
              <a:gd name="T44" fmla="*/ 6368 w 13524"/>
              <a:gd name="T45" fmla="*/ 2248 h 2648"/>
              <a:gd name="T46" fmla="*/ 6136 w 13524"/>
              <a:gd name="T47" fmla="*/ 1072 h 2648"/>
              <a:gd name="T48" fmla="*/ 6600 w 13524"/>
              <a:gd name="T49" fmla="*/ 920 h 2648"/>
              <a:gd name="T50" fmla="*/ 6136 w 13524"/>
              <a:gd name="T51" fmla="*/ 688 h 2648"/>
              <a:gd name="T52" fmla="*/ 6840 w 13524"/>
              <a:gd name="T53" fmla="*/ 1744 h 2648"/>
              <a:gd name="T54" fmla="*/ 8608 w 13524"/>
              <a:gd name="T55" fmla="*/ 2504 h 2648"/>
              <a:gd name="T56" fmla="*/ 7920 w 13524"/>
              <a:gd name="T57" fmla="*/ 648 h 2648"/>
              <a:gd name="T58" fmla="*/ 7352 w 13524"/>
              <a:gd name="T59" fmla="*/ 1696 h 2648"/>
              <a:gd name="T60" fmla="*/ 8120 w 13524"/>
              <a:gd name="T61" fmla="*/ 1060 h 2648"/>
              <a:gd name="T62" fmla="*/ 7808 w 13524"/>
              <a:gd name="T63" fmla="*/ 2264 h 2648"/>
              <a:gd name="T64" fmla="*/ 9112 w 13524"/>
              <a:gd name="T65" fmla="*/ 2608 h 2648"/>
              <a:gd name="T66" fmla="*/ 9608 w 13524"/>
              <a:gd name="T67" fmla="*/ 1440 h 2648"/>
              <a:gd name="T68" fmla="*/ 9896 w 13524"/>
              <a:gd name="T69" fmla="*/ 1072 h 2648"/>
              <a:gd name="T70" fmla="*/ 10112 w 13524"/>
              <a:gd name="T71" fmla="*/ 688 h 2648"/>
              <a:gd name="T72" fmla="*/ 9112 w 13524"/>
              <a:gd name="T73" fmla="*/ 1440 h 2648"/>
              <a:gd name="T74" fmla="*/ 10224 w 13524"/>
              <a:gd name="T75" fmla="*/ 1664 h 2648"/>
              <a:gd name="T76" fmla="*/ 11808 w 13524"/>
              <a:gd name="T77" fmla="*/ 2544 h 2648"/>
              <a:gd name="T78" fmla="*/ 11264 w 13524"/>
              <a:gd name="T79" fmla="*/ 2264 h 2648"/>
              <a:gd name="T80" fmla="*/ 11704 w 13524"/>
              <a:gd name="T81" fmla="*/ 1728 h 2648"/>
              <a:gd name="T82" fmla="*/ 11928 w 13524"/>
              <a:gd name="T83" fmla="*/ 1504 h 2648"/>
              <a:gd name="T84" fmla="*/ 10224 w 13524"/>
              <a:gd name="T85" fmla="*/ 1664 h 2648"/>
              <a:gd name="T86" fmla="*/ 11432 w 13524"/>
              <a:gd name="T87" fmla="*/ 1400 h 2648"/>
              <a:gd name="T88" fmla="*/ 11112 w 13524"/>
              <a:gd name="T89" fmla="*/ 1016 h 2648"/>
              <a:gd name="T90" fmla="*/ 13012 w 13524"/>
              <a:gd name="T91" fmla="*/ 2064 h 2648"/>
              <a:gd name="T92" fmla="*/ 12284 w 13524"/>
              <a:gd name="T93" fmla="*/ 2208 h 2648"/>
              <a:gd name="T94" fmla="*/ 12672 w 13524"/>
              <a:gd name="T95" fmla="*/ 2648 h 2648"/>
              <a:gd name="T96" fmla="*/ 12736 w 13524"/>
              <a:gd name="T97" fmla="*/ 1216 h 2648"/>
              <a:gd name="T98" fmla="*/ 13200 w 13524"/>
              <a:gd name="T99" fmla="*/ 1028 h 2648"/>
              <a:gd name="T100" fmla="*/ 13400 w 13524"/>
              <a:gd name="T101" fmla="*/ 680 h 2648"/>
              <a:gd name="T102" fmla="*/ 12232 w 13524"/>
              <a:gd name="T103" fmla="*/ 1264 h 2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3524" h="2648">
                <a:moveTo>
                  <a:pt x="2160" y="1264"/>
                </a:moveTo>
                <a:cubicBezTo>
                  <a:pt x="2160" y="368"/>
                  <a:pt x="1656" y="0"/>
                  <a:pt x="840" y="0"/>
                </a:cubicBezTo>
                <a:cubicBezTo>
                  <a:pt x="584" y="0"/>
                  <a:pt x="336" y="0"/>
                  <a:pt x="208" y="8"/>
                </a:cubicBezTo>
                <a:cubicBezTo>
                  <a:pt x="80" y="16"/>
                  <a:pt x="0" y="32"/>
                  <a:pt x="0" y="160"/>
                </a:cubicBezTo>
                <a:cubicBezTo>
                  <a:pt x="0" y="2608"/>
                  <a:pt x="0" y="2608"/>
                  <a:pt x="0" y="2608"/>
                </a:cubicBezTo>
                <a:cubicBezTo>
                  <a:pt x="0" y="2608"/>
                  <a:pt x="344" y="2648"/>
                  <a:pt x="728" y="2648"/>
                </a:cubicBezTo>
                <a:cubicBezTo>
                  <a:pt x="1560" y="2648"/>
                  <a:pt x="2160" y="2160"/>
                  <a:pt x="2160" y="1264"/>
                </a:cubicBezTo>
                <a:close/>
                <a:moveTo>
                  <a:pt x="1624" y="1304"/>
                </a:moveTo>
                <a:cubicBezTo>
                  <a:pt x="1624" y="1880"/>
                  <a:pt x="1272" y="2224"/>
                  <a:pt x="776" y="2224"/>
                </a:cubicBezTo>
                <a:cubicBezTo>
                  <a:pt x="616" y="2224"/>
                  <a:pt x="504" y="2204"/>
                  <a:pt x="504" y="2204"/>
                </a:cubicBezTo>
                <a:cubicBezTo>
                  <a:pt x="504" y="428"/>
                  <a:pt x="504" y="428"/>
                  <a:pt x="504" y="428"/>
                </a:cubicBezTo>
                <a:cubicBezTo>
                  <a:pt x="504" y="428"/>
                  <a:pt x="648" y="416"/>
                  <a:pt x="808" y="416"/>
                </a:cubicBezTo>
                <a:cubicBezTo>
                  <a:pt x="1384" y="416"/>
                  <a:pt x="1624" y="728"/>
                  <a:pt x="1624" y="1304"/>
                </a:cubicBezTo>
                <a:close/>
                <a:moveTo>
                  <a:pt x="2432" y="1664"/>
                </a:moveTo>
                <a:cubicBezTo>
                  <a:pt x="2432" y="2320"/>
                  <a:pt x="2752" y="2648"/>
                  <a:pt x="3408" y="2648"/>
                </a:cubicBezTo>
                <a:cubicBezTo>
                  <a:pt x="3680" y="2648"/>
                  <a:pt x="3888" y="2592"/>
                  <a:pt x="4016" y="2544"/>
                </a:cubicBezTo>
                <a:cubicBezTo>
                  <a:pt x="4016" y="2168"/>
                  <a:pt x="4016" y="2168"/>
                  <a:pt x="4016" y="2168"/>
                </a:cubicBezTo>
                <a:cubicBezTo>
                  <a:pt x="3888" y="2216"/>
                  <a:pt x="3664" y="2264"/>
                  <a:pt x="3472" y="2264"/>
                </a:cubicBezTo>
                <a:cubicBezTo>
                  <a:pt x="3120" y="2264"/>
                  <a:pt x="2928" y="2080"/>
                  <a:pt x="2928" y="1728"/>
                </a:cubicBezTo>
                <a:cubicBezTo>
                  <a:pt x="3912" y="1728"/>
                  <a:pt x="3912" y="1728"/>
                  <a:pt x="3912" y="1728"/>
                </a:cubicBezTo>
                <a:cubicBezTo>
                  <a:pt x="4072" y="1728"/>
                  <a:pt x="4136" y="1688"/>
                  <a:pt x="4136" y="1576"/>
                </a:cubicBezTo>
                <a:cubicBezTo>
                  <a:pt x="4136" y="1504"/>
                  <a:pt x="4136" y="1504"/>
                  <a:pt x="4136" y="1504"/>
                </a:cubicBezTo>
                <a:cubicBezTo>
                  <a:pt x="4136" y="1024"/>
                  <a:pt x="3880" y="648"/>
                  <a:pt x="3336" y="648"/>
                </a:cubicBezTo>
                <a:cubicBezTo>
                  <a:pt x="2760" y="648"/>
                  <a:pt x="2432" y="1088"/>
                  <a:pt x="2432" y="1664"/>
                </a:cubicBezTo>
                <a:close/>
                <a:moveTo>
                  <a:pt x="3320" y="1016"/>
                </a:moveTo>
                <a:cubicBezTo>
                  <a:pt x="3528" y="1016"/>
                  <a:pt x="3640" y="1160"/>
                  <a:pt x="3640" y="1400"/>
                </a:cubicBezTo>
                <a:cubicBezTo>
                  <a:pt x="2936" y="1400"/>
                  <a:pt x="2936" y="1400"/>
                  <a:pt x="2936" y="1400"/>
                </a:cubicBezTo>
                <a:cubicBezTo>
                  <a:pt x="2968" y="1160"/>
                  <a:pt x="3112" y="1016"/>
                  <a:pt x="3320" y="1016"/>
                </a:cubicBezTo>
                <a:close/>
                <a:moveTo>
                  <a:pt x="5000" y="8"/>
                </a:moveTo>
                <a:cubicBezTo>
                  <a:pt x="4728" y="8"/>
                  <a:pt x="4728" y="8"/>
                  <a:pt x="4728" y="8"/>
                </a:cubicBezTo>
                <a:cubicBezTo>
                  <a:pt x="4568" y="8"/>
                  <a:pt x="4504" y="48"/>
                  <a:pt x="4504" y="160"/>
                </a:cubicBezTo>
                <a:cubicBezTo>
                  <a:pt x="4504" y="2016"/>
                  <a:pt x="4504" y="2016"/>
                  <a:pt x="4504" y="2016"/>
                </a:cubicBezTo>
                <a:cubicBezTo>
                  <a:pt x="4504" y="2464"/>
                  <a:pt x="4640" y="2648"/>
                  <a:pt x="5008" y="2648"/>
                </a:cubicBezTo>
                <a:cubicBezTo>
                  <a:pt x="5184" y="2648"/>
                  <a:pt x="5336" y="2596"/>
                  <a:pt x="5336" y="2596"/>
                </a:cubicBezTo>
                <a:cubicBezTo>
                  <a:pt x="5336" y="2232"/>
                  <a:pt x="5336" y="2232"/>
                  <a:pt x="5336" y="2232"/>
                </a:cubicBezTo>
                <a:cubicBezTo>
                  <a:pt x="5336" y="2232"/>
                  <a:pt x="5248" y="2256"/>
                  <a:pt x="5168" y="2256"/>
                </a:cubicBezTo>
                <a:cubicBezTo>
                  <a:pt x="5068" y="2256"/>
                  <a:pt x="5000" y="2208"/>
                  <a:pt x="5000" y="2000"/>
                </a:cubicBezTo>
                <a:lnTo>
                  <a:pt x="5000" y="8"/>
                </a:lnTo>
                <a:close/>
                <a:moveTo>
                  <a:pt x="6136" y="8"/>
                </a:moveTo>
                <a:cubicBezTo>
                  <a:pt x="5872" y="8"/>
                  <a:pt x="5872" y="8"/>
                  <a:pt x="5872" y="8"/>
                </a:cubicBezTo>
                <a:cubicBezTo>
                  <a:pt x="5712" y="8"/>
                  <a:pt x="5648" y="48"/>
                  <a:pt x="5648" y="160"/>
                </a:cubicBezTo>
                <a:cubicBezTo>
                  <a:pt x="5648" y="2016"/>
                  <a:pt x="5648" y="2016"/>
                  <a:pt x="5648" y="2016"/>
                </a:cubicBezTo>
                <a:cubicBezTo>
                  <a:pt x="5648" y="2464"/>
                  <a:pt x="5792" y="2648"/>
                  <a:pt x="6208" y="2648"/>
                </a:cubicBezTo>
                <a:cubicBezTo>
                  <a:pt x="6432" y="2648"/>
                  <a:pt x="6600" y="2596"/>
                  <a:pt x="6600" y="2596"/>
                </a:cubicBezTo>
                <a:cubicBezTo>
                  <a:pt x="6600" y="2216"/>
                  <a:pt x="6600" y="2216"/>
                  <a:pt x="6600" y="2216"/>
                </a:cubicBezTo>
                <a:cubicBezTo>
                  <a:pt x="6600" y="2216"/>
                  <a:pt x="6480" y="2248"/>
                  <a:pt x="6368" y="2248"/>
                </a:cubicBezTo>
                <a:cubicBezTo>
                  <a:pt x="6224" y="2248"/>
                  <a:pt x="6136" y="2176"/>
                  <a:pt x="6136" y="1936"/>
                </a:cubicBezTo>
                <a:cubicBezTo>
                  <a:pt x="6136" y="1072"/>
                  <a:pt x="6136" y="1072"/>
                  <a:pt x="6136" y="1072"/>
                </a:cubicBezTo>
                <a:cubicBezTo>
                  <a:pt x="6376" y="1072"/>
                  <a:pt x="6376" y="1072"/>
                  <a:pt x="6376" y="1072"/>
                </a:cubicBezTo>
                <a:cubicBezTo>
                  <a:pt x="6536" y="1072"/>
                  <a:pt x="6600" y="1032"/>
                  <a:pt x="6600" y="920"/>
                </a:cubicBezTo>
                <a:cubicBezTo>
                  <a:pt x="6600" y="688"/>
                  <a:pt x="6600" y="688"/>
                  <a:pt x="6600" y="688"/>
                </a:cubicBezTo>
                <a:cubicBezTo>
                  <a:pt x="6136" y="688"/>
                  <a:pt x="6136" y="688"/>
                  <a:pt x="6136" y="688"/>
                </a:cubicBezTo>
                <a:lnTo>
                  <a:pt x="6136" y="8"/>
                </a:lnTo>
                <a:close/>
                <a:moveTo>
                  <a:pt x="6840" y="1744"/>
                </a:moveTo>
                <a:cubicBezTo>
                  <a:pt x="6840" y="2400"/>
                  <a:pt x="7256" y="2648"/>
                  <a:pt x="7768" y="2648"/>
                </a:cubicBezTo>
                <a:cubicBezTo>
                  <a:pt x="8088" y="2648"/>
                  <a:pt x="8416" y="2584"/>
                  <a:pt x="8608" y="2504"/>
                </a:cubicBezTo>
                <a:cubicBezTo>
                  <a:pt x="8608" y="752"/>
                  <a:pt x="8608" y="752"/>
                  <a:pt x="8608" y="752"/>
                </a:cubicBezTo>
                <a:cubicBezTo>
                  <a:pt x="8416" y="696"/>
                  <a:pt x="8176" y="648"/>
                  <a:pt x="7920" y="648"/>
                </a:cubicBezTo>
                <a:cubicBezTo>
                  <a:pt x="7248" y="648"/>
                  <a:pt x="6840" y="1088"/>
                  <a:pt x="6840" y="1744"/>
                </a:cubicBezTo>
                <a:close/>
                <a:moveTo>
                  <a:pt x="7352" y="1696"/>
                </a:moveTo>
                <a:cubicBezTo>
                  <a:pt x="7352" y="1232"/>
                  <a:pt x="7584" y="1032"/>
                  <a:pt x="7872" y="1032"/>
                </a:cubicBezTo>
                <a:cubicBezTo>
                  <a:pt x="8016" y="1032"/>
                  <a:pt x="8120" y="1060"/>
                  <a:pt x="8120" y="1060"/>
                </a:cubicBezTo>
                <a:cubicBezTo>
                  <a:pt x="8120" y="2216"/>
                  <a:pt x="8120" y="2216"/>
                  <a:pt x="8120" y="2216"/>
                </a:cubicBezTo>
                <a:cubicBezTo>
                  <a:pt x="8120" y="2216"/>
                  <a:pt x="8016" y="2264"/>
                  <a:pt x="7808" y="2264"/>
                </a:cubicBezTo>
                <a:cubicBezTo>
                  <a:pt x="7488" y="2264"/>
                  <a:pt x="7352" y="2048"/>
                  <a:pt x="7352" y="1696"/>
                </a:cubicBezTo>
                <a:close/>
                <a:moveTo>
                  <a:pt x="9112" y="2608"/>
                </a:moveTo>
                <a:cubicBezTo>
                  <a:pt x="9608" y="2608"/>
                  <a:pt x="9608" y="2608"/>
                  <a:pt x="9608" y="2608"/>
                </a:cubicBezTo>
                <a:cubicBezTo>
                  <a:pt x="9608" y="1440"/>
                  <a:pt x="9608" y="1440"/>
                  <a:pt x="9608" y="1440"/>
                </a:cubicBezTo>
                <a:cubicBezTo>
                  <a:pt x="9608" y="1168"/>
                  <a:pt x="9680" y="1072"/>
                  <a:pt x="9872" y="1072"/>
                </a:cubicBezTo>
                <a:cubicBezTo>
                  <a:pt x="9896" y="1072"/>
                  <a:pt x="9896" y="1072"/>
                  <a:pt x="9896" y="1072"/>
                </a:cubicBezTo>
                <a:cubicBezTo>
                  <a:pt x="10040" y="1072"/>
                  <a:pt x="10112" y="1048"/>
                  <a:pt x="10112" y="920"/>
                </a:cubicBezTo>
                <a:cubicBezTo>
                  <a:pt x="10112" y="688"/>
                  <a:pt x="10112" y="688"/>
                  <a:pt x="10112" y="688"/>
                </a:cubicBezTo>
                <a:cubicBezTo>
                  <a:pt x="9808" y="688"/>
                  <a:pt x="9808" y="688"/>
                  <a:pt x="9808" y="688"/>
                </a:cubicBezTo>
                <a:cubicBezTo>
                  <a:pt x="9264" y="688"/>
                  <a:pt x="9112" y="1024"/>
                  <a:pt x="9112" y="1440"/>
                </a:cubicBezTo>
                <a:lnTo>
                  <a:pt x="9112" y="2608"/>
                </a:lnTo>
                <a:close/>
                <a:moveTo>
                  <a:pt x="10224" y="1664"/>
                </a:moveTo>
                <a:cubicBezTo>
                  <a:pt x="10224" y="2320"/>
                  <a:pt x="10544" y="2648"/>
                  <a:pt x="11200" y="2648"/>
                </a:cubicBezTo>
                <a:cubicBezTo>
                  <a:pt x="11472" y="2648"/>
                  <a:pt x="11680" y="2592"/>
                  <a:pt x="11808" y="2544"/>
                </a:cubicBezTo>
                <a:cubicBezTo>
                  <a:pt x="11808" y="2168"/>
                  <a:pt x="11808" y="2168"/>
                  <a:pt x="11808" y="2168"/>
                </a:cubicBezTo>
                <a:cubicBezTo>
                  <a:pt x="11680" y="2216"/>
                  <a:pt x="11456" y="2264"/>
                  <a:pt x="11264" y="2264"/>
                </a:cubicBezTo>
                <a:cubicBezTo>
                  <a:pt x="10912" y="2264"/>
                  <a:pt x="10720" y="2080"/>
                  <a:pt x="10720" y="1728"/>
                </a:cubicBezTo>
                <a:cubicBezTo>
                  <a:pt x="11704" y="1728"/>
                  <a:pt x="11704" y="1728"/>
                  <a:pt x="11704" y="1728"/>
                </a:cubicBezTo>
                <a:cubicBezTo>
                  <a:pt x="11864" y="1728"/>
                  <a:pt x="11928" y="1688"/>
                  <a:pt x="11928" y="1576"/>
                </a:cubicBezTo>
                <a:cubicBezTo>
                  <a:pt x="11928" y="1504"/>
                  <a:pt x="11928" y="1504"/>
                  <a:pt x="11928" y="1504"/>
                </a:cubicBezTo>
                <a:cubicBezTo>
                  <a:pt x="11928" y="1024"/>
                  <a:pt x="11672" y="648"/>
                  <a:pt x="11128" y="648"/>
                </a:cubicBezTo>
                <a:cubicBezTo>
                  <a:pt x="10552" y="648"/>
                  <a:pt x="10224" y="1088"/>
                  <a:pt x="10224" y="1664"/>
                </a:cubicBezTo>
                <a:close/>
                <a:moveTo>
                  <a:pt x="11112" y="1016"/>
                </a:moveTo>
                <a:cubicBezTo>
                  <a:pt x="11320" y="1016"/>
                  <a:pt x="11432" y="1160"/>
                  <a:pt x="11432" y="1400"/>
                </a:cubicBezTo>
                <a:cubicBezTo>
                  <a:pt x="10728" y="1400"/>
                  <a:pt x="10728" y="1400"/>
                  <a:pt x="10728" y="1400"/>
                </a:cubicBezTo>
                <a:cubicBezTo>
                  <a:pt x="10760" y="1160"/>
                  <a:pt x="10904" y="1016"/>
                  <a:pt x="11112" y="1016"/>
                </a:cubicBezTo>
                <a:close/>
                <a:moveTo>
                  <a:pt x="12232" y="1264"/>
                </a:moveTo>
                <a:cubicBezTo>
                  <a:pt x="12232" y="1904"/>
                  <a:pt x="13012" y="1728"/>
                  <a:pt x="13012" y="2064"/>
                </a:cubicBezTo>
                <a:cubicBezTo>
                  <a:pt x="13012" y="2192"/>
                  <a:pt x="12888" y="2264"/>
                  <a:pt x="12696" y="2264"/>
                </a:cubicBezTo>
                <a:cubicBezTo>
                  <a:pt x="12552" y="2264"/>
                  <a:pt x="12396" y="2240"/>
                  <a:pt x="12284" y="2208"/>
                </a:cubicBezTo>
                <a:cubicBezTo>
                  <a:pt x="12276" y="2608"/>
                  <a:pt x="12276" y="2608"/>
                  <a:pt x="12276" y="2608"/>
                </a:cubicBezTo>
                <a:cubicBezTo>
                  <a:pt x="12388" y="2632"/>
                  <a:pt x="12528" y="2648"/>
                  <a:pt x="12672" y="2648"/>
                </a:cubicBezTo>
                <a:cubicBezTo>
                  <a:pt x="13184" y="2648"/>
                  <a:pt x="13524" y="2400"/>
                  <a:pt x="13524" y="2016"/>
                </a:cubicBezTo>
                <a:cubicBezTo>
                  <a:pt x="13524" y="1392"/>
                  <a:pt x="12736" y="1520"/>
                  <a:pt x="12736" y="1216"/>
                </a:cubicBezTo>
                <a:cubicBezTo>
                  <a:pt x="12736" y="1088"/>
                  <a:pt x="12848" y="1024"/>
                  <a:pt x="13024" y="1024"/>
                </a:cubicBezTo>
                <a:cubicBezTo>
                  <a:pt x="13088" y="1024"/>
                  <a:pt x="13152" y="1028"/>
                  <a:pt x="13200" y="1028"/>
                </a:cubicBezTo>
                <a:cubicBezTo>
                  <a:pt x="13312" y="1028"/>
                  <a:pt x="13400" y="1008"/>
                  <a:pt x="13400" y="816"/>
                </a:cubicBezTo>
                <a:cubicBezTo>
                  <a:pt x="13400" y="680"/>
                  <a:pt x="13400" y="680"/>
                  <a:pt x="13400" y="680"/>
                </a:cubicBezTo>
                <a:cubicBezTo>
                  <a:pt x="13400" y="680"/>
                  <a:pt x="13224" y="648"/>
                  <a:pt x="13048" y="648"/>
                </a:cubicBezTo>
                <a:cubicBezTo>
                  <a:pt x="12504" y="648"/>
                  <a:pt x="12232" y="928"/>
                  <a:pt x="12232" y="1264"/>
                </a:cubicBezTo>
                <a:close/>
              </a:path>
            </a:pathLst>
          </a:custGeom>
          <a:solidFill>
            <a:schemeClr val="bg1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EEA063B1-D1BB-422B-A945-0E0BF929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0296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CA897A52-D4CF-4702-BCED-5706FDE7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989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335B6879-93B0-4CA7-BCA9-D4FA9240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527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Enabling_deltalife_wit">
            <a:extLst>
              <a:ext uri="{FF2B5EF4-FFF2-40B4-BE49-F238E27FC236}">
                <a16:creationId xmlns:a16="http://schemas.microsoft.com/office/drawing/2014/main" id="{F6979AE7-8CDB-45F8-88A4-AC18A1F0E5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5947200"/>
            <a:ext cx="3175200" cy="75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408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08333E-7 7.40741E-7 L -0.0332 0.0604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67" y="300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400000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8.33333E-7 2.22222E-6 L 0.04115 -0.07477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57" y="-375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8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400000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2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2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  <p:bldP spid="10" grpId="0" animBg="1"/>
      <p:bldP spid="10" grpId="1" animBg="1"/>
      <p:bldP spid="10" grpId="2" animBg="1"/>
      <p:bldP spid="3" grpId="0" animBg="1"/>
      <p:bldP spid="12" grpId="0" animBg="1"/>
    </p:bldLst>
  </p:timing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65">
            <a:extLst>
              <a:ext uri="{FF2B5EF4-FFF2-40B4-BE49-F238E27FC236}">
                <a16:creationId xmlns:a16="http://schemas.microsoft.com/office/drawing/2014/main" id="{D8C9B7F8-6288-4D09-BD88-8006B973F31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55650" y="2820473"/>
            <a:ext cx="11436350" cy="4037527"/>
          </a:xfrm>
          <a:blipFill>
            <a:blip r:embed="rId2"/>
            <a:stretch>
              <a:fillRect/>
            </a:stretch>
          </a:blipFill>
        </p:spPr>
        <p:txBody>
          <a:bodyPr tIns="234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B90DCA0-4985-4FE6-A3E0-A65236F17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29" name="Tekstvak 28">
            <a:hlinkClick r:id="rId3"/>
            <a:extLst>
              <a:ext uri="{FF2B5EF4-FFF2-40B4-BE49-F238E27FC236}">
                <a16:creationId xmlns:a16="http://schemas.microsoft.com/office/drawing/2014/main" id="{C731B5EA-6866-4EBE-8138-DEC893F2E2E3}"/>
              </a:ext>
            </a:extLst>
          </p:cNvPr>
          <p:cNvSpPr txBox="1"/>
          <p:nvPr userDrawn="1"/>
        </p:nvSpPr>
        <p:spPr>
          <a:xfrm>
            <a:off x="1260000" y="2267999"/>
            <a:ext cx="194961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info@deltares.nl</a:t>
            </a:r>
          </a:p>
        </p:txBody>
      </p:sp>
      <p:sp>
        <p:nvSpPr>
          <p:cNvPr id="30" name="Tekstvak 29">
            <a:hlinkClick r:id="rId4"/>
            <a:extLst>
              <a:ext uri="{FF2B5EF4-FFF2-40B4-BE49-F238E27FC236}">
                <a16:creationId xmlns:a16="http://schemas.microsoft.com/office/drawing/2014/main" id="{B2A41075-9E8D-4E25-B2BA-1D1DD506088A}"/>
              </a:ext>
            </a:extLst>
          </p:cNvPr>
          <p:cNvSpPr txBox="1"/>
          <p:nvPr userDrawn="1"/>
        </p:nvSpPr>
        <p:spPr>
          <a:xfrm>
            <a:off x="4212000" y="1763999"/>
            <a:ext cx="187166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@deltares</a:t>
            </a:r>
          </a:p>
        </p:txBody>
      </p:sp>
      <p:sp>
        <p:nvSpPr>
          <p:cNvPr id="31" name="Tekstvak 30">
            <a:hlinkClick r:id="rId5"/>
            <a:extLst>
              <a:ext uri="{FF2B5EF4-FFF2-40B4-BE49-F238E27FC236}">
                <a16:creationId xmlns:a16="http://schemas.microsoft.com/office/drawing/2014/main" id="{58C063EF-2783-4DB8-8B62-49C28C8695C5}"/>
              </a:ext>
            </a:extLst>
          </p:cNvPr>
          <p:cNvSpPr txBox="1"/>
          <p:nvPr userDrawn="1"/>
        </p:nvSpPr>
        <p:spPr>
          <a:xfrm>
            <a:off x="6912000" y="1763999"/>
            <a:ext cx="434442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linkedin.com/company/deltares</a:t>
            </a:r>
          </a:p>
        </p:txBody>
      </p:sp>
      <p:sp>
        <p:nvSpPr>
          <p:cNvPr id="32" name="Tekstvak 31">
            <a:hlinkClick r:id="rId6"/>
            <a:extLst>
              <a:ext uri="{FF2B5EF4-FFF2-40B4-BE49-F238E27FC236}">
                <a16:creationId xmlns:a16="http://schemas.microsoft.com/office/drawing/2014/main" id="{5F163D96-77E3-420C-8665-5CE311574B20}"/>
              </a:ext>
            </a:extLst>
          </p:cNvPr>
          <p:cNvSpPr txBox="1"/>
          <p:nvPr userDrawn="1"/>
        </p:nvSpPr>
        <p:spPr>
          <a:xfrm>
            <a:off x="1260000" y="1763999"/>
            <a:ext cx="194961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www.deltares.nl</a:t>
            </a:r>
          </a:p>
        </p:txBody>
      </p:sp>
      <p:sp>
        <p:nvSpPr>
          <p:cNvPr id="33" name="Tekstvak 32">
            <a:hlinkClick r:id="rId7"/>
            <a:extLst>
              <a:ext uri="{FF2B5EF4-FFF2-40B4-BE49-F238E27FC236}">
                <a16:creationId xmlns:a16="http://schemas.microsoft.com/office/drawing/2014/main" id="{3B4E325A-D4A5-415E-A8C3-FF4A98631369}"/>
              </a:ext>
            </a:extLst>
          </p:cNvPr>
          <p:cNvSpPr txBox="1"/>
          <p:nvPr userDrawn="1"/>
        </p:nvSpPr>
        <p:spPr>
          <a:xfrm>
            <a:off x="4212000" y="2267999"/>
            <a:ext cx="187166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@deltares</a:t>
            </a:r>
          </a:p>
        </p:txBody>
      </p:sp>
      <p:sp>
        <p:nvSpPr>
          <p:cNvPr id="34" name="Tekstvak 33">
            <a:hlinkClick r:id="rId8"/>
            <a:extLst>
              <a:ext uri="{FF2B5EF4-FFF2-40B4-BE49-F238E27FC236}">
                <a16:creationId xmlns:a16="http://schemas.microsoft.com/office/drawing/2014/main" id="{052934D0-6B1B-4AB9-8002-224050C7A1A1}"/>
              </a:ext>
            </a:extLst>
          </p:cNvPr>
          <p:cNvSpPr txBox="1"/>
          <p:nvPr userDrawn="1"/>
        </p:nvSpPr>
        <p:spPr>
          <a:xfrm>
            <a:off x="6912000" y="2267999"/>
            <a:ext cx="434442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facebook.com/deltaresNL</a:t>
            </a:r>
          </a:p>
        </p:txBody>
      </p:sp>
      <p:sp>
        <p:nvSpPr>
          <p:cNvPr id="17" name="Tijdelijke aanduiding voor tekst 61">
            <a:extLst>
              <a:ext uri="{FF2B5EF4-FFF2-40B4-BE49-F238E27FC236}">
                <a16:creationId xmlns:a16="http://schemas.microsoft.com/office/drawing/2014/main" id="{3D815638-2A87-40E4-BC3A-FB4D1E25ACB0}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>
          <a:xfrm>
            <a:off x="9531707" y="5835881"/>
            <a:ext cx="2340000" cy="758729"/>
          </a:xfrm>
          <a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3240000" rIns="0"/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hlinkClick r:id="rId6"/>
            <a:extLst>
              <a:ext uri="{FF2B5EF4-FFF2-40B4-BE49-F238E27FC236}">
                <a16:creationId xmlns:a16="http://schemas.microsoft.com/office/drawing/2014/main" id="{0D7005BD-5B17-436C-95BF-D53FCBDA054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6000" y="1764000"/>
            <a:ext cx="306000" cy="306000"/>
          </a:xfrm>
          <a:prstGeom prst="rect">
            <a:avLst/>
          </a:prstGeom>
        </p:spPr>
      </p:pic>
      <p:pic>
        <p:nvPicPr>
          <p:cNvPr id="9" name="Graphic 8">
            <a:hlinkClick r:id="rId5"/>
            <a:extLst>
              <a:ext uri="{FF2B5EF4-FFF2-40B4-BE49-F238E27FC236}">
                <a16:creationId xmlns:a16="http://schemas.microsoft.com/office/drawing/2014/main" id="{48ED5D6E-BB00-4DF8-8A4A-B64CCA32001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08000" y="1764000"/>
            <a:ext cx="306000" cy="306000"/>
          </a:xfrm>
          <a:prstGeom prst="rect">
            <a:avLst/>
          </a:prstGeom>
        </p:spPr>
      </p:pic>
      <p:pic>
        <p:nvPicPr>
          <p:cNvPr id="12" name="Graphic 11">
            <a:hlinkClick r:id="rId3"/>
            <a:extLst>
              <a:ext uri="{FF2B5EF4-FFF2-40B4-BE49-F238E27FC236}">
                <a16:creationId xmlns:a16="http://schemas.microsoft.com/office/drawing/2014/main" id="{3D248AEC-10A5-4B7E-BF95-2E949619BAC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56000" y="2268000"/>
            <a:ext cx="306000" cy="306000"/>
          </a:xfrm>
          <a:prstGeom prst="rect">
            <a:avLst/>
          </a:prstGeom>
        </p:spPr>
      </p:pic>
      <p:pic>
        <p:nvPicPr>
          <p:cNvPr id="16" name="Graphic 15">
            <a:hlinkClick r:id="rId8"/>
            <a:extLst>
              <a:ext uri="{FF2B5EF4-FFF2-40B4-BE49-F238E27FC236}">
                <a16:creationId xmlns:a16="http://schemas.microsoft.com/office/drawing/2014/main" id="{54EB740A-0F53-4E1C-8587-DA2F01870AD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08000" y="2268000"/>
            <a:ext cx="306000" cy="306000"/>
          </a:xfrm>
          <a:prstGeom prst="rect">
            <a:avLst/>
          </a:prstGeom>
        </p:spPr>
      </p:pic>
      <p:pic>
        <p:nvPicPr>
          <p:cNvPr id="19" name="Graphic 18">
            <a:hlinkClick r:id="rId4"/>
            <a:extLst>
              <a:ext uri="{FF2B5EF4-FFF2-40B4-BE49-F238E27FC236}">
                <a16:creationId xmlns:a16="http://schemas.microsoft.com/office/drawing/2014/main" id="{3C2A80C3-6754-49BB-AE1D-787E3C8B82C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708000" y="1764000"/>
            <a:ext cx="306000" cy="306000"/>
          </a:xfrm>
          <a:prstGeom prst="rect">
            <a:avLst/>
          </a:prstGeom>
        </p:spPr>
      </p:pic>
      <p:pic>
        <p:nvPicPr>
          <p:cNvPr id="44" name="Graphic 43">
            <a:hlinkClick r:id="rId7"/>
            <a:extLst>
              <a:ext uri="{FF2B5EF4-FFF2-40B4-BE49-F238E27FC236}">
                <a16:creationId xmlns:a16="http://schemas.microsoft.com/office/drawing/2014/main" id="{7232CAEC-F3CE-4040-A772-F8A6B9302514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08000" y="2268000"/>
            <a:ext cx="306000" cy="306000"/>
          </a:xfrm>
          <a:prstGeom prst="rect">
            <a:avLst/>
          </a:prstGeom>
        </p:spPr>
      </p:pic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4416EE60-04E7-4A49-88D4-1122BC4AF7D8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755650" y="3288888"/>
            <a:ext cx="2863850" cy="3096290"/>
          </a:xfrm>
          <a:custGeom>
            <a:avLst/>
            <a:gdLst>
              <a:gd name="connsiteX0" fmla="*/ 2525609 w 5497409"/>
              <a:gd name="connsiteY0" fmla="*/ 0 h 5943600"/>
              <a:gd name="connsiteX1" fmla="*/ 5497409 w 5497409"/>
              <a:gd name="connsiteY1" fmla="*/ 2971800 h 5943600"/>
              <a:gd name="connsiteX2" fmla="*/ 2525609 w 5497409"/>
              <a:gd name="connsiteY2" fmla="*/ 5943600 h 5943600"/>
              <a:gd name="connsiteX3" fmla="*/ 61346 w 5497409"/>
              <a:gd name="connsiteY3" fmla="*/ 4633362 h 5943600"/>
              <a:gd name="connsiteX4" fmla="*/ 0 w 5497409"/>
              <a:gd name="connsiteY4" fmla="*/ 4532384 h 5943600"/>
              <a:gd name="connsiteX5" fmla="*/ 0 w 5497409"/>
              <a:gd name="connsiteY5" fmla="*/ 1411217 h 5943600"/>
              <a:gd name="connsiteX6" fmla="*/ 61346 w 5497409"/>
              <a:gd name="connsiteY6" fmla="*/ 1310238 h 5943600"/>
              <a:gd name="connsiteX7" fmla="*/ 2525609 w 5497409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09" h="5943600">
                <a:moveTo>
                  <a:pt x="2525609" y="0"/>
                </a:moveTo>
                <a:cubicBezTo>
                  <a:pt x="4166889" y="0"/>
                  <a:pt x="5497409" y="1330520"/>
                  <a:pt x="5497409" y="2971800"/>
                </a:cubicBezTo>
                <a:cubicBezTo>
                  <a:pt x="5497409" y="4613080"/>
                  <a:pt x="4166889" y="5943600"/>
                  <a:pt x="2525609" y="5943600"/>
                </a:cubicBezTo>
                <a:cubicBezTo>
                  <a:pt x="1499809" y="5943600"/>
                  <a:pt x="595400" y="5423866"/>
                  <a:pt x="61346" y="4633362"/>
                </a:cubicBezTo>
                <a:lnTo>
                  <a:pt x="0" y="4532384"/>
                </a:lnTo>
                <a:lnTo>
                  <a:pt x="0" y="1411217"/>
                </a:lnTo>
                <a:lnTo>
                  <a:pt x="61346" y="1310238"/>
                </a:lnTo>
                <a:cubicBezTo>
                  <a:pt x="595400" y="519735"/>
                  <a:pt x="1499809" y="0"/>
                  <a:pt x="252560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10800000" scaled="1"/>
            <a:tileRect/>
          </a:gradFill>
        </p:spPr>
        <p:txBody>
          <a:bodyPr vert="wordArtVert" wrap="square" rIns="6336000">
            <a:noAutofit/>
          </a:bodyPr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30A32AC-B6B9-49DA-96CB-8FA7566F258D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0867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5B33C15-FA3F-4488-B605-FD2E5912A64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5561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7A43FF58-601A-486A-BC3C-8646024C246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4099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5255237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3045" userDrawn="1">
          <p15:clr>
            <a:srgbClr val="FBAE40"/>
          </p15:clr>
        </p15:guide>
        <p15:guide id="2" orient="horz" pos="2058" userDrawn="1">
          <p15:clr>
            <a:srgbClr val="FBAE40"/>
          </p15:clr>
        </p15:guide>
        <p15:guide id="3" orient="horz" pos="4026" userDrawn="1">
          <p15:clr>
            <a:srgbClr val="FBAE40"/>
          </p15:clr>
        </p15:guide>
        <p15:guide id="4" pos="4044" userDrawn="1">
          <p15:clr>
            <a:srgbClr val="FBAE40"/>
          </p15:clr>
        </p15:guide>
        <p15:guide id="5" pos="4362" userDrawn="1">
          <p15:clr>
            <a:srgbClr val="FBAE40"/>
          </p15:clr>
        </p15:guide>
        <p15:guide id="6" pos="2661" userDrawn="1">
          <p15:clr>
            <a:srgbClr val="FBAE40"/>
          </p15:clr>
        </p15:guide>
        <p15:guide id="7" pos="2343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(Vrij invulba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65">
            <a:extLst>
              <a:ext uri="{FF2B5EF4-FFF2-40B4-BE49-F238E27FC236}">
                <a16:creationId xmlns:a16="http://schemas.microsoft.com/office/drawing/2014/main" id="{D8C9B7F8-6288-4D09-BD88-8006B973F31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55650" y="2820473"/>
            <a:ext cx="11436350" cy="4037527"/>
          </a:xfrm>
          <a:blipFill>
            <a:blip r:embed="rId2"/>
            <a:stretch>
              <a:fillRect/>
            </a:stretch>
          </a:blipFill>
        </p:spPr>
        <p:txBody>
          <a:bodyPr tIns="234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B90DCA0-4985-4FE6-A3E0-A65236F17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7" name="Tijdelijke aanduiding voor tekst 61">
            <a:extLst>
              <a:ext uri="{FF2B5EF4-FFF2-40B4-BE49-F238E27FC236}">
                <a16:creationId xmlns:a16="http://schemas.microsoft.com/office/drawing/2014/main" id="{3D815638-2A87-40E4-BC3A-FB4D1E25ACB0}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>
          <a:xfrm>
            <a:off x="9531707" y="5835881"/>
            <a:ext cx="2340000" cy="758729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3240000" rIns="0"/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4416EE60-04E7-4A49-88D4-1122BC4AF7D8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755650" y="3288888"/>
            <a:ext cx="2863850" cy="3096290"/>
          </a:xfrm>
          <a:custGeom>
            <a:avLst/>
            <a:gdLst>
              <a:gd name="connsiteX0" fmla="*/ 2525609 w 5497409"/>
              <a:gd name="connsiteY0" fmla="*/ 0 h 5943600"/>
              <a:gd name="connsiteX1" fmla="*/ 5497409 w 5497409"/>
              <a:gd name="connsiteY1" fmla="*/ 2971800 h 5943600"/>
              <a:gd name="connsiteX2" fmla="*/ 2525609 w 5497409"/>
              <a:gd name="connsiteY2" fmla="*/ 5943600 h 5943600"/>
              <a:gd name="connsiteX3" fmla="*/ 61346 w 5497409"/>
              <a:gd name="connsiteY3" fmla="*/ 4633362 h 5943600"/>
              <a:gd name="connsiteX4" fmla="*/ 0 w 5497409"/>
              <a:gd name="connsiteY4" fmla="*/ 4532384 h 5943600"/>
              <a:gd name="connsiteX5" fmla="*/ 0 w 5497409"/>
              <a:gd name="connsiteY5" fmla="*/ 1411217 h 5943600"/>
              <a:gd name="connsiteX6" fmla="*/ 61346 w 5497409"/>
              <a:gd name="connsiteY6" fmla="*/ 1310238 h 5943600"/>
              <a:gd name="connsiteX7" fmla="*/ 2525609 w 5497409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09" h="5943600">
                <a:moveTo>
                  <a:pt x="2525609" y="0"/>
                </a:moveTo>
                <a:cubicBezTo>
                  <a:pt x="4166889" y="0"/>
                  <a:pt x="5497409" y="1330520"/>
                  <a:pt x="5497409" y="2971800"/>
                </a:cubicBezTo>
                <a:cubicBezTo>
                  <a:pt x="5497409" y="4613080"/>
                  <a:pt x="4166889" y="5943600"/>
                  <a:pt x="2525609" y="5943600"/>
                </a:cubicBezTo>
                <a:cubicBezTo>
                  <a:pt x="1499809" y="5943600"/>
                  <a:pt x="595400" y="5423866"/>
                  <a:pt x="61346" y="4633362"/>
                </a:cubicBezTo>
                <a:lnTo>
                  <a:pt x="0" y="4532384"/>
                </a:lnTo>
                <a:lnTo>
                  <a:pt x="0" y="1411217"/>
                </a:lnTo>
                <a:lnTo>
                  <a:pt x="61346" y="1310238"/>
                </a:lnTo>
                <a:cubicBezTo>
                  <a:pt x="595400" y="519735"/>
                  <a:pt x="1499809" y="0"/>
                  <a:pt x="252560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10800000" scaled="1"/>
            <a:tileRect/>
          </a:gradFill>
        </p:spPr>
        <p:txBody>
          <a:bodyPr vert="wordArtVert" wrap="square" rIns="6336000">
            <a:noAutofit/>
          </a:bodyPr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30A32AC-B6B9-49DA-96CB-8FA7566F258D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0867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5B33C15-FA3F-4488-B605-FD2E5912A64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5561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7A43FF58-601A-486A-BC3C-8646024C246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4099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3" name="Tijdelijke aanduiding voor tekst 3">
            <a:extLst>
              <a:ext uri="{FF2B5EF4-FFF2-40B4-BE49-F238E27FC236}">
                <a16:creationId xmlns:a16="http://schemas.microsoft.com/office/drawing/2014/main" id="{D05F72AB-9143-4CEB-9995-BC46F87996D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60000" y="1764000"/>
            <a:ext cx="2448000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4" name="Tijdelijke aanduiding voor tekst 3">
            <a:extLst>
              <a:ext uri="{FF2B5EF4-FFF2-40B4-BE49-F238E27FC236}">
                <a16:creationId xmlns:a16="http://schemas.microsoft.com/office/drawing/2014/main" id="{140C74ED-3843-44B5-A036-98F1C0983D0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260000" y="2268000"/>
            <a:ext cx="2448000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5" name="Tijdelijke aanduiding voor tekst 3">
            <a:extLst>
              <a:ext uri="{FF2B5EF4-FFF2-40B4-BE49-F238E27FC236}">
                <a16:creationId xmlns:a16="http://schemas.microsoft.com/office/drawing/2014/main" id="{7CB3B72F-829E-4802-89CE-5FAA8872114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212000" y="1764000"/>
            <a:ext cx="2195512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6" name="Tijdelijke aanduiding voor tekst 3">
            <a:extLst>
              <a:ext uri="{FF2B5EF4-FFF2-40B4-BE49-F238E27FC236}">
                <a16:creationId xmlns:a16="http://schemas.microsoft.com/office/drawing/2014/main" id="{E96C0F79-C1F5-448A-9B02-130652C5EFD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212000" y="2268000"/>
            <a:ext cx="2195512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7" name="Tijdelijke aanduiding voor tekst 3">
            <a:extLst>
              <a:ext uri="{FF2B5EF4-FFF2-40B4-BE49-F238E27FC236}">
                <a16:creationId xmlns:a16="http://schemas.microsoft.com/office/drawing/2014/main" id="{3008B147-EF81-4851-A6A3-FDBC85BB5B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910369" y="1764000"/>
            <a:ext cx="4362394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8" name="Tijdelijke aanduiding voor tekst 3">
            <a:extLst>
              <a:ext uri="{FF2B5EF4-FFF2-40B4-BE49-F238E27FC236}">
                <a16:creationId xmlns:a16="http://schemas.microsoft.com/office/drawing/2014/main" id="{D61D01F4-0D94-49A0-A0C6-2A6964B3939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910369" y="2268000"/>
            <a:ext cx="4362394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13" name="Tijdelijke aanduiding voor afbeelding 12">
            <a:extLst>
              <a:ext uri="{FF2B5EF4-FFF2-40B4-BE49-F238E27FC236}">
                <a16:creationId xmlns:a16="http://schemas.microsoft.com/office/drawing/2014/main" id="{12238712-852D-4C83-A179-EE0F3F65535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5650" y="1764000"/>
            <a:ext cx="306000" cy="30600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5" name="Tijdelijke aanduiding voor afbeelding 12">
            <a:extLst>
              <a:ext uri="{FF2B5EF4-FFF2-40B4-BE49-F238E27FC236}">
                <a16:creationId xmlns:a16="http://schemas.microsoft.com/office/drawing/2014/main" id="{B94B33D8-9ADC-46F3-9BAD-244DD869287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55650" y="2268000"/>
            <a:ext cx="306000" cy="306000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6" name="Tijdelijke aanduiding voor afbeelding 12">
            <a:extLst>
              <a:ext uri="{FF2B5EF4-FFF2-40B4-BE49-F238E27FC236}">
                <a16:creationId xmlns:a16="http://schemas.microsoft.com/office/drawing/2014/main" id="{7B078E79-A086-4E54-9016-28A2DBA0692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708000" y="1764000"/>
            <a:ext cx="306000" cy="306000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7" name="Tijdelijke aanduiding voor afbeelding 12">
            <a:extLst>
              <a:ext uri="{FF2B5EF4-FFF2-40B4-BE49-F238E27FC236}">
                <a16:creationId xmlns:a16="http://schemas.microsoft.com/office/drawing/2014/main" id="{9A2E3717-085D-4920-9B0E-8DBF1A42FCA7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708000" y="2268000"/>
            <a:ext cx="306000" cy="306000"/>
          </a:xfr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8" name="Tijdelijke aanduiding voor afbeelding 12">
            <a:extLst>
              <a:ext uri="{FF2B5EF4-FFF2-40B4-BE49-F238E27FC236}">
                <a16:creationId xmlns:a16="http://schemas.microsoft.com/office/drawing/2014/main" id="{77467CBB-F989-40AA-BAA1-DDC3FE2145D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408000" y="1764000"/>
            <a:ext cx="306000" cy="306000"/>
          </a:xfr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9" name="Tijdelijke aanduiding voor afbeelding 12">
            <a:extLst>
              <a:ext uri="{FF2B5EF4-FFF2-40B4-BE49-F238E27FC236}">
                <a16:creationId xmlns:a16="http://schemas.microsoft.com/office/drawing/2014/main" id="{1C25A578-0CC7-464F-9CFB-1B9EC232EF8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408000" y="2268000"/>
            <a:ext cx="306000" cy="306000"/>
          </a:xfr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09454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3045">
          <p15:clr>
            <a:srgbClr val="FBAE40"/>
          </p15:clr>
        </p15:guide>
        <p15:guide id="2" orient="horz" pos="2058">
          <p15:clr>
            <a:srgbClr val="FBAE40"/>
          </p15:clr>
        </p15:guide>
        <p15:guide id="3" orient="horz" pos="4026">
          <p15:clr>
            <a:srgbClr val="FBAE40"/>
          </p15:clr>
        </p15:guide>
        <p15:guide id="4" pos="4044">
          <p15:clr>
            <a:srgbClr val="FBAE40"/>
          </p15:clr>
        </p15:guide>
        <p15:guide id="5" pos="4362">
          <p15:clr>
            <a:srgbClr val="FBAE40"/>
          </p15:clr>
        </p15:guide>
        <p15:guide id="6" pos="2661">
          <p15:clr>
            <a:srgbClr val="FBAE40"/>
          </p15:clr>
        </p15:guide>
        <p15:guide id="7" pos="234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Footer Bar">
            <a:extLst>
              <a:ext uri="{FF2B5EF4-FFF2-40B4-BE49-F238E27FC236}">
                <a16:creationId xmlns:a16="http://schemas.microsoft.com/office/drawing/2014/main" id="{022EB8B7-6824-4AED-BB2B-C0B109993AD1}"/>
              </a:ext>
            </a:extLst>
          </p:cNvPr>
          <p:cNvGrpSpPr/>
          <p:nvPr userDrawn="1"/>
        </p:nvGrpSpPr>
        <p:grpSpPr>
          <a:xfrm>
            <a:off x="11742000" y="0"/>
            <a:ext cx="450000" cy="6858000"/>
            <a:chOff x="11742000" y="0"/>
            <a:chExt cx="450000" cy="6858000"/>
          </a:xfrm>
          <a:solidFill>
            <a:schemeClr val="accent2">
              <a:alpha val="5882"/>
            </a:schemeClr>
          </a:solidFill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9F9EE001-C15B-435E-9F44-1622C159FC17}"/>
                </a:ext>
              </a:extLst>
            </p:cNvPr>
            <p:cNvSpPr/>
            <p:nvPr userDrawn="1"/>
          </p:nvSpPr>
          <p:spPr>
            <a:xfrm>
              <a:off x="11742000" y="0"/>
              <a:ext cx="450000" cy="6858000"/>
            </a:xfrm>
            <a:prstGeom prst="rect">
              <a:avLst/>
            </a:prstGeom>
            <a:solidFill>
              <a:srgbClr val="F1F3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9" name="Rechte verbindingslijn 8">
              <a:extLst>
                <a:ext uri="{FF2B5EF4-FFF2-40B4-BE49-F238E27FC236}">
                  <a16:creationId xmlns:a16="http://schemas.microsoft.com/office/drawing/2014/main" id="{32440EA2-337B-4EDA-9C88-10B9002EF364}"/>
                </a:ext>
              </a:extLst>
            </p:cNvPr>
            <p:cNvCxnSpPr/>
            <p:nvPr userDrawn="1"/>
          </p:nvCxnSpPr>
          <p:spPr>
            <a:xfrm>
              <a:off x="11801530" y="6081711"/>
              <a:ext cx="324000" cy="0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8E966F5-006F-433A-9691-0B17633B2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541695"/>
            <a:ext cx="10517113" cy="93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Dia met tekst. Voorbeeld van een lange tekst over twee regels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1B2E2CE-1F7F-4603-9A75-FEAAFF738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650" y="1768763"/>
            <a:ext cx="10512349" cy="432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/>
              <a:t>Niveau 1, standaard met </a:t>
            </a:r>
            <a:r>
              <a:rPr lang="nl-NL" err="1"/>
              <a:t>bullets</a:t>
            </a:r>
            <a:endParaRPr lang="nl-NL"/>
          </a:p>
          <a:p>
            <a:pPr lvl="1"/>
            <a:r>
              <a:rPr lang="nl-NL"/>
              <a:t>Tweede niveau, (sub </a:t>
            </a:r>
            <a:r>
              <a:rPr lang="nl-NL" err="1"/>
              <a:t>bullets</a:t>
            </a:r>
            <a:r>
              <a:rPr lang="nl-NL"/>
              <a:t>)</a:t>
            </a:r>
          </a:p>
          <a:p>
            <a:pPr lvl="2"/>
            <a:r>
              <a:rPr lang="nl-NL"/>
              <a:t>Derde niveau (Leestekst)</a:t>
            </a:r>
          </a:p>
          <a:p>
            <a:pPr lvl="3"/>
            <a:r>
              <a:rPr lang="nl-NL"/>
              <a:t>Vierde niveau (Subtitel)</a:t>
            </a:r>
          </a:p>
          <a:p>
            <a:pPr lvl="4"/>
            <a:r>
              <a:rPr lang="nl-NL"/>
              <a:t>Vijfde niveau (Standaard met nummers)</a:t>
            </a:r>
          </a:p>
          <a:p>
            <a:pPr lvl="5"/>
            <a:r>
              <a:rPr lang="nl-NL"/>
              <a:t>Niveau zes (sub nummers)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E4571E1-7B78-4AC3-AB7A-7A15720DF4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20000" y="4157669"/>
            <a:ext cx="153888" cy="1485895"/>
          </a:xfrm>
          <a:prstGeom prst="rect">
            <a:avLst/>
          </a:prstGeom>
        </p:spPr>
        <p:txBody>
          <a:bodyPr vert="vert270" wrap="square" lIns="0" tIns="0" rIns="0" bIns="0" rtlCol="0" anchor="ctr" anchorCtr="0">
            <a:noAutofit/>
          </a:bodyPr>
          <a:lstStyle>
            <a:lvl1pPr algn="l">
              <a:defRPr sz="1000" b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004B6D2-F868-492E-8371-701F4F999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89372" y="541695"/>
            <a:ext cx="153888" cy="5101869"/>
          </a:xfrm>
          <a:prstGeom prst="rect">
            <a:avLst/>
          </a:prstGeom>
        </p:spPr>
        <p:txBody>
          <a:bodyPr vert="vert270" wrap="square" lIns="0" tIns="0" rIns="0" bIns="0" rtlCol="0" anchor="ctr" anchorCtr="0">
            <a:noAutofit/>
          </a:bodyPr>
          <a:lstStyle>
            <a:lvl1pPr algn="l">
              <a:defRPr lang="nl-NL" sz="10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F491C4D-045B-4D79-8E4E-A715678EC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3163" y="6413498"/>
            <a:ext cx="450000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ctr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5" name="Deltares_Logo_klein">
            <a:extLst>
              <a:ext uri="{FF2B5EF4-FFF2-40B4-BE49-F238E27FC236}">
                <a16:creationId xmlns:a16="http://schemas.microsoft.com/office/drawing/2014/main" id="{CA5E38F1-EE2E-4740-B411-6A2F5838BECA}"/>
              </a:ext>
            </a:extLst>
          </p:cNvPr>
          <p:cNvPicPr>
            <a:picLocks noChangeAspect="1"/>
          </p:cNvPicPr>
          <p:nvPr userDrawn="1"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756" y="6267123"/>
            <a:ext cx="1188000" cy="3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553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747" r:id="rId3"/>
    <p:sldLayoutId id="2147483691" r:id="rId4"/>
    <p:sldLayoutId id="2147483692" r:id="rId5"/>
    <p:sldLayoutId id="2147483664" r:id="rId6"/>
    <p:sldLayoutId id="2147483687" r:id="rId7"/>
    <p:sldLayoutId id="2147483689" r:id="rId8"/>
    <p:sldLayoutId id="2147483690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96" r:id="rId17"/>
    <p:sldLayoutId id="2147483682" r:id="rId18"/>
    <p:sldLayoutId id="2147483683" r:id="rId19"/>
    <p:sldLayoutId id="2147483749" r:id="rId20"/>
    <p:sldLayoutId id="2147483681" r:id="rId21"/>
    <p:sldLayoutId id="2147483752" r:id="rId22"/>
    <p:sldLayoutId id="2147483699" r:id="rId23"/>
    <p:sldLayoutId id="2147483748" r:id="rId24"/>
    <p:sldLayoutId id="2147483656" r:id="rId25"/>
    <p:sldLayoutId id="2147483753" r:id="rId26"/>
    <p:sldLayoutId id="2147483698" r:id="rId27"/>
    <p:sldLayoutId id="2147483754" r:id="rId2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24000" indent="-324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8000" indent="-324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324000" indent="-324000" algn="l" defTabSz="914400" rtl="0" eaLnBrk="1" latinLnBrk="0" hangingPunct="1">
        <a:lnSpc>
          <a:spcPct val="90000"/>
        </a:lnSpc>
        <a:spcBef>
          <a:spcPts val="1000"/>
        </a:spcBef>
        <a:buSzPct val="90000"/>
        <a:buFont typeface="+mj-lt"/>
        <a:buAutoNum type="arabicPeriod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648000" indent="-324000" algn="l" defTabSz="914400" rtl="0" eaLnBrk="1" latinLnBrk="0" hangingPunct="1">
        <a:lnSpc>
          <a:spcPct val="90000"/>
        </a:lnSpc>
        <a:spcBef>
          <a:spcPts val="500"/>
        </a:spcBef>
        <a:buSzPct val="95000"/>
        <a:buFont typeface="+mj-lt"/>
        <a:buAutoNum type="alphaL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1110" userDrawn="1">
          <p15:clr>
            <a:srgbClr val="F26B43"/>
          </p15:clr>
        </p15:guide>
        <p15:guide id="3" pos="476" userDrawn="1">
          <p15:clr>
            <a:srgbClr val="F26B43"/>
          </p15:clr>
        </p15:guide>
        <p15:guide id="4" orient="horz" pos="4133" userDrawn="1">
          <p15:clr>
            <a:srgbClr val="F26B43"/>
          </p15:clr>
        </p15:guide>
        <p15:guide id="6" pos="792" userDrawn="1">
          <p15:clr>
            <a:srgbClr val="F26B43"/>
          </p15:clr>
        </p15:guide>
        <p15:guide id="7" orient="horz" pos="3833" userDrawn="1">
          <p15:clr>
            <a:srgbClr val="F26B43"/>
          </p15:clr>
        </p15:guide>
        <p15:guide id="8" orient="horz" pos="336" userDrawn="1">
          <p15:clr>
            <a:srgbClr val="F26B43"/>
          </p15:clr>
        </p15:guide>
        <p15:guide id="9" pos="7098" userDrawn="1">
          <p15:clr>
            <a:srgbClr val="F26B43"/>
          </p15:clr>
        </p15:guide>
        <p15:guide id="10" pos="74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61032-71E4-C342-2180-8EB9272CA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1089ED-2B96-93C8-03E7-A61894A1E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381" y="1172731"/>
            <a:ext cx="3787668" cy="27140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D3B0D9-2A4E-C7DF-17B1-33CCB6ACB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771" y="1308000"/>
            <a:ext cx="3567610" cy="26073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ABB7739-7811-FC4A-5868-8E65DA3D0A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9422" y="4033649"/>
            <a:ext cx="3354221" cy="26873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B867F50-C694-C548-4FEF-02FEA8A430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1330" y="4024124"/>
            <a:ext cx="3155120" cy="26216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BF0DB6-CF65-58AD-3738-AFBED1D994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7340" y="295865"/>
            <a:ext cx="9020907" cy="77163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A22B7B6-BBFD-8DAB-5D74-94A7263EBB5E}"/>
              </a:ext>
            </a:extLst>
          </p:cNvPr>
          <p:cNvSpPr txBox="1"/>
          <p:nvPr/>
        </p:nvSpPr>
        <p:spPr>
          <a:xfrm>
            <a:off x="1599555" y="389295"/>
            <a:ext cx="88601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>
                <a:solidFill>
                  <a:srgbClr val="F98607"/>
                </a:solidFill>
              </a:rPr>
              <a:t>Pizza course: Probabilistic Library in Python</a:t>
            </a:r>
            <a:endParaRPr lang="nl-NL" sz="3200" b="1">
              <a:solidFill>
                <a:srgbClr val="F9860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068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8A4D74-0138-4615-8BF6-877A50E1B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Program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D19F8B8-12BA-4EEB-A5B6-FA7BD725F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D8CF846-EDEB-4E57-AA0D-8ECB795FB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08BB195-80F9-4C55-89E2-35FEBCD81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2</a:t>
            </a:fld>
            <a:endParaRPr lang="nl-NL"/>
          </a:p>
        </p:txBody>
      </p:sp>
      <p:sp>
        <p:nvSpPr>
          <p:cNvPr id="49" name="Tijdelijke aanduiding voor afbeelding 48">
            <a:extLst>
              <a:ext uri="{FF2B5EF4-FFF2-40B4-BE49-F238E27FC236}">
                <a16:creationId xmlns:a16="http://schemas.microsoft.com/office/drawing/2014/main" id="{DEA722B2-F2C8-41B0-9627-BF849191AAC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0" name="Tijdelijke aanduiding voor afbeelding 49">
            <a:extLst>
              <a:ext uri="{FF2B5EF4-FFF2-40B4-BE49-F238E27FC236}">
                <a16:creationId xmlns:a16="http://schemas.microsoft.com/office/drawing/2014/main" id="{B073635A-EB7E-423E-A353-A660771F732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1" name="Tijdelijke aanduiding voor afbeelding 50">
            <a:extLst>
              <a:ext uri="{FF2B5EF4-FFF2-40B4-BE49-F238E27FC236}">
                <a16:creationId xmlns:a16="http://schemas.microsoft.com/office/drawing/2014/main" id="{9436B379-63D4-427E-9EC1-24B8CA76DAA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982B00DD-5671-4971-99D8-4E4EECAF252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A23E4368-1295-4A91-8C14-374DAB5522C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3" name="Tijdelijke aanduiding voor afbeelding 12">
            <a:extLst>
              <a:ext uri="{FF2B5EF4-FFF2-40B4-BE49-F238E27FC236}">
                <a16:creationId xmlns:a16="http://schemas.microsoft.com/office/drawing/2014/main" id="{01AA78C2-40D4-4E17-A4EA-BE011856564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6" name="Tijdelijke aanduiding voor afbeelding 15">
            <a:extLst>
              <a:ext uri="{FF2B5EF4-FFF2-40B4-BE49-F238E27FC236}">
                <a16:creationId xmlns:a16="http://schemas.microsoft.com/office/drawing/2014/main" id="{39B035FE-189F-462B-9C1A-E4D39A82BCA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CF041A-587E-53D9-99F2-B368F8119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778" y="1757368"/>
            <a:ext cx="11183821" cy="240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861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91371-DA35-00E3-4059-2F6D2EA78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Theory explained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56F8A-0A81-571A-9FEB-74D7859C0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83BC-F4BF-5FE3-0931-A70F9544F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D5B51-AE84-66B8-C406-39EC47CF4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16697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86AE0-430D-47D3-5952-EC5FB0A7F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Background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8D5C6-FA35-F9F0-5D42-F12BAF41C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23850" indent="-323850"/>
            <a:r>
              <a:rPr lang="en-GB"/>
              <a:t>Two probabilistic libraries at Deltares:</a:t>
            </a:r>
            <a:endParaRPr lang="en-US"/>
          </a:p>
          <a:p>
            <a:pPr marL="647700" lvl="1" indent="-323850"/>
            <a:r>
              <a:rPr lang="en-GB"/>
              <a:t>Fortran library, used in the BOI project (safety assessment of primary flood defences in the NL)</a:t>
            </a:r>
          </a:p>
          <a:p>
            <a:pPr marL="647700" lvl="1" indent="-323850"/>
            <a:r>
              <a:rPr lang="en-GB"/>
              <a:t>C# library, used in the Probabilistic Toolkit and D-Stability</a:t>
            </a:r>
          </a:p>
          <a:p>
            <a:pPr marL="647700" lvl="1" indent="-323850"/>
            <a:endParaRPr lang="en-GB"/>
          </a:p>
          <a:p>
            <a:pPr marL="323850" indent="-323850"/>
            <a:r>
              <a:rPr lang="en-GB"/>
              <a:t>In 2024, it was decided to merge these two libraries into a new library written in C++</a:t>
            </a:r>
          </a:p>
          <a:p>
            <a:pPr marL="323850" indent="-323850"/>
            <a:endParaRPr lang="en-GB"/>
          </a:p>
          <a:p>
            <a:pPr marL="323850" indent="-323850"/>
            <a:r>
              <a:rPr lang="en-GB">
                <a:latin typeface="Arial"/>
                <a:cs typeface="Arial"/>
              </a:rPr>
              <a:t>At this moment the new library is used in the Probabilistic Toolkit. The goal is to use it in D-Stability and the BOI project, and to stop supporting the old libraries</a:t>
            </a:r>
          </a:p>
          <a:p>
            <a:pPr marL="323850" indent="-323850"/>
            <a:endParaRPr lang="en-GB"/>
          </a:p>
          <a:p>
            <a:pPr marL="323850" indent="-323850"/>
            <a:r>
              <a:rPr lang="en-GB">
                <a:latin typeface="Arial"/>
                <a:cs typeface="Arial"/>
              </a:rPr>
              <a:t>A Python wrapper and </a:t>
            </a:r>
            <a:r>
              <a:rPr lang="en-GB" err="1">
                <a:latin typeface="Arial"/>
                <a:cs typeface="Arial"/>
              </a:rPr>
              <a:t>.Net</a:t>
            </a:r>
            <a:r>
              <a:rPr lang="en-GB">
                <a:latin typeface="Arial"/>
                <a:cs typeface="Arial"/>
              </a:rPr>
              <a:t> wrapper are available for the C++ library</a:t>
            </a:r>
            <a:endParaRPr lang="nl-NL">
              <a:latin typeface="Arial"/>
              <a:cs typeface="Arial"/>
            </a:endParaRPr>
          </a:p>
          <a:p>
            <a:pPr marL="323850" indent="-323850"/>
            <a:endParaRPr lang="nl-NL"/>
          </a:p>
          <a:p>
            <a:pPr marL="323850" indent="-323850"/>
            <a:endParaRPr lang="nl-NL"/>
          </a:p>
          <a:p>
            <a:pPr marL="647700" lvl="1" indent="-323850"/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FDD3C-9C8A-AFCB-BC11-E730E7C39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71A24-AE80-1852-D24D-F6FAA07E8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D5C7F-5DCC-5F89-C362-A58105283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32301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F852-21A9-4696-5AB6-FA65D0DEC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Advantages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662CA-20D0-2553-6309-112AE0D0F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23850" indent="-323850"/>
            <a:r>
              <a:rPr lang="en-GB"/>
              <a:t>Less code duplication at Deltares</a:t>
            </a:r>
            <a:endParaRPr lang="en-US"/>
          </a:p>
          <a:p>
            <a:pPr marL="323850" indent="-323850"/>
            <a:endParaRPr lang="en-GB"/>
          </a:p>
          <a:p>
            <a:pPr marL="323850" indent="-323850"/>
            <a:r>
              <a:rPr lang="en-GB"/>
              <a:t>The new library is thoroughly validated. Its algorithms are used for the safety assessment of primary flood defences in the Netherlands and within the Probabilistic Toolkit</a:t>
            </a:r>
          </a:p>
          <a:p>
            <a:pPr marL="323850" indent="-323850"/>
            <a:endParaRPr lang="en-GB"/>
          </a:p>
          <a:p>
            <a:pPr marL="323850" indent="-323850"/>
            <a:r>
              <a:rPr lang="en-GB">
                <a:latin typeface="Arial"/>
                <a:cs typeface="Arial"/>
              </a:rPr>
              <a:t>Thanks to the Python wrapper, the library is more accessible compared to the previous Fortran and C# libraries</a:t>
            </a:r>
            <a:br>
              <a:rPr lang="en-GB">
                <a:latin typeface="Arial"/>
                <a:cs typeface="Arial"/>
              </a:rPr>
            </a:br>
            <a:endParaRPr lang="en-GB"/>
          </a:p>
          <a:p>
            <a:pPr marL="323850" indent="-323850"/>
            <a:r>
              <a:rPr lang="en-GB">
                <a:latin typeface="Arial"/>
                <a:cs typeface="Arial"/>
              </a:rPr>
              <a:t>Different applications, same answer, because the same probabilistic library is used</a:t>
            </a:r>
            <a:endParaRPr lang="en-GB"/>
          </a:p>
          <a:p>
            <a:pPr marL="0" indent="0">
              <a:buNone/>
            </a:pP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E4799-E955-4AE2-C46E-8E1D79B4B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443A8-05CA-DA15-C943-4A95853D8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05620-1387-4E55-CFEC-A171CFAB0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51458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ACD4B-2B05-3BA4-5711-E499163A8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Application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3D238-D99E-ADBA-903A-BC3E9447F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7524C-830E-DD98-AD91-E471818AD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2E6C3-7105-D2B9-EC7C-C63CFC672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6</a:t>
            </a:fld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8D109E-2945-D853-9AA7-9C8071D6DB19}"/>
              </a:ext>
            </a:extLst>
          </p:cNvPr>
          <p:cNvSpPr/>
          <p:nvPr/>
        </p:nvSpPr>
        <p:spPr>
          <a:xfrm>
            <a:off x="4429125" y="2961000"/>
            <a:ext cx="2762250" cy="936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/>
              <a:t>Model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C7DE33-7125-4BF5-1F18-BE76BA3EAF4F}"/>
              </a:ext>
            </a:extLst>
          </p:cNvPr>
          <p:cNvSpPr/>
          <p:nvPr/>
        </p:nvSpPr>
        <p:spPr>
          <a:xfrm>
            <a:off x="3673726" y="1714500"/>
            <a:ext cx="828675" cy="4953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>
                <a:solidFill>
                  <a:schemeClr val="tx1"/>
                </a:solidFill>
              </a:rPr>
              <a:t>Input 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4281D8-C6C7-757F-807B-F58DF3BADE55}"/>
              </a:ext>
            </a:extLst>
          </p:cNvPr>
          <p:cNvSpPr/>
          <p:nvPr/>
        </p:nvSpPr>
        <p:spPr>
          <a:xfrm>
            <a:off x="5391150" y="1714500"/>
            <a:ext cx="828675" cy="4953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>
                <a:solidFill>
                  <a:schemeClr val="tx1"/>
                </a:solidFill>
              </a:rPr>
              <a:t>Input 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B5471A-9A94-A87B-A3FF-F201BFD19308}"/>
              </a:ext>
            </a:extLst>
          </p:cNvPr>
          <p:cNvSpPr/>
          <p:nvPr/>
        </p:nvSpPr>
        <p:spPr>
          <a:xfrm>
            <a:off x="6825748" y="1714500"/>
            <a:ext cx="908552" cy="4953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>
                <a:solidFill>
                  <a:schemeClr val="tx1"/>
                </a:solidFill>
              </a:rPr>
              <a:t>Input 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F0979A-71ED-C4B6-F278-D455A6A8BBAF}"/>
              </a:ext>
            </a:extLst>
          </p:cNvPr>
          <p:cNvSpPr/>
          <p:nvPr/>
        </p:nvSpPr>
        <p:spPr>
          <a:xfrm>
            <a:off x="5405437" y="4611330"/>
            <a:ext cx="828675" cy="495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>
                <a:solidFill>
                  <a:schemeClr val="tx1"/>
                </a:solidFill>
              </a:rPr>
              <a:t>Output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F65F886D-9C85-29DB-8286-54F6DB3E566D}"/>
              </a:ext>
            </a:extLst>
          </p:cNvPr>
          <p:cNvCxnSpPr>
            <a:stCxn id="9" idx="2"/>
            <a:endCxn id="7" idx="0"/>
          </p:cNvCxnSpPr>
          <p:nvPr/>
        </p:nvCxnSpPr>
        <p:spPr>
          <a:xfrm rot="16200000" flipH="1">
            <a:off x="4573557" y="1724307"/>
            <a:ext cx="751200" cy="172218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B1215675-7FF9-78AB-17D8-B1E2D6E74611}"/>
              </a:ext>
            </a:extLst>
          </p:cNvPr>
          <p:cNvCxnSpPr>
            <a:stCxn id="10" idx="2"/>
            <a:endCxn id="7" idx="0"/>
          </p:cNvCxnSpPr>
          <p:nvPr/>
        </p:nvCxnSpPr>
        <p:spPr>
          <a:xfrm rot="16200000" flipH="1">
            <a:off x="5432269" y="2583019"/>
            <a:ext cx="751200" cy="476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C1E309CF-7EA9-3D68-AA86-7B30873DBA8F}"/>
              </a:ext>
            </a:extLst>
          </p:cNvPr>
          <p:cNvCxnSpPr>
            <a:stCxn id="11" idx="2"/>
            <a:endCxn id="7" idx="0"/>
          </p:cNvCxnSpPr>
          <p:nvPr/>
        </p:nvCxnSpPr>
        <p:spPr>
          <a:xfrm rot="5400000">
            <a:off x="6169537" y="1850513"/>
            <a:ext cx="751200" cy="146977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E36D9A00-D9D2-82E9-94D6-39428737A7A5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rot="16200000" flipH="1">
            <a:off x="5457847" y="4249402"/>
            <a:ext cx="714330" cy="952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020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7A628-8402-7F10-0856-5310F57CA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9A9F8-B146-2CAC-E5C8-B328D0140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Application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44327-34B1-BA25-C1EB-E4D14CE3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3559B-CDB7-B77E-F675-B1AEEC3B3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531A2-6076-A9D6-0DCA-4953EF3CE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7</a:t>
            </a:fld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936156-6721-A784-44DD-3DC3C3982A1D}"/>
              </a:ext>
            </a:extLst>
          </p:cNvPr>
          <p:cNvSpPr/>
          <p:nvPr/>
        </p:nvSpPr>
        <p:spPr>
          <a:xfrm>
            <a:off x="4429125" y="2961000"/>
            <a:ext cx="2762250" cy="936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/>
              <a:t>Model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FA48FB-38F2-8F02-6E4D-BA0D0E2F45EE}"/>
              </a:ext>
            </a:extLst>
          </p:cNvPr>
          <p:cNvSpPr/>
          <p:nvPr/>
        </p:nvSpPr>
        <p:spPr>
          <a:xfrm>
            <a:off x="3673726" y="1714500"/>
            <a:ext cx="828675" cy="4953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>
                <a:solidFill>
                  <a:schemeClr val="tx1"/>
                </a:solidFill>
              </a:rPr>
              <a:t>Input 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09048-D961-A6F5-AA1C-7A21F2A0303E}"/>
              </a:ext>
            </a:extLst>
          </p:cNvPr>
          <p:cNvSpPr/>
          <p:nvPr/>
        </p:nvSpPr>
        <p:spPr>
          <a:xfrm>
            <a:off x="5391150" y="1714500"/>
            <a:ext cx="828675" cy="4953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>
                <a:solidFill>
                  <a:schemeClr val="tx1"/>
                </a:solidFill>
              </a:rPr>
              <a:t>Input 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10B80C-8EE5-C90F-998B-E3886B9A0F92}"/>
              </a:ext>
            </a:extLst>
          </p:cNvPr>
          <p:cNvSpPr/>
          <p:nvPr/>
        </p:nvSpPr>
        <p:spPr>
          <a:xfrm>
            <a:off x="6825748" y="1714500"/>
            <a:ext cx="908552" cy="4953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>
                <a:solidFill>
                  <a:schemeClr val="tx1"/>
                </a:solidFill>
              </a:rPr>
              <a:t>Input 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6365A8-5814-F470-B611-D692B863EE86}"/>
              </a:ext>
            </a:extLst>
          </p:cNvPr>
          <p:cNvSpPr/>
          <p:nvPr/>
        </p:nvSpPr>
        <p:spPr>
          <a:xfrm>
            <a:off x="5405437" y="4611330"/>
            <a:ext cx="828675" cy="495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>
                <a:solidFill>
                  <a:schemeClr val="tx1"/>
                </a:solidFill>
              </a:rPr>
              <a:t>Output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0F301E30-A261-A6E3-2526-302A812E70E1}"/>
              </a:ext>
            </a:extLst>
          </p:cNvPr>
          <p:cNvCxnSpPr>
            <a:stCxn id="9" idx="2"/>
            <a:endCxn id="7" idx="0"/>
          </p:cNvCxnSpPr>
          <p:nvPr/>
        </p:nvCxnSpPr>
        <p:spPr>
          <a:xfrm rot="16200000" flipH="1">
            <a:off x="4573557" y="1724307"/>
            <a:ext cx="751200" cy="172218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D9541F76-56C9-906B-C042-88F1F8F7DC95}"/>
              </a:ext>
            </a:extLst>
          </p:cNvPr>
          <p:cNvCxnSpPr>
            <a:stCxn id="10" idx="2"/>
            <a:endCxn id="7" idx="0"/>
          </p:cNvCxnSpPr>
          <p:nvPr/>
        </p:nvCxnSpPr>
        <p:spPr>
          <a:xfrm rot="16200000" flipH="1">
            <a:off x="5432269" y="2583019"/>
            <a:ext cx="751200" cy="476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D4887F23-53EF-1479-56E6-5BA64E18577C}"/>
              </a:ext>
            </a:extLst>
          </p:cNvPr>
          <p:cNvCxnSpPr>
            <a:stCxn id="11" idx="2"/>
            <a:endCxn id="7" idx="0"/>
          </p:cNvCxnSpPr>
          <p:nvPr/>
        </p:nvCxnSpPr>
        <p:spPr>
          <a:xfrm rot="5400000">
            <a:off x="6169537" y="1850513"/>
            <a:ext cx="751200" cy="146977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A2E3068F-3C84-37FA-180D-21FED998CC2A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rot="16200000" flipH="1">
            <a:off x="5457847" y="4249402"/>
            <a:ext cx="714330" cy="952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0AF7F06-FEDC-C50F-8B7B-C598ACAC8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996" y="1043474"/>
            <a:ext cx="756134" cy="5908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ED5A2C-6EE8-B82D-E786-AEFCDA04E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2841" y="1053022"/>
            <a:ext cx="756134" cy="5908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01A7E29-7F5F-36D1-DEE3-A712691FF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1957" y="1053022"/>
            <a:ext cx="756134" cy="59085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23CA857-1008-5EF8-5B66-A1E275745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27" y="4515778"/>
            <a:ext cx="756134" cy="59085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DA20BFE-8AC1-7622-F3B2-4BB8FEEA0396}"/>
              </a:ext>
            </a:extLst>
          </p:cNvPr>
          <p:cNvSpPr txBox="1"/>
          <p:nvPr/>
        </p:nvSpPr>
        <p:spPr>
          <a:xfrm>
            <a:off x="7661744" y="4534093"/>
            <a:ext cx="3416320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nl-NL"/>
              <a:t>Distribution of </a:t>
            </a:r>
            <a:r>
              <a:rPr lang="nl-NL" err="1"/>
              <a:t>the</a:t>
            </a:r>
            <a:r>
              <a:rPr lang="nl-NL"/>
              <a:t> output </a:t>
            </a:r>
            <a:r>
              <a:rPr lang="nl-NL" err="1"/>
              <a:t>values</a:t>
            </a:r>
            <a:endParaRPr lang="nl-NL">
              <a:cs typeface="Arial"/>
            </a:endParaRPr>
          </a:p>
        </p:txBody>
      </p:sp>
      <p:pic>
        <p:nvPicPr>
          <p:cNvPr id="21" name="Picture 20" descr="A grid with red and green dots&#10;&#10;AI-generated content may be incorrect.">
            <a:extLst>
              <a:ext uri="{FF2B5EF4-FFF2-40B4-BE49-F238E27FC236}">
                <a16:creationId xmlns:a16="http://schemas.microsoft.com/office/drawing/2014/main" id="{205468AE-C8AA-697B-F258-229E1BE92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704" y="4383653"/>
            <a:ext cx="824892" cy="72116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661D07F-4332-C857-DFF4-09370299910E}"/>
              </a:ext>
            </a:extLst>
          </p:cNvPr>
          <p:cNvSpPr txBox="1"/>
          <p:nvPr/>
        </p:nvSpPr>
        <p:spPr>
          <a:xfrm>
            <a:off x="114813" y="4534091"/>
            <a:ext cx="3415951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nl-NL" err="1"/>
              <a:t>Interpret</a:t>
            </a:r>
            <a:r>
              <a:rPr lang="nl-NL"/>
              <a:t> output </a:t>
            </a:r>
            <a:r>
              <a:rPr lang="nl-NL" err="1"/>
              <a:t>value</a:t>
            </a:r>
            <a:r>
              <a:rPr lang="nl-NL"/>
              <a:t> as </a:t>
            </a:r>
            <a:r>
              <a:rPr lang="nl-NL" err="1"/>
              <a:t>failing</a:t>
            </a:r>
            <a:endParaRPr lang="nl-NL">
              <a:cs typeface="Arial"/>
            </a:endParaRPr>
          </a:p>
          <a:p>
            <a:r>
              <a:rPr lang="nl-NL"/>
              <a:t>or non </a:t>
            </a:r>
            <a:r>
              <a:rPr lang="nl-NL" err="1"/>
              <a:t>failing</a:t>
            </a:r>
            <a:r>
              <a:rPr lang="nl-NL"/>
              <a:t> </a:t>
            </a:r>
            <a:r>
              <a:rPr lang="nl-NL" err="1"/>
              <a:t>and</a:t>
            </a:r>
            <a:r>
              <a:rPr lang="nl-NL"/>
              <a:t> </a:t>
            </a:r>
            <a:r>
              <a:rPr lang="nl-NL" err="1"/>
              <a:t>calculate</a:t>
            </a:r>
            <a:r>
              <a:rPr lang="nl-NL"/>
              <a:t> </a:t>
            </a:r>
          </a:p>
          <a:p>
            <a:r>
              <a:rPr lang="nl-NL" err="1"/>
              <a:t>probability</a:t>
            </a:r>
            <a:r>
              <a:rPr lang="nl-NL"/>
              <a:t> of failure: </a:t>
            </a:r>
          </a:p>
          <a:p>
            <a:r>
              <a:rPr lang="nl-NL" err="1"/>
              <a:t>P</a:t>
            </a:r>
            <a:r>
              <a:rPr lang="nl-NL" baseline="-25000" err="1"/>
              <a:t>fail</a:t>
            </a:r>
            <a:r>
              <a:rPr lang="nl-NL"/>
              <a:t> = </a:t>
            </a:r>
            <a:r>
              <a:rPr lang="nl-NL" err="1"/>
              <a:t>N</a:t>
            </a:r>
            <a:r>
              <a:rPr lang="nl-NL" baseline="-25000" err="1"/>
              <a:t>fail</a:t>
            </a:r>
            <a:r>
              <a:rPr lang="nl-NL"/>
              <a:t> / </a:t>
            </a:r>
            <a:r>
              <a:rPr lang="nl-NL" err="1"/>
              <a:t>N</a:t>
            </a:r>
            <a:r>
              <a:rPr lang="nl-NL" baseline="-25000" err="1"/>
              <a:t>total</a:t>
            </a:r>
            <a:endParaRPr lang="nl-NL" baseline="-25000"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77BB98-38CB-4E63-9C1C-A0BFE0AE63B6}"/>
              </a:ext>
            </a:extLst>
          </p:cNvPr>
          <p:cNvSpPr txBox="1"/>
          <p:nvPr/>
        </p:nvSpPr>
        <p:spPr>
          <a:xfrm>
            <a:off x="7680795" y="4155049"/>
            <a:ext cx="2428870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nl-NL" b="1" err="1">
                <a:cs typeface="Arial"/>
              </a:rPr>
              <a:t>Uncertainty</a:t>
            </a:r>
            <a:r>
              <a:rPr lang="nl-NL" b="1">
                <a:cs typeface="Arial"/>
              </a:rPr>
              <a:t> analysis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4860CC-8490-EBCF-C540-D38FDC524CA5}"/>
              </a:ext>
            </a:extLst>
          </p:cNvPr>
          <p:cNvSpPr txBox="1"/>
          <p:nvPr/>
        </p:nvSpPr>
        <p:spPr>
          <a:xfrm>
            <a:off x="133863" y="4145524"/>
            <a:ext cx="2249334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nl-NL" b="1" err="1">
                <a:cs typeface="Arial"/>
              </a:rPr>
              <a:t>Reliability</a:t>
            </a:r>
            <a:r>
              <a:rPr lang="nl-NL" b="1">
                <a:cs typeface="Arial"/>
              </a:rPr>
              <a:t>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74A70E-563D-1F6D-25A8-638447B80450}"/>
              </a:ext>
            </a:extLst>
          </p:cNvPr>
          <p:cNvSpPr txBox="1"/>
          <p:nvPr/>
        </p:nvSpPr>
        <p:spPr>
          <a:xfrm>
            <a:off x="7995771" y="1047682"/>
            <a:ext cx="1954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/>
              <a:t>Distribution type</a:t>
            </a:r>
          </a:p>
          <a:p>
            <a:r>
              <a:rPr lang="nl-NL"/>
              <a:t>Distribution fitting</a:t>
            </a:r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C8C7F8C7-31BF-E18C-3309-AD182B4574D2}"/>
              </a:ext>
            </a:extLst>
          </p:cNvPr>
          <p:cNvSpPr/>
          <p:nvPr/>
        </p:nvSpPr>
        <p:spPr>
          <a:xfrm rot="16200000">
            <a:off x="6419028" y="-389913"/>
            <a:ext cx="252222" cy="222590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AF226A-BC29-76A2-5531-D85B47E480AC}"/>
              </a:ext>
            </a:extLst>
          </p:cNvPr>
          <p:cNvSpPr txBox="1"/>
          <p:nvPr/>
        </p:nvSpPr>
        <p:spPr>
          <a:xfrm>
            <a:off x="5966844" y="190850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err="1"/>
              <a:t>Correlation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3295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CCBFD-0180-8CB4-393E-C4D1BB155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98DD4-75F0-A70B-F0E6-373E8001A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Application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A2EF7-0FC9-1180-0B94-4AF3B0877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44A29-DE04-048F-9123-F4B97AD21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4B009-92FF-FEF8-4116-7635DA131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8</a:t>
            </a:fld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4CB741-5735-8448-2C34-56AD23A9A843}"/>
              </a:ext>
            </a:extLst>
          </p:cNvPr>
          <p:cNvSpPr/>
          <p:nvPr/>
        </p:nvSpPr>
        <p:spPr>
          <a:xfrm>
            <a:off x="1350652" y="3221669"/>
            <a:ext cx="2762250" cy="936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/>
              <a:t>Model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68696E-EF2C-9ADF-F9DC-8815E02AAA6D}"/>
              </a:ext>
            </a:extLst>
          </p:cNvPr>
          <p:cNvSpPr/>
          <p:nvPr/>
        </p:nvSpPr>
        <p:spPr>
          <a:xfrm>
            <a:off x="595253" y="1975169"/>
            <a:ext cx="828675" cy="4953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>
                <a:solidFill>
                  <a:schemeClr val="tx1"/>
                </a:solidFill>
              </a:rPr>
              <a:t>Input 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552CAC-57C7-EE62-5E10-20AA07ACD8AB}"/>
              </a:ext>
            </a:extLst>
          </p:cNvPr>
          <p:cNvSpPr/>
          <p:nvPr/>
        </p:nvSpPr>
        <p:spPr>
          <a:xfrm>
            <a:off x="2312677" y="1975169"/>
            <a:ext cx="828675" cy="4953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>
                <a:solidFill>
                  <a:schemeClr val="tx1"/>
                </a:solidFill>
              </a:rPr>
              <a:t>Input 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4C3327-ADCF-BE3D-2267-52A8A363C6AD}"/>
              </a:ext>
            </a:extLst>
          </p:cNvPr>
          <p:cNvSpPr/>
          <p:nvPr/>
        </p:nvSpPr>
        <p:spPr>
          <a:xfrm>
            <a:off x="3747275" y="1975169"/>
            <a:ext cx="908552" cy="4953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>
                <a:solidFill>
                  <a:schemeClr val="tx1"/>
                </a:solidFill>
              </a:rPr>
              <a:t>Input 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D1C367-2BE9-249B-A43B-B00AF91998C0}"/>
              </a:ext>
            </a:extLst>
          </p:cNvPr>
          <p:cNvSpPr/>
          <p:nvPr/>
        </p:nvSpPr>
        <p:spPr>
          <a:xfrm>
            <a:off x="2326964" y="4871999"/>
            <a:ext cx="828675" cy="495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>
                <a:solidFill>
                  <a:schemeClr val="tx1"/>
                </a:solidFill>
              </a:rPr>
              <a:t>Output 1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12313EFE-E5DD-0FAA-88CD-DBD2FB65E9D7}"/>
              </a:ext>
            </a:extLst>
          </p:cNvPr>
          <p:cNvCxnSpPr>
            <a:stCxn id="9" idx="2"/>
            <a:endCxn id="7" idx="0"/>
          </p:cNvCxnSpPr>
          <p:nvPr/>
        </p:nvCxnSpPr>
        <p:spPr>
          <a:xfrm rot="16200000" flipH="1">
            <a:off x="1495084" y="1984976"/>
            <a:ext cx="751200" cy="172218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525B1B8C-57DE-73F3-8A28-1E76D3FD9266}"/>
              </a:ext>
            </a:extLst>
          </p:cNvPr>
          <p:cNvCxnSpPr>
            <a:stCxn id="10" idx="2"/>
            <a:endCxn id="7" idx="0"/>
          </p:cNvCxnSpPr>
          <p:nvPr/>
        </p:nvCxnSpPr>
        <p:spPr>
          <a:xfrm rot="16200000" flipH="1">
            <a:off x="2353796" y="2843688"/>
            <a:ext cx="751200" cy="476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755CEB60-BE0C-69D0-1A66-006724904243}"/>
              </a:ext>
            </a:extLst>
          </p:cNvPr>
          <p:cNvCxnSpPr>
            <a:stCxn id="11" idx="2"/>
            <a:endCxn id="7" idx="0"/>
          </p:cNvCxnSpPr>
          <p:nvPr/>
        </p:nvCxnSpPr>
        <p:spPr>
          <a:xfrm rot="5400000">
            <a:off x="3091064" y="2111182"/>
            <a:ext cx="751200" cy="146977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83FB4F4A-C7B2-4205-D21E-DCF734C7BE9D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rot="16200000" flipH="1">
            <a:off x="2379374" y="4510071"/>
            <a:ext cx="714330" cy="952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E9E29623-E0C5-F6EE-D30F-C9AF18CF6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23" y="1304143"/>
            <a:ext cx="756134" cy="5908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3A92C9D-9BEE-0BEC-92C8-EF43C5430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368" y="1313691"/>
            <a:ext cx="756134" cy="5908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F50128A-BA9F-D1E7-2F64-1BEF8053B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3484" y="1313691"/>
            <a:ext cx="756134" cy="59085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ABD64E7-E506-C2E1-EA08-BCC932578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754" y="4776447"/>
            <a:ext cx="756134" cy="590852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7BF8A3E-A48B-413D-0A8A-F09096050C8A}"/>
              </a:ext>
            </a:extLst>
          </p:cNvPr>
          <p:cNvSpPr/>
          <p:nvPr/>
        </p:nvSpPr>
        <p:spPr>
          <a:xfrm>
            <a:off x="6980477" y="3221668"/>
            <a:ext cx="2762250" cy="936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/>
              <a:t>Model 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A40700-6FE5-CF51-F369-553787C9C3C6}"/>
              </a:ext>
            </a:extLst>
          </p:cNvPr>
          <p:cNvSpPr/>
          <p:nvPr/>
        </p:nvSpPr>
        <p:spPr>
          <a:xfrm>
            <a:off x="7925614" y="1975168"/>
            <a:ext cx="863851" cy="4953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>
                <a:solidFill>
                  <a:schemeClr val="tx1"/>
                </a:solidFill>
              </a:rPr>
              <a:t>Input 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FDF9272-5657-2545-2EDD-48DE5E49FF2E}"/>
              </a:ext>
            </a:extLst>
          </p:cNvPr>
          <p:cNvSpPr/>
          <p:nvPr/>
        </p:nvSpPr>
        <p:spPr>
          <a:xfrm>
            <a:off x="9377100" y="1975168"/>
            <a:ext cx="908552" cy="4953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>
                <a:solidFill>
                  <a:schemeClr val="tx1"/>
                </a:solidFill>
              </a:rPr>
              <a:t>Input 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CA4ABB-543E-8F68-1046-D063D7FAB7E3}"/>
              </a:ext>
            </a:extLst>
          </p:cNvPr>
          <p:cNvSpPr/>
          <p:nvPr/>
        </p:nvSpPr>
        <p:spPr>
          <a:xfrm>
            <a:off x="7956789" y="4871998"/>
            <a:ext cx="828675" cy="495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>
                <a:solidFill>
                  <a:schemeClr val="tx1"/>
                </a:solidFill>
              </a:rPr>
              <a:t>Output 2</a:t>
            </a:r>
          </a:p>
        </p:txBody>
      </p: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C883F931-6D06-BD77-8E65-75702082221C}"/>
              </a:ext>
            </a:extLst>
          </p:cNvPr>
          <p:cNvCxnSpPr>
            <a:cxnSpLocks/>
            <a:stCxn id="11" idx="2"/>
            <a:endCxn id="22" idx="0"/>
          </p:cNvCxnSpPr>
          <p:nvPr/>
        </p:nvCxnSpPr>
        <p:spPr>
          <a:xfrm rot="16200000" flipH="1">
            <a:off x="5905977" y="766042"/>
            <a:ext cx="751199" cy="416005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0D5A5261-4B00-F8F4-4387-31CA1AE0F4DC}"/>
              </a:ext>
            </a:extLst>
          </p:cNvPr>
          <p:cNvCxnSpPr>
            <a:cxnSpLocks/>
            <a:stCxn id="26" idx="2"/>
            <a:endCxn id="22" idx="0"/>
          </p:cNvCxnSpPr>
          <p:nvPr/>
        </p:nvCxnSpPr>
        <p:spPr>
          <a:xfrm rot="16200000" flipH="1">
            <a:off x="7983971" y="2844037"/>
            <a:ext cx="751200" cy="406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B2C33116-07A6-E966-8D87-58F777AB2FC8}"/>
              </a:ext>
            </a:extLst>
          </p:cNvPr>
          <p:cNvCxnSpPr>
            <a:stCxn id="27" idx="2"/>
            <a:endCxn id="22" idx="0"/>
          </p:cNvCxnSpPr>
          <p:nvPr/>
        </p:nvCxnSpPr>
        <p:spPr>
          <a:xfrm rot="5400000">
            <a:off x="8720889" y="2111181"/>
            <a:ext cx="751200" cy="146977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74B2C75C-0D4F-A6B7-6055-493B8F96079E}"/>
              </a:ext>
            </a:extLst>
          </p:cNvPr>
          <p:cNvCxnSpPr>
            <a:cxnSpLocks/>
            <a:stCxn id="22" idx="2"/>
            <a:endCxn id="28" idx="0"/>
          </p:cNvCxnSpPr>
          <p:nvPr/>
        </p:nvCxnSpPr>
        <p:spPr>
          <a:xfrm rot="16200000" flipH="1">
            <a:off x="8009199" y="4510070"/>
            <a:ext cx="714330" cy="952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7218D62A-1AA5-80C7-6D92-EFD8B0898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193" y="1313690"/>
            <a:ext cx="756134" cy="59085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47F8601-28B3-1350-9972-371E20627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3309" y="1313690"/>
            <a:ext cx="756134" cy="59085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0FABE25-BD89-92D9-FD77-F2D69D507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3579" y="4776446"/>
            <a:ext cx="756134" cy="590852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9C8185A-EEED-9822-7475-C228AED579E1}"/>
              </a:ext>
            </a:extLst>
          </p:cNvPr>
          <p:cNvSpPr txBox="1"/>
          <p:nvPr/>
        </p:nvSpPr>
        <p:spPr>
          <a:xfrm>
            <a:off x="3029324" y="5801410"/>
            <a:ext cx="5994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/>
              <a:t>P(Output 1 &gt; </a:t>
            </a:r>
            <a:r>
              <a:rPr lang="nl-NL" err="1"/>
              <a:t>critical</a:t>
            </a:r>
            <a:r>
              <a:rPr lang="nl-NL"/>
              <a:t> </a:t>
            </a:r>
            <a:r>
              <a:rPr lang="nl-NL" err="1"/>
              <a:t>value</a:t>
            </a:r>
            <a:r>
              <a:rPr lang="nl-NL"/>
              <a:t> AND Output 2 &gt; </a:t>
            </a:r>
            <a:r>
              <a:rPr lang="nl-NL" err="1"/>
              <a:t>critical</a:t>
            </a:r>
            <a:r>
              <a:rPr lang="nl-NL"/>
              <a:t> </a:t>
            </a:r>
            <a:r>
              <a:rPr lang="nl-NL" err="1"/>
              <a:t>value</a:t>
            </a:r>
            <a:r>
              <a:rPr lang="nl-NL"/>
              <a:t>) </a:t>
            </a:r>
          </a:p>
        </p:txBody>
      </p:sp>
      <p:sp>
        <p:nvSpPr>
          <p:cNvPr id="41" name="Right Brace 40">
            <a:extLst>
              <a:ext uri="{FF2B5EF4-FFF2-40B4-BE49-F238E27FC236}">
                <a16:creationId xmlns:a16="http://schemas.microsoft.com/office/drawing/2014/main" id="{7E6960E0-3F3C-159D-004A-4351FBDE6BC9}"/>
              </a:ext>
            </a:extLst>
          </p:cNvPr>
          <p:cNvSpPr/>
          <p:nvPr/>
        </p:nvSpPr>
        <p:spPr>
          <a:xfrm rot="16200000">
            <a:off x="8943630" y="52327"/>
            <a:ext cx="252222" cy="222590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F55C06-7C8E-6FDC-8304-930B9683FF57}"/>
              </a:ext>
            </a:extLst>
          </p:cNvPr>
          <p:cNvSpPr txBox="1"/>
          <p:nvPr/>
        </p:nvSpPr>
        <p:spPr>
          <a:xfrm>
            <a:off x="8491446" y="633090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err="1"/>
              <a:t>Correlation</a:t>
            </a:r>
            <a:endParaRPr lang="nl-NL"/>
          </a:p>
        </p:txBody>
      </p:sp>
      <p:pic>
        <p:nvPicPr>
          <p:cNvPr id="17" name="Picture 16" descr="A grid with red and green dots&#10;&#10;AI-generated content may be incorrect.">
            <a:extLst>
              <a:ext uri="{FF2B5EF4-FFF2-40B4-BE49-F238E27FC236}">
                <a16:creationId xmlns:a16="http://schemas.microsoft.com/office/drawing/2014/main" id="{47EDEAC0-B831-1743-1FF4-6975F468A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909" y="4707242"/>
            <a:ext cx="824892" cy="721160"/>
          </a:xfrm>
          <a:prstGeom prst="rect">
            <a:avLst/>
          </a:prstGeom>
        </p:spPr>
      </p:pic>
      <p:pic>
        <p:nvPicPr>
          <p:cNvPr id="24" name="Picture 23" descr="A grid with red and green dots&#10;&#10;AI-generated content may be incorrect.">
            <a:extLst>
              <a:ext uri="{FF2B5EF4-FFF2-40B4-BE49-F238E27FC236}">
                <a16:creationId xmlns:a16="http://schemas.microsoft.com/office/drawing/2014/main" id="{5960D094-614A-74C5-0402-0AA78E70B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183" y="4707241"/>
            <a:ext cx="824892" cy="72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350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4DA63-9ADE-ADC2-6A2D-2F2C8AF63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2BC7E-A3B1-D0D5-CECC-FC0F75943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Functionality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CF815-530B-2D18-4FF9-D785037B3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Distribution functions</a:t>
            </a:r>
          </a:p>
          <a:p>
            <a:endParaRPr lang="en-GB"/>
          </a:p>
          <a:p>
            <a:r>
              <a:rPr lang="en-GB"/>
              <a:t>Reliability analysis</a:t>
            </a:r>
          </a:p>
          <a:p>
            <a:endParaRPr lang="en-GB"/>
          </a:p>
          <a:p>
            <a:r>
              <a:rPr lang="en-GB"/>
              <a:t>Uncertainty analysis </a:t>
            </a:r>
          </a:p>
          <a:p>
            <a:endParaRPr lang="en-GB"/>
          </a:p>
          <a:p>
            <a:r>
              <a:rPr lang="en-GB"/>
              <a:t>Sensitivity analysis</a:t>
            </a:r>
          </a:p>
          <a:p>
            <a:endParaRPr lang="en-GB"/>
          </a:p>
          <a:p>
            <a:r>
              <a:rPr lang="en-GB"/>
              <a:t>Connection </a:t>
            </a:r>
            <a:r>
              <a:rPr lang="nl-NL"/>
              <a:t>of models</a:t>
            </a:r>
          </a:p>
          <a:p>
            <a:endParaRPr lang="nl-NL"/>
          </a:p>
          <a:p>
            <a:endParaRPr lang="nl-NL"/>
          </a:p>
          <a:p>
            <a:endParaRPr lang="nl-NL"/>
          </a:p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B6FC9-037C-059B-96D6-33EB1A134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61EF2-7F94-0DA2-6741-88FF3225B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09408-97FE-33E0-8CB4-E94485E1F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5321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D7E83-B108-2718-6C39-D939E44FC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Functionality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1DE36-918D-9FC8-3BF8-1CD76F0C0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23850" indent="-323850"/>
            <a:r>
              <a:rPr lang="en-GB"/>
              <a:t>Distribution functions</a:t>
            </a:r>
            <a:endParaRPr lang="en-US"/>
          </a:p>
          <a:p>
            <a:pPr marL="323850" indent="-323850"/>
            <a:endParaRPr lang="en-GB"/>
          </a:p>
          <a:p>
            <a:pPr marL="323850" indent="-323850"/>
            <a:r>
              <a:rPr lang="en-GB"/>
              <a:t>Reliability analysis </a:t>
            </a:r>
            <a:r>
              <a:rPr lang="en-GB">
                <a:sym typeface="Wingdings" panose="05000000000000000000" pitchFamily="2" charset="2"/>
              </a:rPr>
              <a:t> probability of exceeding a critical value</a:t>
            </a:r>
            <a:endParaRPr lang="en-GB"/>
          </a:p>
          <a:p>
            <a:pPr marL="323850" indent="-323850"/>
            <a:endParaRPr lang="en-GB"/>
          </a:p>
          <a:p>
            <a:pPr marL="323850" indent="-323850"/>
            <a:r>
              <a:rPr lang="en-GB"/>
              <a:t>Uncertainty analysis </a:t>
            </a:r>
            <a:r>
              <a:rPr lang="en-GB">
                <a:sym typeface="Wingdings" panose="05000000000000000000" pitchFamily="2" charset="2"/>
              </a:rPr>
              <a:t> uncertainty of the model output</a:t>
            </a:r>
            <a:r>
              <a:rPr lang="en-GB"/>
              <a:t> </a:t>
            </a:r>
          </a:p>
          <a:p>
            <a:pPr marL="323850" indent="-323850"/>
            <a:endParaRPr lang="en-GB"/>
          </a:p>
          <a:p>
            <a:pPr marL="323850" indent="-323850"/>
            <a:r>
              <a:rPr lang="en-GB">
                <a:latin typeface="Arial"/>
                <a:cs typeface="Arial"/>
              </a:rPr>
              <a:t>Sensitivity analysis </a:t>
            </a:r>
            <a:r>
              <a:rPr lang="en-GB">
                <a:latin typeface="Arial"/>
                <a:cs typeface="Arial"/>
                <a:sym typeface="Wingdings" panose="05000000000000000000" pitchFamily="2" charset="2"/>
              </a:rPr>
              <a:t> effect of model input parameters on the model result</a:t>
            </a:r>
            <a:endParaRPr lang="en-GB">
              <a:latin typeface="Arial"/>
              <a:cs typeface="Arial"/>
            </a:endParaRPr>
          </a:p>
          <a:p>
            <a:pPr marL="323850" indent="-323850"/>
            <a:endParaRPr lang="nl-NL"/>
          </a:p>
          <a:p>
            <a:pPr marL="323850" indent="-323850"/>
            <a:r>
              <a:rPr lang="nl-NL"/>
              <a:t>Connection of models</a:t>
            </a:r>
          </a:p>
          <a:p>
            <a:pPr marL="323850" indent="-323850"/>
            <a:endParaRPr lang="nl-NL"/>
          </a:p>
          <a:p>
            <a:pPr marL="323850" indent="-323850"/>
            <a:endParaRPr lang="nl-NL"/>
          </a:p>
          <a:p>
            <a:pPr marL="323850" indent="-323850"/>
            <a:endParaRPr lang="nl-NL"/>
          </a:p>
          <a:p>
            <a:pPr marL="323850" indent="-323850"/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E7D5E-8252-D3C5-A5FF-CAA9872C9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2EC67-E23E-C089-1222-D3B342929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AB3A2-7CC9-EDB4-CA44-C6EC19915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4532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E78FA-2141-5ABC-7AF5-4146802C4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Distribution 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01BB9-6D70-C156-68C4-533787439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3FAB5-9F10-3E07-065B-1B5BB01BA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62DAC-1306-7B3D-FB21-7EDC20F5D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2889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FAB6C-F9FE-EC0A-940E-76785D493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Distribution functions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93F89F-B24A-CDDB-7071-119AC4F4D0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5651" y="1768763"/>
                <a:ext cx="4359274" cy="4320000"/>
              </a:xfrm>
            </p:spPr>
            <p:txBody>
              <a:bodyPr/>
              <a:lstStyle/>
              <a:p>
                <a:r>
                  <a:rPr lang="nl-NL"/>
                  <a:t>CDF: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nl-NL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nl-NL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nl-NL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nl-NL"/>
              </a:p>
              <a:p>
                <a:endParaRPr lang="nl-NL"/>
              </a:p>
              <a:p>
                <a:r>
                  <a:rPr lang="nl-NL"/>
                  <a:t>PDF: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nl-NL" b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93F89F-B24A-CDDB-7071-119AC4F4D0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5651" y="1768763"/>
                <a:ext cx="4359274" cy="4320000"/>
              </a:xfrm>
              <a:blipFill>
                <a:blip r:embed="rId2"/>
                <a:stretch>
                  <a:fillRect l="-3077" t="-135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4F15E-9AE6-76B9-CD84-A12998518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29BB4-2023-C5A6-EA31-2C954D77B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2411C-3092-E8E6-DB6B-F157EDC8A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12</a:t>
            </a:fld>
            <a:endParaRPr lang="nl-N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14FC52-9991-26E5-4389-3A64B9867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049" y="1554230"/>
            <a:ext cx="6373114" cy="45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210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9343E-9912-790A-8797-E9618C407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Distribution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5DD23-C207-15A1-9694-BF73581AD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/>
              <a:t>The </a:t>
            </a:r>
            <a:r>
              <a:rPr lang="nl-NL" err="1"/>
              <a:t>library</a:t>
            </a:r>
            <a:r>
              <a:rPr lang="nl-NL"/>
              <a:t> supports </a:t>
            </a:r>
            <a:r>
              <a:rPr lang="nl-NL" err="1"/>
              <a:t>many</a:t>
            </a:r>
            <a:r>
              <a:rPr lang="nl-NL"/>
              <a:t> `standard` </a:t>
            </a:r>
            <a:r>
              <a:rPr lang="nl-NL" err="1"/>
              <a:t>distribution</a:t>
            </a:r>
            <a:r>
              <a:rPr lang="nl-NL"/>
              <a:t> functions: </a:t>
            </a:r>
            <a:r>
              <a:rPr lang="nl-NL" i="1" err="1"/>
              <a:t>deterministic</a:t>
            </a:r>
            <a:r>
              <a:rPr lang="nl-NL"/>
              <a:t>, </a:t>
            </a:r>
            <a:r>
              <a:rPr lang="nl-NL" i="1" err="1"/>
              <a:t>normal</a:t>
            </a:r>
            <a:r>
              <a:rPr lang="nl-NL"/>
              <a:t>, </a:t>
            </a:r>
            <a:r>
              <a:rPr lang="nl-NL" i="1" err="1"/>
              <a:t>log_normal</a:t>
            </a:r>
            <a:r>
              <a:rPr lang="nl-NL"/>
              <a:t>, </a:t>
            </a:r>
            <a:r>
              <a:rPr lang="nl-NL" i="1"/>
              <a:t>uniform</a:t>
            </a:r>
            <a:r>
              <a:rPr lang="nl-NL"/>
              <a:t>, </a:t>
            </a:r>
            <a:r>
              <a:rPr lang="nl-NL" i="1" err="1"/>
              <a:t>triangular</a:t>
            </a:r>
            <a:r>
              <a:rPr lang="nl-NL"/>
              <a:t>, </a:t>
            </a:r>
            <a:r>
              <a:rPr lang="nl-NL" i="1" err="1"/>
              <a:t>trapezoidal</a:t>
            </a:r>
            <a:r>
              <a:rPr lang="nl-NL"/>
              <a:t>, </a:t>
            </a:r>
            <a:r>
              <a:rPr lang="nl-NL" i="1" err="1"/>
              <a:t>exponential</a:t>
            </a:r>
            <a:r>
              <a:rPr lang="nl-NL"/>
              <a:t>, </a:t>
            </a:r>
            <a:r>
              <a:rPr lang="nl-NL" i="1" err="1"/>
              <a:t>gumbel</a:t>
            </a:r>
            <a:r>
              <a:rPr lang="nl-NL"/>
              <a:t>, </a:t>
            </a:r>
            <a:r>
              <a:rPr lang="nl-NL" i="1" err="1"/>
              <a:t>weibull</a:t>
            </a:r>
            <a:r>
              <a:rPr lang="nl-NL"/>
              <a:t>, </a:t>
            </a:r>
            <a:r>
              <a:rPr lang="nl-NL" i="1" err="1"/>
              <a:t>conditional_weibull</a:t>
            </a:r>
            <a:r>
              <a:rPr lang="nl-NL"/>
              <a:t>, </a:t>
            </a:r>
            <a:r>
              <a:rPr lang="nl-NL" i="1" err="1"/>
              <a:t>frechet</a:t>
            </a:r>
            <a:r>
              <a:rPr lang="nl-NL"/>
              <a:t>, </a:t>
            </a:r>
            <a:r>
              <a:rPr lang="nl-NL" i="1" err="1"/>
              <a:t>generalized_extreme_value</a:t>
            </a:r>
            <a:r>
              <a:rPr lang="nl-NL"/>
              <a:t>, </a:t>
            </a:r>
            <a:r>
              <a:rPr lang="nl-NL" i="1" err="1"/>
              <a:t>rayleigh</a:t>
            </a:r>
            <a:r>
              <a:rPr lang="nl-NL"/>
              <a:t>, </a:t>
            </a:r>
            <a:r>
              <a:rPr lang="nl-NL" i="1" err="1"/>
              <a:t>rayleigh_n</a:t>
            </a:r>
            <a:r>
              <a:rPr lang="nl-NL"/>
              <a:t>, </a:t>
            </a:r>
            <a:r>
              <a:rPr lang="nl-NL" i="1" err="1"/>
              <a:t>pareto</a:t>
            </a:r>
            <a:r>
              <a:rPr lang="nl-NL"/>
              <a:t>, </a:t>
            </a:r>
            <a:r>
              <a:rPr lang="nl-NL" i="1" err="1"/>
              <a:t>generalized_pareto</a:t>
            </a:r>
            <a:r>
              <a:rPr lang="nl-NL"/>
              <a:t>, </a:t>
            </a:r>
            <a:r>
              <a:rPr lang="nl-NL" i="1" err="1"/>
              <a:t>student_t</a:t>
            </a:r>
            <a:r>
              <a:rPr lang="nl-NL"/>
              <a:t>, </a:t>
            </a:r>
            <a:r>
              <a:rPr lang="nl-NL" i="1"/>
              <a:t>gamma</a:t>
            </a:r>
            <a:r>
              <a:rPr lang="nl-NL"/>
              <a:t>, </a:t>
            </a:r>
            <a:r>
              <a:rPr lang="nl-NL" i="1" err="1"/>
              <a:t>beta</a:t>
            </a:r>
            <a:r>
              <a:rPr lang="nl-NL"/>
              <a:t>, </a:t>
            </a:r>
            <a:r>
              <a:rPr lang="nl-NL" i="1" err="1"/>
              <a:t>poisson</a:t>
            </a:r>
            <a:r>
              <a:rPr lang="nl-NL"/>
              <a:t>, </a:t>
            </a:r>
            <a:r>
              <a:rPr lang="nl-NL" i="1"/>
              <a:t>discrete</a:t>
            </a:r>
            <a:r>
              <a:rPr lang="nl-NL"/>
              <a:t>, </a:t>
            </a:r>
            <a:r>
              <a:rPr lang="nl-NL" i="1" err="1"/>
              <a:t>bernoulli</a:t>
            </a:r>
            <a:endParaRPr lang="nl-NL" i="1"/>
          </a:p>
          <a:p>
            <a:endParaRPr lang="nl-NL" i="1"/>
          </a:p>
          <a:p>
            <a:r>
              <a:rPr lang="nl-NL"/>
              <a:t>But </a:t>
            </a:r>
            <a:r>
              <a:rPr lang="nl-NL" err="1"/>
              <a:t>also</a:t>
            </a:r>
            <a:r>
              <a:rPr lang="nl-NL"/>
              <a:t> special </a:t>
            </a:r>
            <a:r>
              <a:rPr lang="nl-NL" err="1"/>
              <a:t>distributions</a:t>
            </a:r>
            <a:r>
              <a:rPr lang="nl-NL"/>
              <a:t> as:</a:t>
            </a:r>
          </a:p>
          <a:p>
            <a:pPr lvl="1"/>
            <a:r>
              <a:rPr lang="nl-NL" i="1" err="1"/>
              <a:t>Cdf</a:t>
            </a:r>
            <a:r>
              <a:rPr lang="nl-NL" i="1"/>
              <a:t> curve</a:t>
            </a:r>
            <a:r>
              <a:rPr lang="nl-NL"/>
              <a:t> </a:t>
            </a:r>
            <a:r>
              <a:rPr lang="nl-NL">
                <a:sym typeface="Wingdings" panose="05000000000000000000" pitchFamily="2" charset="2"/>
              </a:rPr>
              <a:t> user </a:t>
            </a:r>
            <a:r>
              <a:rPr lang="nl-NL" err="1">
                <a:sym typeface="Wingdings" panose="05000000000000000000" pitchFamily="2" charset="2"/>
              </a:rPr>
              <a:t>defined</a:t>
            </a:r>
            <a:r>
              <a:rPr lang="nl-NL">
                <a:sym typeface="Wingdings" panose="05000000000000000000" pitchFamily="2" charset="2"/>
              </a:rPr>
              <a:t> </a:t>
            </a:r>
            <a:r>
              <a:rPr lang="nl-NL" err="1">
                <a:sym typeface="Wingdings" panose="05000000000000000000" pitchFamily="2" charset="2"/>
              </a:rPr>
              <a:t>probabilities</a:t>
            </a:r>
            <a:r>
              <a:rPr lang="nl-NL">
                <a:sym typeface="Wingdings" panose="05000000000000000000" pitchFamily="2" charset="2"/>
              </a:rPr>
              <a:t> and </a:t>
            </a:r>
            <a:r>
              <a:rPr lang="nl-NL" err="1">
                <a:sym typeface="Wingdings" panose="05000000000000000000" pitchFamily="2" charset="2"/>
              </a:rPr>
              <a:t>interpolation</a:t>
            </a:r>
            <a:r>
              <a:rPr lang="nl-NL">
                <a:sym typeface="Wingdings" panose="05000000000000000000" pitchFamily="2" charset="2"/>
              </a:rPr>
              <a:t> in-</a:t>
            </a:r>
            <a:r>
              <a:rPr lang="nl-NL" err="1">
                <a:sym typeface="Wingdings" panose="05000000000000000000" pitchFamily="2" charset="2"/>
              </a:rPr>
              <a:t>between</a:t>
            </a:r>
            <a:endParaRPr lang="nl-NL"/>
          </a:p>
          <a:p>
            <a:pPr lvl="1"/>
            <a:r>
              <a:rPr lang="nl-NL" i="1"/>
              <a:t>Histogram</a:t>
            </a:r>
            <a:r>
              <a:rPr lang="nl-NL"/>
              <a:t> </a:t>
            </a:r>
            <a:r>
              <a:rPr lang="nl-NL">
                <a:sym typeface="Wingdings" panose="05000000000000000000" pitchFamily="2" charset="2"/>
              </a:rPr>
              <a:t> bins</a:t>
            </a:r>
            <a:endParaRPr lang="nl-NL"/>
          </a:p>
          <a:p>
            <a:pPr lvl="1"/>
            <a:r>
              <a:rPr lang="nl-NL" i="1" err="1"/>
              <a:t>Conditional</a:t>
            </a:r>
            <a:r>
              <a:rPr lang="nl-NL" i="1"/>
              <a:t> </a:t>
            </a:r>
            <a:r>
              <a:rPr lang="nl-NL" i="1" err="1"/>
              <a:t>distribution</a:t>
            </a:r>
            <a:r>
              <a:rPr lang="nl-NL"/>
              <a:t> </a:t>
            </a:r>
            <a:r>
              <a:rPr lang="nl-NL">
                <a:sym typeface="Wingdings" panose="05000000000000000000" pitchFamily="2" charset="2"/>
              </a:rPr>
              <a:t> </a:t>
            </a:r>
            <a:r>
              <a:rPr lang="nl-NL" err="1">
                <a:sym typeface="Wingdings" panose="05000000000000000000" pitchFamily="2" charset="2"/>
              </a:rPr>
              <a:t>the</a:t>
            </a:r>
            <a:r>
              <a:rPr lang="nl-NL">
                <a:sym typeface="Wingdings" panose="05000000000000000000" pitchFamily="2" charset="2"/>
              </a:rPr>
              <a:t> parameters of </a:t>
            </a:r>
            <a:r>
              <a:rPr lang="nl-NL" err="1">
                <a:sym typeface="Wingdings" panose="05000000000000000000" pitchFamily="2" charset="2"/>
              </a:rPr>
              <a:t>the</a:t>
            </a:r>
            <a:r>
              <a:rPr lang="nl-NL">
                <a:sym typeface="Wingdings" panose="05000000000000000000" pitchFamily="2" charset="2"/>
              </a:rPr>
              <a:t> </a:t>
            </a:r>
            <a:r>
              <a:rPr lang="nl-NL" err="1">
                <a:sym typeface="Wingdings" panose="05000000000000000000" pitchFamily="2" charset="2"/>
              </a:rPr>
              <a:t>distribution</a:t>
            </a:r>
            <a:r>
              <a:rPr lang="nl-NL">
                <a:sym typeface="Wingdings" panose="05000000000000000000" pitchFamily="2" charset="2"/>
              </a:rPr>
              <a:t> change </a:t>
            </a:r>
            <a:r>
              <a:rPr lang="nl-NL" err="1">
                <a:sym typeface="Wingdings" panose="05000000000000000000" pitchFamily="2" charset="2"/>
              </a:rPr>
              <a:t>depending</a:t>
            </a:r>
            <a:r>
              <a:rPr lang="nl-NL">
                <a:sym typeface="Wingdings" panose="05000000000000000000" pitchFamily="2" charset="2"/>
              </a:rPr>
              <a:t> on a </a:t>
            </a:r>
            <a:r>
              <a:rPr lang="nl-NL" err="1">
                <a:sym typeface="Wingdings" panose="05000000000000000000" pitchFamily="2" charset="2"/>
              </a:rPr>
              <a:t>value</a:t>
            </a:r>
            <a:r>
              <a:rPr lang="nl-NL">
                <a:sym typeface="Wingdings" panose="05000000000000000000" pitchFamily="2" charset="2"/>
              </a:rPr>
              <a:t> of </a:t>
            </a:r>
            <a:r>
              <a:rPr lang="nl-NL" err="1">
                <a:sym typeface="Wingdings" panose="05000000000000000000" pitchFamily="2" charset="2"/>
              </a:rPr>
              <a:t>other</a:t>
            </a:r>
            <a:r>
              <a:rPr lang="nl-NL">
                <a:sym typeface="Wingdings" panose="05000000000000000000" pitchFamily="2" charset="2"/>
              </a:rPr>
              <a:t> </a:t>
            </a:r>
            <a:r>
              <a:rPr lang="nl-NL" err="1">
                <a:sym typeface="Wingdings" panose="05000000000000000000" pitchFamily="2" charset="2"/>
              </a:rPr>
              <a:t>variable</a:t>
            </a:r>
            <a:endParaRPr lang="nl-NL"/>
          </a:p>
          <a:p>
            <a:pPr lvl="1"/>
            <a:r>
              <a:rPr lang="nl-NL" i="1" err="1"/>
              <a:t>Composite</a:t>
            </a:r>
            <a:r>
              <a:rPr lang="nl-NL" i="1"/>
              <a:t> </a:t>
            </a:r>
            <a:r>
              <a:rPr lang="nl-NL" i="1" err="1"/>
              <a:t>distribution</a:t>
            </a:r>
            <a:r>
              <a:rPr lang="nl-NL"/>
              <a:t> </a:t>
            </a:r>
            <a:r>
              <a:rPr lang="nl-NL">
                <a:sym typeface="Wingdings" panose="05000000000000000000" pitchFamily="2" charset="2"/>
              </a:rPr>
              <a:t> </a:t>
            </a:r>
            <a:r>
              <a:rPr lang="nl-NL" err="1">
                <a:sym typeface="Wingdings" panose="05000000000000000000" pitchFamily="2" charset="2"/>
              </a:rPr>
              <a:t>the</a:t>
            </a:r>
            <a:r>
              <a:rPr lang="nl-NL">
                <a:sym typeface="Wingdings" panose="05000000000000000000" pitchFamily="2" charset="2"/>
              </a:rPr>
              <a:t> </a:t>
            </a:r>
            <a:r>
              <a:rPr lang="nl-NL" err="1">
                <a:sym typeface="Wingdings" panose="05000000000000000000" pitchFamily="2" charset="2"/>
              </a:rPr>
              <a:t>weighted</a:t>
            </a:r>
            <a:r>
              <a:rPr lang="nl-NL">
                <a:sym typeface="Wingdings" panose="05000000000000000000" pitchFamily="2" charset="2"/>
              </a:rPr>
              <a:t> </a:t>
            </a:r>
            <a:r>
              <a:rPr lang="nl-NL" err="1">
                <a:sym typeface="Wingdings" panose="05000000000000000000" pitchFamily="2" charset="2"/>
              </a:rPr>
              <a:t>average</a:t>
            </a:r>
            <a:r>
              <a:rPr lang="nl-NL">
                <a:sym typeface="Wingdings" panose="05000000000000000000" pitchFamily="2" charset="2"/>
              </a:rPr>
              <a:t> of </a:t>
            </a:r>
            <a:r>
              <a:rPr lang="nl-NL" err="1">
                <a:sym typeface="Wingdings" panose="05000000000000000000" pitchFamily="2" charset="2"/>
              </a:rPr>
              <a:t>distribution</a:t>
            </a:r>
            <a:r>
              <a:rPr lang="nl-NL">
                <a:sym typeface="Wingdings" panose="05000000000000000000" pitchFamily="2" charset="2"/>
              </a:rPr>
              <a:t> functions</a:t>
            </a:r>
            <a:endParaRPr lang="nl-NL"/>
          </a:p>
          <a:p>
            <a:endParaRPr lang="nl-NL"/>
          </a:p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A95AD-9E91-D42E-AF66-9900D18E1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B8F86-2C0A-953C-FDFD-BD0EC9E53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657ED-48F1-6F0F-351F-72B2D5E4F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99623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F78C-459C-CBEE-8D2D-5E973EBC8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Operations on </a:t>
            </a:r>
            <a:r>
              <a:rPr lang="nl-NL" err="1"/>
              <a:t>distribution</a:t>
            </a:r>
            <a:r>
              <a:rPr lang="nl-NL"/>
              <a:t>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2B769-C863-881F-6F3A-0E93EA46C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23850" indent="-323850"/>
            <a:r>
              <a:rPr lang="en-GB"/>
              <a:t>Properties derived from the distribution: mean, deviation, variation</a:t>
            </a:r>
            <a:endParaRPr lang="en-US"/>
          </a:p>
          <a:p>
            <a:pPr marL="323850" indent="-323850"/>
            <a:endParaRPr lang="en-GB"/>
          </a:p>
          <a:p>
            <a:pPr marL="323850" indent="-323850"/>
            <a:r>
              <a:rPr lang="en-GB">
                <a:latin typeface="Arial"/>
                <a:cs typeface="Arial"/>
              </a:rPr>
              <a:t>Getting CDF and PDF values</a:t>
            </a:r>
          </a:p>
          <a:p>
            <a:pPr marL="323850" indent="-323850"/>
            <a:endParaRPr lang="en-GB"/>
          </a:p>
          <a:p>
            <a:pPr marL="323850" indent="-323850"/>
            <a:r>
              <a:rPr lang="en-GB"/>
              <a:t>Quantiles: value of a random variable that belongs to a probability</a:t>
            </a:r>
          </a:p>
          <a:p>
            <a:pPr marL="323850" indent="-323850"/>
            <a:endParaRPr lang="en-GB"/>
          </a:p>
          <a:p>
            <a:pPr marL="323850" indent="-323850"/>
            <a:r>
              <a:rPr lang="en-GB"/>
              <a:t>Design value: quantile divided by a design factor (used in the Eurocode</a:t>
            </a:r>
            <a:r>
              <a:rPr lang="nl-NL"/>
              <a:t>)</a:t>
            </a:r>
          </a:p>
          <a:p>
            <a:pPr marL="323850" indent="-323850"/>
            <a:endParaRPr lang="nl-NL"/>
          </a:p>
          <a:p>
            <a:pPr marL="323850" indent="-323850"/>
            <a:endParaRPr lang="nl-NL"/>
          </a:p>
          <a:p>
            <a:pPr marL="323850" indent="-323850"/>
            <a:endParaRPr lang="nl-NL"/>
          </a:p>
          <a:p>
            <a:pPr marL="647700" lvl="1" indent="-323850"/>
            <a:endParaRPr lang="nl-NL"/>
          </a:p>
          <a:p>
            <a:pPr marL="647700" lvl="1" indent="-323850"/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617A4-D19E-6712-F289-F21B2A898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CE342-3C03-1B91-2228-DCA5DFF7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2AF19-8B2F-FCC6-A010-0E6A3D9B3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83967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A61D2-F65E-C5E6-A92B-A5247905A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Operations on </a:t>
            </a:r>
            <a:r>
              <a:rPr lang="nl-NL" err="1"/>
              <a:t>distribution</a:t>
            </a:r>
            <a:r>
              <a:rPr lang="nl-NL"/>
              <a:t>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E46E8-23BA-A07A-1A16-F6250C092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68763"/>
            <a:ext cx="4587875" cy="4320000"/>
          </a:xfrm>
        </p:spPr>
        <p:txBody>
          <a:bodyPr/>
          <a:lstStyle/>
          <a:p>
            <a:r>
              <a:rPr lang="nl-NL" err="1"/>
              <a:t>Truncated</a:t>
            </a:r>
            <a:r>
              <a:rPr lang="nl-NL"/>
              <a:t> </a:t>
            </a:r>
            <a:r>
              <a:rPr lang="nl-NL" err="1"/>
              <a:t>distribution</a:t>
            </a:r>
            <a:r>
              <a:rPr lang="nl-NL"/>
              <a:t>: </a:t>
            </a:r>
            <a:r>
              <a:rPr lang="nl-NL" err="1"/>
              <a:t>when</a:t>
            </a:r>
            <a:r>
              <a:rPr lang="nl-NL"/>
              <a:t> a random </a:t>
            </a:r>
            <a:r>
              <a:rPr lang="nl-NL" err="1"/>
              <a:t>variable</a:t>
            </a:r>
            <a:r>
              <a:rPr lang="nl-NL"/>
              <a:t> is </a:t>
            </a:r>
            <a:r>
              <a:rPr lang="nl-NL" err="1"/>
              <a:t>limited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a </a:t>
            </a:r>
            <a:r>
              <a:rPr lang="nl-NL" err="1"/>
              <a:t>certain</a:t>
            </a:r>
            <a:r>
              <a:rPr lang="nl-NL"/>
              <a:t> interval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42B7C-F7D8-76BC-EBED-88A264310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1BFF1-C49C-3D71-A24C-EBF2AFD52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BCAB7-2133-9795-37C9-39FC5971F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15</a:t>
            </a:fld>
            <a:endParaRPr lang="nl-NL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50965CF-C837-9624-4EB8-AE97B24BEAB7}"/>
              </a:ext>
            </a:extLst>
          </p:cNvPr>
          <p:cNvSpPr txBox="1">
            <a:spLocks/>
          </p:cNvSpPr>
          <p:nvPr/>
        </p:nvSpPr>
        <p:spPr>
          <a:xfrm>
            <a:off x="6432550" y="1768763"/>
            <a:ext cx="4587875" cy="432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24000" indent="-324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8000" indent="-32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−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324000" indent="-324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90000"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648000" indent="-32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95000"/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3850" indent="-323850"/>
            <a:r>
              <a:rPr lang="nl-NL" err="1">
                <a:latin typeface="Arial"/>
                <a:cs typeface="Arial"/>
              </a:rPr>
              <a:t>Inverted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distribution</a:t>
            </a:r>
            <a:r>
              <a:rPr lang="nl-NL">
                <a:latin typeface="Arial"/>
                <a:cs typeface="Arial"/>
              </a:rPr>
              <a:t>: </a:t>
            </a:r>
            <a:r>
              <a:rPr lang="nl-NL" err="1">
                <a:latin typeface="Arial"/>
                <a:cs typeface="Arial"/>
              </a:rPr>
              <a:t>symmetry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with</a:t>
            </a:r>
            <a:r>
              <a:rPr lang="nl-NL">
                <a:latin typeface="Arial"/>
                <a:cs typeface="Arial"/>
              </a:rPr>
              <a:t> respect </a:t>
            </a:r>
            <a:r>
              <a:rPr lang="nl-NL" err="1">
                <a:latin typeface="Arial"/>
                <a:cs typeface="Arial"/>
              </a:rPr>
              <a:t>to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the</a:t>
            </a:r>
            <a:r>
              <a:rPr lang="nl-NL">
                <a:latin typeface="Arial"/>
                <a:cs typeface="Arial"/>
              </a:rPr>
              <a:t> shift</a:t>
            </a:r>
            <a:endParaRPr lang="en-US">
              <a:latin typeface="Arial"/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975CF7-9796-B46B-7D05-D1D5D0C71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66" y="2659763"/>
            <a:ext cx="4973137" cy="3429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23CB39-35DB-61CC-EA7E-C1C4A6BBC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025" y="2355964"/>
            <a:ext cx="2967499" cy="20067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420A54-D9BD-058B-0F29-7975223C0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9025" y="4603808"/>
            <a:ext cx="2910493" cy="200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608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10D40-1E91-4D09-DE14-FB43CE4B1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Distribution 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B3AA4-1BD6-FBD3-15DC-EDB371DD3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Given a data set (a set of observations) estimate the parameters of the chosen distribution function</a:t>
            </a:r>
          </a:p>
          <a:p>
            <a:endParaRPr lang="en-GB"/>
          </a:p>
          <a:p>
            <a:r>
              <a:rPr lang="en-GB"/>
              <a:t>The library uses the Maximum Likelihood Method</a:t>
            </a:r>
            <a:endParaRPr lang="nl-NL"/>
          </a:p>
          <a:p>
            <a:endParaRPr lang="nl-NL"/>
          </a:p>
          <a:p>
            <a:r>
              <a:rPr lang="en-GB"/>
              <a:t>The goodness-of-fit can be assessed using the Kolmogorov-Smirnov test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A8D21-52DA-67DE-1385-2D54CC897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C0D2A-F267-27F4-9D7F-6E067D389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CAB00-67EB-FBC9-3E44-4DF095E3B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37630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ED337-0A29-6EC5-9894-888A099C5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Reliability analysis of a single component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63ED7-D95F-119D-97DB-CB2D7CB00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47A81-9FEA-58E2-5DFC-3D4C891A5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A7CAC-1CE6-1502-6445-A0FB68A23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74006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19E59-50E9-B5E4-1724-8DC57B991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Reliability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6F504-A9DD-CF74-0985-E754F152F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Model as a limit state function (Z-function)</a:t>
            </a:r>
          </a:p>
          <a:p>
            <a:endParaRPr lang="en-GB"/>
          </a:p>
          <a:p>
            <a:r>
              <a:rPr lang="en-GB"/>
              <a:t>Z = Strength – Load</a:t>
            </a:r>
          </a:p>
          <a:p>
            <a:endParaRPr lang="en-GB"/>
          </a:p>
          <a:p>
            <a:r>
              <a:rPr lang="en-GB"/>
              <a:t>Examples: </a:t>
            </a:r>
          </a:p>
          <a:p>
            <a:pPr lvl="1"/>
            <a:r>
              <a:rPr lang="en-GB"/>
              <a:t>dike height – water le</a:t>
            </a:r>
            <a:r>
              <a:rPr lang="nl-NL"/>
              <a:t>vel</a:t>
            </a:r>
          </a:p>
          <a:p>
            <a:pPr lvl="1"/>
            <a:r>
              <a:rPr lang="nl-NL" err="1"/>
              <a:t>safety</a:t>
            </a:r>
            <a:r>
              <a:rPr lang="nl-NL"/>
              <a:t> factor – 1.0</a:t>
            </a:r>
          </a:p>
          <a:p>
            <a:endParaRPr lang="nl-NL"/>
          </a:p>
          <a:p>
            <a:r>
              <a:rPr lang="nl-NL"/>
              <a:t>The goal is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find</a:t>
            </a:r>
            <a:r>
              <a:rPr lang="nl-NL"/>
              <a:t>: P(Z &lt; 0) = P(</a:t>
            </a:r>
            <a:r>
              <a:rPr lang="nl-NL" err="1"/>
              <a:t>Strength</a:t>
            </a:r>
            <a:r>
              <a:rPr lang="nl-NL"/>
              <a:t> &lt; Load)</a:t>
            </a:r>
          </a:p>
          <a:p>
            <a:endParaRPr lang="nl-NL"/>
          </a:p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AE6EE-8447-9678-C089-795B3FA86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35E54-1BB9-3DD1-F246-B583F9FE3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1CF49-00B2-E6A6-E922-5B98145D6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794327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C3648-0EED-7A5A-0BDD-80342A1A9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Reliability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39C5F-7B94-7F7A-6CD3-110CBC5D0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Reliability methods in the library:</a:t>
            </a:r>
          </a:p>
          <a:p>
            <a:pPr lvl="1"/>
            <a:r>
              <a:rPr lang="en-GB"/>
              <a:t>Numerical integration</a:t>
            </a:r>
          </a:p>
          <a:p>
            <a:pPr lvl="1"/>
            <a:r>
              <a:rPr lang="en-GB"/>
              <a:t>Numerical bisection</a:t>
            </a:r>
          </a:p>
          <a:p>
            <a:pPr lvl="1"/>
            <a:r>
              <a:rPr lang="en-GB"/>
              <a:t>Crude Monte Carlo</a:t>
            </a:r>
          </a:p>
          <a:p>
            <a:pPr lvl="1"/>
            <a:r>
              <a:rPr lang="en-GB"/>
              <a:t>Importance Sampling</a:t>
            </a:r>
          </a:p>
          <a:p>
            <a:pPr lvl="1"/>
            <a:r>
              <a:rPr lang="en-GB"/>
              <a:t>Adaptive Importance Sampling</a:t>
            </a:r>
          </a:p>
          <a:p>
            <a:pPr lvl="1"/>
            <a:r>
              <a:rPr lang="en-GB"/>
              <a:t>Subset simulation</a:t>
            </a:r>
          </a:p>
          <a:p>
            <a:pPr lvl="1"/>
            <a:r>
              <a:rPr lang="en-GB"/>
              <a:t>Directional Sampling</a:t>
            </a:r>
          </a:p>
          <a:p>
            <a:pPr lvl="1"/>
            <a:r>
              <a:rPr lang="en-GB"/>
              <a:t>Latin Hypercube</a:t>
            </a:r>
          </a:p>
          <a:p>
            <a:pPr lvl="1"/>
            <a:r>
              <a:rPr lang="en-GB" err="1"/>
              <a:t>Cobyl</a:t>
            </a:r>
            <a:r>
              <a:rPr lang="nl-NL"/>
              <a:t>a</a:t>
            </a:r>
          </a:p>
          <a:p>
            <a:pPr lvl="1"/>
            <a:r>
              <a:rPr lang="nl-NL"/>
              <a:t>FORM (First Order Reliability Method)</a:t>
            </a:r>
          </a:p>
          <a:p>
            <a:pPr lvl="1"/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5E4DF-5936-D17C-C6EB-7157496B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810E6-6D8A-C33C-F6E6-F90D804DA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98A80-C8E7-6B06-F17C-91719D8C3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19</a:t>
            </a:fld>
            <a:endParaRPr lang="nl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0BB807-ACDD-51D3-6595-E2704BDDF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096" y="1557040"/>
            <a:ext cx="5753903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533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992A8-27F0-56FE-80A6-5EC031A13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Numerical integration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F23DD-5312-83A9-A244-3D15E80D1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768763"/>
            <a:ext cx="4552818" cy="4320000"/>
          </a:xfrm>
        </p:spPr>
        <p:txBody>
          <a:bodyPr/>
          <a:lstStyle/>
          <a:p>
            <a:r>
              <a:rPr lang="en-GB"/>
              <a:t>Domain divided into intervals/cells</a:t>
            </a:r>
          </a:p>
          <a:p>
            <a:endParaRPr lang="en-GB"/>
          </a:p>
          <a:p>
            <a:r>
              <a:rPr lang="en-GB"/>
              <a:t>The smaller the step size, the more accurate the result will be</a:t>
            </a:r>
          </a:p>
          <a:p>
            <a:endParaRPr lang="en-GB"/>
          </a:p>
          <a:p>
            <a:r>
              <a:rPr lang="en-GB"/>
              <a:t>Long computation time, if many random variables are considered</a:t>
            </a:r>
          </a:p>
          <a:p>
            <a:endParaRPr lang="en-GB"/>
          </a:p>
          <a:p>
            <a:r>
              <a:rPr lang="en-GB"/>
              <a:t>Calculation speed improved with Numerical Bisection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C540-7CD0-9A3A-7CF0-644EABE6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FC1F2-2F69-3B73-3AB1-1135B2B53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64089-0609-059B-C2B3-E8F2BE0F6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20</a:t>
            </a:fld>
            <a:endParaRPr lang="nl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D2088C-C0DB-596D-F4BA-5EEEA2D71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636" y="1477695"/>
            <a:ext cx="5525271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829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D12CC-EA41-59D0-B97B-E91537A93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Crude</a:t>
            </a:r>
            <a:r>
              <a:rPr lang="nl-NL"/>
              <a:t> Monte Carlo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6DE84-C53F-C168-C815-7DA9A49A0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768763"/>
            <a:ext cx="4838918" cy="4320000"/>
          </a:xfrm>
        </p:spPr>
        <p:txBody>
          <a:bodyPr/>
          <a:lstStyle/>
          <a:p>
            <a:r>
              <a:rPr lang="en-GB"/>
              <a:t>The method uses samples of the input variables</a:t>
            </a:r>
          </a:p>
          <a:p>
            <a:endParaRPr lang="en-GB"/>
          </a:p>
          <a:p>
            <a:r>
              <a:rPr lang="en-GB"/>
              <a:t>The more samples taken, the more accurate the result</a:t>
            </a:r>
          </a:p>
          <a:p>
            <a:endParaRPr lang="en-GB"/>
          </a:p>
          <a:p>
            <a:r>
              <a:rPr lang="en-GB"/>
              <a:t>A large number of samples is required when estimating very low probabilities</a:t>
            </a:r>
          </a:p>
          <a:p>
            <a:endParaRPr lang="nl-NL"/>
          </a:p>
          <a:p>
            <a:endParaRPr lang="nl-NL"/>
          </a:p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8836A-4B56-9454-E43B-E5778E81D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FC22E-C46E-3031-A42A-CF7FB0EAA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0C7B2-2B12-97F2-15D5-BEF74DA43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21</a:t>
            </a:fld>
            <a:endParaRPr lang="nl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3B29D4-3A67-520B-58D5-7839576A1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568" y="1524698"/>
            <a:ext cx="5268803" cy="411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760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4EF1-B4D9-7E11-470D-F92B83BC3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Importance</a:t>
            </a:r>
            <a:r>
              <a:rPr lang="nl-NL"/>
              <a:t> Sampling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FED57-99BD-DA11-66DD-E02D6CE6F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2F4BE-4A9C-0212-08C7-C653424F5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447E1-44BB-AF17-08F0-19A5EA574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22</a:t>
            </a:fld>
            <a:endParaRPr lang="nl-NL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58E69AD-49EC-4E44-1966-257A592C3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768763"/>
            <a:ext cx="4316864" cy="4320000"/>
          </a:xfrm>
        </p:spPr>
        <p:txBody>
          <a:bodyPr/>
          <a:lstStyle/>
          <a:p>
            <a:pPr marL="323850" indent="-323850"/>
            <a:r>
              <a:rPr lang="en-GB"/>
              <a:t>Uses samples of the input variables, but requires fewer samples than Crude Monte Carlo</a:t>
            </a:r>
            <a:endParaRPr lang="en-US"/>
          </a:p>
          <a:p>
            <a:pPr marL="323850" indent="-323850"/>
            <a:endParaRPr lang="nl-NL"/>
          </a:p>
          <a:p>
            <a:pPr marL="323850" indent="-323850"/>
            <a:r>
              <a:rPr lang="nl-NL" err="1"/>
              <a:t>Based</a:t>
            </a:r>
            <a:r>
              <a:rPr lang="nl-NL"/>
              <a:t> on </a:t>
            </a:r>
            <a:r>
              <a:rPr lang="nl-NL" err="1"/>
              <a:t>shifting</a:t>
            </a:r>
            <a:r>
              <a:rPr lang="nl-NL"/>
              <a:t> </a:t>
            </a:r>
            <a:r>
              <a:rPr lang="nl-NL" err="1"/>
              <a:t>the</a:t>
            </a:r>
            <a:r>
              <a:rPr lang="nl-NL"/>
              <a:t> sample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the</a:t>
            </a:r>
            <a:r>
              <a:rPr lang="nl-NL"/>
              <a:t> area of interest</a:t>
            </a:r>
          </a:p>
          <a:p>
            <a:pPr marL="323850" indent="-323850"/>
            <a:endParaRPr lang="nl-NL"/>
          </a:p>
          <a:p>
            <a:pPr marL="323850" indent="-323850"/>
            <a:r>
              <a:rPr lang="en-GB">
                <a:latin typeface="Arial"/>
                <a:cs typeface="Arial"/>
              </a:rPr>
              <a:t>Results are then weighted to account for the shift</a:t>
            </a:r>
            <a:endParaRPr lang="nl-NL">
              <a:latin typeface="Arial"/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349272-EAA9-CA05-4F44-BB7ECACBC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536" y="1572441"/>
            <a:ext cx="5458587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723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65976-A4A5-2EB4-2246-A0F4A85AB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8DCB-922D-535B-F2CC-12DA9AFC6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Directional</a:t>
            </a:r>
            <a:r>
              <a:rPr lang="nl-NL"/>
              <a:t> Sampling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1AF01-5396-9DFC-EA77-B87702CF1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2BDFA-4EF6-C85D-B87B-6A320F4A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38157-7022-D5DF-12EC-45F5178D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23</a:t>
            </a:fld>
            <a:endParaRPr lang="nl-NL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AC85CFE-CD18-4898-E249-780BE514A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768763"/>
            <a:ext cx="4316864" cy="4320000"/>
          </a:xfrm>
        </p:spPr>
        <p:txBody>
          <a:bodyPr/>
          <a:lstStyle/>
          <a:p>
            <a:r>
              <a:rPr lang="en-GB"/>
              <a:t>Based on sampling of directions</a:t>
            </a:r>
          </a:p>
          <a:p>
            <a:endParaRPr lang="en-GB"/>
          </a:p>
          <a:p>
            <a:r>
              <a:rPr lang="en-GB"/>
              <a:t>Per direction: the goal is to find `Z = 0`</a:t>
            </a:r>
          </a:p>
          <a:p>
            <a:endParaRPr lang="en-GB"/>
          </a:p>
          <a:p>
            <a:r>
              <a:rPr lang="en-GB"/>
              <a:t>The method identifies which directions lead to failure</a:t>
            </a:r>
          </a:p>
          <a:p>
            <a:endParaRPr lang="en-GB"/>
          </a:p>
          <a:p>
            <a:r>
              <a:rPr lang="en-GB"/>
              <a:t>These directions are then used to determine the failure probability</a:t>
            </a:r>
          </a:p>
          <a:p>
            <a:pPr marL="0" indent="0">
              <a:buNone/>
            </a:pPr>
            <a:endParaRPr lang="nl-NL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65E1D1-0510-4009-AB22-DE41EFA18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124" y="1322878"/>
            <a:ext cx="5172797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496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75648-645B-AC67-93A3-B05E50807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FORM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EABA9-6A34-53D1-711D-FD7EB2A87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FDFBC-8B12-891D-48BD-3DBB020E0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73FCE-FD32-D1BB-5F90-87E539F74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24</a:t>
            </a:fld>
            <a:endParaRPr lang="nl-NL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C0A1FFEA-BBC1-1E19-4C64-854C40092E7E}"/>
              </a:ext>
            </a:extLst>
          </p:cNvPr>
          <p:cNvSpPr txBox="1">
            <a:spLocks/>
          </p:cNvSpPr>
          <p:nvPr/>
        </p:nvSpPr>
        <p:spPr>
          <a:xfrm>
            <a:off x="755650" y="1768763"/>
            <a:ext cx="4556733" cy="432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24000" indent="-324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8000" indent="-32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−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324000" indent="-324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90000"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648000" indent="-32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95000"/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/>
              <a:t>An iterative method performed in the standard normal space, </a:t>
            </a:r>
            <a:r>
              <a:rPr lang="en-GB" sz="1500"/>
              <a:t>which uses linearization of the Z-function</a:t>
            </a:r>
          </a:p>
          <a:p>
            <a:endParaRPr lang="en-GB" sz="1500"/>
          </a:p>
          <a:p>
            <a:r>
              <a:rPr lang="en-GB" sz="1500"/>
              <a:t>Searches for the point closest to the origin (0, 0) </a:t>
            </a:r>
            <a:r>
              <a:rPr lang="en-GB" sz="1500">
                <a:sym typeface="Wingdings" panose="05000000000000000000" pitchFamily="2" charset="2"/>
              </a:rPr>
              <a:t> design point</a:t>
            </a:r>
          </a:p>
          <a:p>
            <a:endParaRPr lang="en-GB" sz="1500">
              <a:sym typeface="Wingdings" panose="05000000000000000000" pitchFamily="2" charset="2"/>
            </a:endParaRPr>
          </a:p>
          <a:p>
            <a:r>
              <a:rPr lang="en-GB" sz="1500">
                <a:sym typeface="Wingdings" panose="05000000000000000000" pitchFamily="2" charset="2"/>
              </a:rPr>
              <a:t>The method approximates the failure probab</a:t>
            </a:r>
            <a:r>
              <a:rPr lang="nl-NL" sz="1500" err="1">
                <a:sym typeface="Wingdings" panose="05000000000000000000" pitchFamily="2" charset="2"/>
              </a:rPr>
              <a:t>ility</a:t>
            </a:r>
            <a:endParaRPr lang="nl-NL" sz="1500">
              <a:sym typeface="Wingdings" panose="05000000000000000000" pitchFamily="2" charset="2"/>
            </a:endParaRPr>
          </a:p>
          <a:p>
            <a:endParaRPr lang="nl-NL" sz="1500">
              <a:sym typeface="Wingdings" panose="05000000000000000000" pitchFamily="2" charset="2"/>
            </a:endParaRPr>
          </a:p>
          <a:p>
            <a:r>
              <a:rPr lang="nl-NL" sz="1500">
                <a:sym typeface="Wingdings" panose="05000000000000000000" pitchFamily="2" charset="2"/>
              </a:rPr>
              <a:t>Different </a:t>
            </a:r>
            <a:r>
              <a:rPr lang="nl-NL" sz="1500" err="1">
                <a:sym typeface="Wingdings" panose="05000000000000000000" pitchFamily="2" charset="2"/>
              </a:rPr>
              <a:t>methods</a:t>
            </a:r>
            <a:r>
              <a:rPr lang="nl-NL" sz="1500">
                <a:sym typeface="Wingdings" panose="05000000000000000000" pitchFamily="2" charset="2"/>
              </a:rPr>
              <a:t> are </a:t>
            </a:r>
            <a:r>
              <a:rPr lang="nl-NL" sz="1500" err="1">
                <a:sym typeface="Wingdings" panose="05000000000000000000" pitchFamily="2" charset="2"/>
              </a:rPr>
              <a:t>available</a:t>
            </a:r>
            <a:r>
              <a:rPr lang="nl-NL" sz="1500">
                <a:sym typeface="Wingdings" panose="05000000000000000000" pitchFamily="2" charset="2"/>
              </a:rPr>
              <a:t> </a:t>
            </a:r>
            <a:r>
              <a:rPr lang="nl-NL" sz="1500" err="1">
                <a:sym typeface="Wingdings" panose="05000000000000000000" pitchFamily="2" charset="2"/>
              </a:rPr>
              <a:t>to</a:t>
            </a:r>
            <a:r>
              <a:rPr lang="nl-NL" sz="1500">
                <a:sym typeface="Wingdings" panose="05000000000000000000" pitchFamily="2" charset="2"/>
              </a:rPr>
              <a:t> </a:t>
            </a:r>
            <a:r>
              <a:rPr lang="nl-NL" sz="1500" err="1">
                <a:sym typeface="Wingdings" panose="05000000000000000000" pitchFamily="2" charset="2"/>
              </a:rPr>
              <a:t>find</a:t>
            </a:r>
            <a:r>
              <a:rPr lang="nl-NL" sz="1500">
                <a:sym typeface="Wingdings" panose="05000000000000000000" pitchFamily="2" charset="2"/>
              </a:rPr>
              <a:t> </a:t>
            </a:r>
            <a:r>
              <a:rPr lang="nl-NL" sz="1500" err="1">
                <a:sym typeface="Wingdings" panose="05000000000000000000" pitchFamily="2" charset="2"/>
              </a:rPr>
              <a:t>the</a:t>
            </a:r>
            <a:r>
              <a:rPr lang="nl-NL" sz="1500">
                <a:sym typeface="Wingdings" panose="05000000000000000000" pitchFamily="2" charset="2"/>
              </a:rPr>
              <a:t> </a:t>
            </a:r>
            <a:r>
              <a:rPr lang="nl-NL" sz="1500" err="1">
                <a:sym typeface="Wingdings" panose="05000000000000000000" pitchFamily="2" charset="2"/>
              </a:rPr>
              <a:t>starting</a:t>
            </a:r>
            <a:r>
              <a:rPr lang="nl-NL" sz="1500">
                <a:sym typeface="Wingdings" panose="05000000000000000000" pitchFamily="2" charset="2"/>
              </a:rPr>
              <a:t> point</a:t>
            </a:r>
          </a:p>
          <a:p>
            <a:endParaRPr lang="nl-NL" sz="1500">
              <a:sym typeface="Wingdings" panose="05000000000000000000" pitchFamily="2" charset="2"/>
            </a:endParaRPr>
          </a:p>
          <a:p>
            <a:r>
              <a:rPr lang="nl-NL" sz="1500">
                <a:sym typeface="Wingdings" panose="05000000000000000000" pitchFamily="2" charset="2"/>
              </a:rPr>
              <a:t>It </a:t>
            </a:r>
            <a:r>
              <a:rPr lang="en-GB" sz="1500">
                <a:sym typeface="Wingdings" panose="05000000000000000000" pitchFamily="2" charset="2"/>
              </a:rPr>
              <a:t>is a fast method, but it can converge to </a:t>
            </a:r>
            <a:r>
              <a:rPr lang="nl-NL" sz="1500">
                <a:sym typeface="Wingdings" panose="05000000000000000000" pitchFamily="2" charset="2"/>
              </a:rPr>
              <a:t>a </a:t>
            </a:r>
            <a:r>
              <a:rPr lang="nl-NL" sz="1500" err="1">
                <a:sym typeface="Wingdings" panose="05000000000000000000" pitchFamily="2" charset="2"/>
              </a:rPr>
              <a:t>local</a:t>
            </a:r>
            <a:r>
              <a:rPr lang="nl-NL" sz="1500">
                <a:sym typeface="Wingdings" panose="05000000000000000000" pitchFamily="2" charset="2"/>
              </a:rPr>
              <a:t> minimum</a:t>
            </a:r>
            <a:endParaRPr lang="nl-NL" sz="1500"/>
          </a:p>
          <a:p>
            <a:pPr marL="0" indent="0">
              <a:buFont typeface="Arial" panose="020B0604020202020204" pitchFamily="34" charset="0"/>
              <a:buNone/>
            </a:pPr>
            <a:endParaRPr lang="nl-NL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3C7627C-7FAA-5505-8D65-E196EDA52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768" y="1318610"/>
            <a:ext cx="5506218" cy="43725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AF7F5D-7EEF-F667-CD9D-82BDB93A1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768" y="1613927"/>
            <a:ext cx="5268060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723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5C237-FF2D-8718-5B20-6B5D43E28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Results</a:t>
            </a:r>
            <a:r>
              <a:rPr lang="nl-NL"/>
              <a:t> of </a:t>
            </a:r>
            <a:r>
              <a:rPr lang="nl-NL" err="1"/>
              <a:t>all</a:t>
            </a:r>
            <a:r>
              <a:rPr lang="nl-NL"/>
              <a:t> </a:t>
            </a:r>
            <a:r>
              <a:rPr lang="nl-NL" err="1"/>
              <a:t>methods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201BC-0ABE-DE89-00EF-3E6CE7366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768763"/>
            <a:ext cx="4648482" cy="4320000"/>
          </a:xfrm>
        </p:spPr>
        <p:txBody>
          <a:bodyPr/>
          <a:lstStyle/>
          <a:p>
            <a:r>
              <a:rPr lang="nl-NL"/>
              <a:t>Reliability index (</a:t>
            </a:r>
            <a:r>
              <a:rPr lang="el-GR"/>
              <a:t>β</a:t>
            </a:r>
            <a:r>
              <a:rPr lang="nl-NL"/>
              <a:t>)</a:t>
            </a:r>
          </a:p>
          <a:p>
            <a:endParaRPr lang="nl-NL"/>
          </a:p>
          <a:p>
            <a:r>
              <a:rPr lang="en-GB"/>
              <a:t>Alpha value per variable (influence coefficients</a:t>
            </a:r>
            <a:r>
              <a:rPr lang="nl-NL"/>
              <a:t>)</a:t>
            </a:r>
          </a:p>
          <a:p>
            <a:endParaRPr lang="nl-NL"/>
          </a:p>
          <a:p>
            <a:r>
              <a:rPr lang="en-GB"/>
              <a:t>Design point (the most probable combination of input values that leads to failure</a:t>
            </a:r>
            <a:r>
              <a:rPr lang="nl-NL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FEACC-FB68-FDC1-33E5-4695BA61B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2CC47-FF85-C94F-26D9-52E296DB5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52114-765A-CF90-9513-1BCD8FB23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25</a:t>
            </a:fld>
            <a:endParaRPr lang="nl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67A8BC-DE23-9FEB-A0EF-DFECF829E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0872" y="1444752"/>
            <a:ext cx="5344878" cy="396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4231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8A87E-DC38-CA45-D639-D3823DA79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622BA-F601-E912-B86C-42F5C3749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Reliability analysis of a system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012B9-41FC-B648-505F-535F8EEA9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88808-B990-8B13-6187-0A1DE4294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C9ABF-3548-C69D-A2A9-CA36EB9C4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382214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858F8-827F-D2EF-376F-1162FBFFD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When</a:t>
            </a:r>
            <a:r>
              <a:rPr lang="nl-NL"/>
              <a:t> </a:t>
            </a:r>
            <a:r>
              <a:rPr lang="nl-NL" err="1"/>
              <a:t>it</a:t>
            </a:r>
            <a:r>
              <a:rPr lang="nl-NL"/>
              <a:t> is </a:t>
            </a:r>
            <a:r>
              <a:rPr lang="nl-NL" err="1"/>
              <a:t>applied</a:t>
            </a:r>
            <a:r>
              <a:rPr lang="nl-NL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B7698-B4D9-9DAA-168A-E07CFEBBC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68763"/>
            <a:ext cx="3912603" cy="4320000"/>
          </a:xfrm>
        </p:spPr>
        <p:txBody>
          <a:bodyPr/>
          <a:lstStyle/>
          <a:p>
            <a:pPr marL="323850" indent="-323850"/>
            <a:r>
              <a:rPr lang="en-GB"/>
              <a:t>Failure trees</a:t>
            </a:r>
            <a:endParaRPr lang="en-US"/>
          </a:p>
          <a:p>
            <a:pPr marL="323850" indent="-323850"/>
            <a:endParaRPr lang="en-GB"/>
          </a:p>
          <a:p>
            <a:pPr marL="323850" indent="-323850"/>
            <a:r>
              <a:rPr lang="en-GB"/>
              <a:t>Combination of elements such as dike sections and failure mechanisms</a:t>
            </a:r>
          </a:p>
          <a:p>
            <a:pPr marL="323850" indent="-323850"/>
            <a:endParaRPr lang="en-GB"/>
          </a:p>
          <a:p>
            <a:pPr marL="323850" indent="-323850"/>
            <a:r>
              <a:rPr lang="en-GB">
                <a:latin typeface="Arial"/>
                <a:cs typeface="Arial"/>
              </a:rPr>
              <a:t>Length-effect: combining of the same elements multiple times </a:t>
            </a:r>
            <a:br>
              <a:rPr lang="en-GB">
                <a:latin typeface="Arial"/>
                <a:cs typeface="Arial"/>
              </a:rPr>
            </a:br>
            <a:r>
              <a:rPr lang="en-GB">
                <a:latin typeface="Arial"/>
                <a:cs typeface="Arial"/>
              </a:rPr>
              <a:t>(but with varying correlation</a:t>
            </a:r>
            <a:r>
              <a:rPr lang="nl-NL">
                <a:latin typeface="Arial"/>
                <a:cs typeface="Arial"/>
              </a:rPr>
              <a:t>)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E3580-4DB0-1EDE-BD8C-757F92F5F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B1816-31E8-E73F-9160-FD215D457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A6D72-2CAD-9D47-0C62-FF837A025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27</a:t>
            </a:fld>
            <a:endParaRPr lang="nl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CC3293-8E83-2963-117D-D3420D59B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909" y="1614632"/>
            <a:ext cx="7168351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6433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7658F-4FCC-90DA-0DC9-1280DF45E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Series and parallel systems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036368A-DBBC-290D-880C-660DB718B9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1146" y="1581804"/>
            <a:ext cx="9154803" cy="185763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79223-63A0-85B2-39A8-840F7011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88DED-C4EF-B776-65C9-D783BF44C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CF7BE-8DD5-2FFD-30F4-7EFED2DFC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28</a:t>
            </a:fld>
            <a:endParaRPr lang="nl-NL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1BFBE36-6C66-118E-7290-6638E9575259}"/>
              </a:ext>
            </a:extLst>
          </p:cNvPr>
          <p:cNvSpPr txBox="1">
            <a:spLocks/>
          </p:cNvSpPr>
          <p:nvPr/>
        </p:nvSpPr>
        <p:spPr>
          <a:xfrm>
            <a:off x="755650" y="4157669"/>
            <a:ext cx="10345166" cy="193109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24000" indent="-324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8000" indent="-32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−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324000" indent="-324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90000"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648000" indent="-32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95000"/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/>
              <a:t>Reliability analysis is </a:t>
            </a:r>
            <a:r>
              <a:rPr lang="nl-NL" err="1"/>
              <a:t>applied</a:t>
            </a:r>
            <a:r>
              <a:rPr lang="nl-NL"/>
              <a:t> first </a:t>
            </a:r>
            <a:r>
              <a:rPr lang="nl-NL" err="1"/>
              <a:t>for</a:t>
            </a:r>
            <a:r>
              <a:rPr lang="nl-NL"/>
              <a:t> </a:t>
            </a:r>
            <a:r>
              <a:rPr lang="nl-NL" err="1"/>
              <a:t>each</a:t>
            </a:r>
            <a:r>
              <a:rPr lang="nl-NL"/>
              <a:t> component in </a:t>
            </a:r>
            <a:r>
              <a:rPr lang="nl-NL" err="1"/>
              <a:t>the</a:t>
            </a:r>
            <a:r>
              <a:rPr lang="nl-NL"/>
              <a:t> system</a:t>
            </a:r>
          </a:p>
          <a:p>
            <a:endParaRPr lang="nl-NL"/>
          </a:p>
          <a:p>
            <a:r>
              <a:rPr lang="en-GB"/>
              <a:t>The individual results are combined including correlations between the </a:t>
            </a:r>
            <a:r>
              <a:rPr lang="en-GB" err="1"/>
              <a:t>vari</a:t>
            </a:r>
            <a:r>
              <a:rPr lang="nl-NL" err="1"/>
              <a:t>ables</a:t>
            </a:r>
            <a:r>
              <a:rPr lang="nl-NL"/>
              <a:t> </a:t>
            </a:r>
          </a:p>
          <a:p>
            <a:endParaRPr lang="nl-NL"/>
          </a:p>
          <a:p>
            <a:r>
              <a:rPr lang="nl-NL"/>
              <a:t>Different </a:t>
            </a:r>
            <a:r>
              <a:rPr lang="nl-NL" err="1"/>
              <a:t>methods</a:t>
            </a:r>
            <a:r>
              <a:rPr lang="nl-NL"/>
              <a:t> </a:t>
            </a:r>
            <a:r>
              <a:rPr lang="nl-NL" err="1"/>
              <a:t>available</a:t>
            </a:r>
            <a:r>
              <a:rPr lang="nl-NL"/>
              <a:t> in </a:t>
            </a:r>
            <a:r>
              <a:rPr lang="nl-NL" err="1"/>
              <a:t>the</a:t>
            </a:r>
            <a:r>
              <a:rPr lang="nl-NL"/>
              <a:t> </a:t>
            </a:r>
            <a:r>
              <a:rPr lang="nl-NL" err="1"/>
              <a:t>library</a:t>
            </a:r>
            <a:r>
              <a:rPr lang="nl-NL"/>
              <a:t>: </a:t>
            </a:r>
            <a:r>
              <a:rPr lang="nl-NL" i="1" err="1"/>
              <a:t>hohenbichler</a:t>
            </a:r>
            <a:r>
              <a:rPr lang="nl-NL"/>
              <a:t>, </a:t>
            </a:r>
            <a:r>
              <a:rPr lang="nl-NL" i="1" err="1"/>
              <a:t>hohenbichler_form</a:t>
            </a:r>
            <a:r>
              <a:rPr lang="nl-NL"/>
              <a:t>, </a:t>
            </a:r>
            <a:r>
              <a:rPr lang="nl-NL" i="1" err="1"/>
              <a:t>importance_sampling</a:t>
            </a:r>
            <a:r>
              <a:rPr lang="nl-NL"/>
              <a:t>, </a:t>
            </a:r>
            <a:r>
              <a:rPr lang="nl-NL" i="1" err="1"/>
              <a:t>directional_sampling</a:t>
            </a:r>
            <a:endParaRPr lang="nl-NL" i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FE50A7-518C-1E2B-B6A6-80C62FD68019}"/>
              </a:ext>
            </a:extLst>
          </p:cNvPr>
          <p:cNvSpPr txBox="1"/>
          <p:nvPr/>
        </p:nvSpPr>
        <p:spPr>
          <a:xfrm>
            <a:off x="1804400" y="3436828"/>
            <a:ext cx="20020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1 fails AND 2 fails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18FD4B-74E9-FC14-E940-1AB11BC678C9}"/>
              </a:ext>
            </a:extLst>
          </p:cNvPr>
          <p:cNvSpPr txBox="1"/>
          <p:nvPr/>
        </p:nvSpPr>
        <p:spPr>
          <a:xfrm>
            <a:off x="4839221" y="3436828"/>
            <a:ext cx="215865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1 fails OR 2 fails</a:t>
            </a:r>
          </a:p>
        </p:txBody>
      </p:sp>
    </p:spTree>
    <p:extLst>
      <p:ext uri="{BB962C8B-B14F-4D97-AF65-F5344CB8AC3E}">
        <p14:creationId xmlns:p14="http://schemas.microsoft.com/office/powerpoint/2010/main" val="25868757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3C9B3-E49A-C32D-F966-199B09644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Series and parallel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573AB-F386-07AB-85A6-9F51BA7E4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768763"/>
            <a:ext cx="4538726" cy="4320000"/>
          </a:xfrm>
        </p:spPr>
        <p:txBody>
          <a:bodyPr/>
          <a:lstStyle/>
          <a:p>
            <a:pPr marL="323850" indent="-323850"/>
            <a:r>
              <a:rPr lang="en-GB">
                <a:latin typeface="Arial"/>
                <a:cs typeface="Arial"/>
              </a:rPr>
              <a:t>Simulate individual design points with hyperplanes as the limit state function</a:t>
            </a:r>
          </a:p>
          <a:p>
            <a:pPr marL="323850" indent="-323850"/>
            <a:r>
              <a:rPr lang="en-GB" err="1">
                <a:latin typeface="Arial"/>
                <a:cs typeface="Arial"/>
              </a:rPr>
              <a:t>Hohenbichler</a:t>
            </a:r>
            <a:r>
              <a:rPr lang="en-GB">
                <a:latin typeface="Arial"/>
                <a:cs typeface="Arial"/>
              </a:rPr>
              <a:t>:</a:t>
            </a:r>
            <a:endParaRPr lang="en-US">
              <a:latin typeface="Arial"/>
              <a:cs typeface="Arial"/>
            </a:endParaRPr>
          </a:p>
          <a:p>
            <a:pPr marL="647700" lvl="1" indent="-323850">
              <a:buFont typeface="Courier New" panose="020B0604020202020204" pitchFamily="34" charset="0"/>
              <a:buChar char="o"/>
            </a:pPr>
            <a:r>
              <a:rPr lang="en-GB">
                <a:latin typeface="Arial"/>
                <a:cs typeface="Arial"/>
              </a:rPr>
              <a:t>First combine 2 elements (OR, AND)</a:t>
            </a:r>
            <a:endParaRPr lang="en-US">
              <a:latin typeface="Arial"/>
              <a:cs typeface="Arial"/>
            </a:endParaRPr>
          </a:p>
          <a:p>
            <a:pPr marL="647700" lvl="1" indent="-323850">
              <a:buFont typeface="Courier New" panose="020B0604020202020204" pitchFamily="34" charset="0"/>
              <a:buChar char="o"/>
            </a:pPr>
            <a:r>
              <a:rPr lang="en-GB">
                <a:latin typeface="Arial"/>
                <a:cs typeface="Arial"/>
              </a:rPr>
              <a:t>Then combine the result with the next element</a:t>
            </a:r>
          </a:p>
          <a:p>
            <a:pPr marL="323850" indent="-323850"/>
            <a:r>
              <a:rPr lang="en-GB">
                <a:latin typeface="Arial"/>
                <a:cs typeface="Arial"/>
              </a:rPr>
              <a:t>Importance Sampling:</a:t>
            </a:r>
            <a:endParaRPr lang="en-GB"/>
          </a:p>
          <a:p>
            <a:pPr marL="647700" lvl="1" indent="-323850">
              <a:buFont typeface="Courier New" panose="020B0604020202020204" pitchFamily="34" charset="0"/>
              <a:buChar char="o"/>
            </a:pPr>
            <a:r>
              <a:rPr lang="en-GB">
                <a:latin typeface="Arial"/>
                <a:cs typeface="Arial"/>
              </a:rPr>
              <a:t>Sample near the design points, starting with the 2 most likely design points</a:t>
            </a:r>
            <a:endParaRPr lang="en-GB"/>
          </a:p>
          <a:p>
            <a:pPr marL="647700" lvl="1" indent="-323850">
              <a:buFont typeface="Courier New" panose="020B0604020202020204" pitchFamily="34" charset="0"/>
              <a:buChar char="o"/>
            </a:pPr>
            <a:r>
              <a:rPr lang="en-GB">
                <a:latin typeface="Arial"/>
                <a:cs typeface="Arial"/>
              </a:rPr>
              <a:t>Add next design point</a:t>
            </a:r>
            <a:endParaRPr lang="en-GB"/>
          </a:p>
          <a:p>
            <a:pPr marL="323850" indent="-323850"/>
            <a:r>
              <a:rPr lang="en-GB">
                <a:latin typeface="Arial"/>
                <a:cs typeface="Arial"/>
              </a:rPr>
              <a:t>Directional sampling:</a:t>
            </a:r>
            <a:endParaRPr lang="en-GB"/>
          </a:p>
          <a:p>
            <a:pPr marL="647700" lvl="1" indent="-323850">
              <a:buFont typeface="Courier New" panose="020B0604020202020204" pitchFamily="34" charset="0"/>
              <a:buChar char="o"/>
            </a:pPr>
            <a:r>
              <a:rPr lang="en-GB">
                <a:latin typeface="Arial"/>
                <a:cs typeface="Arial"/>
              </a:rPr>
              <a:t>Create the limit state function as a combination of all hyperplanes</a:t>
            </a:r>
            <a:endParaRPr lang="en-GB"/>
          </a:p>
          <a:p>
            <a:pPr marL="323850" indent="-323850"/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E2E9E-18DD-5B2F-F039-D8D32ACF0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B0D92-7394-DCAF-DE3A-FD50C404E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6A7D1-3947-A951-AB41-50BF111E6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29</a:t>
            </a:fld>
            <a:endParaRPr lang="nl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009150-44FC-8724-E6A6-24D1C7DF9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742" y="1680549"/>
            <a:ext cx="6087325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857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D48BA-6F05-0682-ED47-C39A5571B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Uncertainty analysis and </a:t>
            </a:r>
            <a:r>
              <a:rPr lang="nl-NL" err="1"/>
              <a:t>sensitivity</a:t>
            </a:r>
            <a:r>
              <a:rPr lang="nl-NL"/>
              <a:t>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0B464-3261-9BDE-27F9-89DDD2262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1BB93-4E88-4448-8614-904493025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72755-88E5-183D-9130-A75C74465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30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204277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760BA-B4DD-7A05-1BF0-35CF28132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Uncertainty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F1181-EF91-3ED5-CC6A-E95524F9A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762BE-F89E-DFCC-0CDD-9F69533F8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B13FE-2D92-58A8-68C0-893673371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31</a:t>
            </a:fld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D84451-5CB2-743E-93DE-228748C9418F}"/>
              </a:ext>
            </a:extLst>
          </p:cNvPr>
          <p:cNvSpPr/>
          <p:nvPr/>
        </p:nvSpPr>
        <p:spPr>
          <a:xfrm>
            <a:off x="6697318" y="3497934"/>
            <a:ext cx="2762250" cy="936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/>
              <a:t>Model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72C38D-C006-4B34-0222-BFF0EC589CE3}"/>
              </a:ext>
            </a:extLst>
          </p:cNvPr>
          <p:cNvSpPr/>
          <p:nvPr/>
        </p:nvSpPr>
        <p:spPr>
          <a:xfrm>
            <a:off x="5941919" y="2251434"/>
            <a:ext cx="828675" cy="4953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>
                <a:solidFill>
                  <a:schemeClr val="tx1"/>
                </a:solidFill>
              </a:rPr>
              <a:t>Input 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581BDE-B87A-F7C8-0886-7470F19277F2}"/>
              </a:ext>
            </a:extLst>
          </p:cNvPr>
          <p:cNvSpPr/>
          <p:nvPr/>
        </p:nvSpPr>
        <p:spPr>
          <a:xfrm>
            <a:off x="7659343" y="2251434"/>
            <a:ext cx="828675" cy="4953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>
                <a:solidFill>
                  <a:schemeClr val="tx1"/>
                </a:solidFill>
              </a:rPr>
              <a:t>Input 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3DFF03-455B-A964-0C52-EB8261867A1B}"/>
              </a:ext>
            </a:extLst>
          </p:cNvPr>
          <p:cNvSpPr/>
          <p:nvPr/>
        </p:nvSpPr>
        <p:spPr>
          <a:xfrm>
            <a:off x="9093941" y="2251434"/>
            <a:ext cx="908552" cy="4953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>
                <a:solidFill>
                  <a:schemeClr val="tx1"/>
                </a:solidFill>
              </a:rPr>
              <a:t>Input 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00A8A0-B672-BE03-AB60-6CA792D0787A}"/>
              </a:ext>
            </a:extLst>
          </p:cNvPr>
          <p:cNvSpPr/>
          <p:nvPr/>
        </p:nvSpPr>
        <p:spPr>
          <a:xfrm>
            <a:off x="7673630" y="5148264"/>
            <a:ext cx="828675" cy="495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>
                <a:solidFill>
                  <a:schemeClr val="tx1"/>
                </a:solidFill>
              </a:rPr>
              <a:t>Output</a:t>
            </a: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257C991A-89BD-12F8-3BE4-89E0EC6240F5}"/>
              </a:ext>
            </a:extLst>
          </p:cNvPr>
          <p:cNvCxnSpPr>
            <a:stCxn id="8" idx="2"/>
            <a:endCxn id="7" idx="0"/>
          </p:cNvCxnSpPr>
          <p:nvPr/>
        </p:nvCxnSpPr>
        <p:spPr>
          <a:xfrm rot="16200000" flipH="1">
            <a:off x="6841750" y="2261241"/>
            <a:ext cx="751200" cy="172218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8F8BBBED-71C8-B094-A941-6E9038E59A90}"/>
              </a:ext>
            </a:extLst>
          </p:cNvPr>
          <p:cNvCxnSpPr>
            <a:stCxn id="9" idx="2"/>
            <a:endCxn id="7" idx="0"/>
          </p:cNvCxnSpPr>
          <p:nvPr/>
        </p:nvCxnSpPr>
        <p:spPr>
          <a:xfrm rot="16200000" flipH="1">
            <a:off x="7700462" y="3119953"/>
            <a:ext cx="751200" cy="476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F7DBBB9F-2CC8-82D7-E15B-FA832293380A}"/>
              </a:ext>
            </a:extLst>
          </p:cNvPr>
          <p:cNvCxnSpPr>
            <a:stCxn id="10" idx="2"/>
            <a:endCxn id="7" idx="0"/>
          </p:cNvCxnSpPr>
          <p:nvPr/>
        </p:nvCxnSpPr>
        <p:spPr>
          <a:xfrm rot="5400000">
            <a:off x="8437730" y="2387447"/>
            <a:ext cx="751200" cy="146977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A1446EB0-8B53-0BFD-172B-FA57831EE98C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rot="16200000" flipH="1">
            <a:off x="7726040" y="4786336"/>
            <a:ext cx="714330" cy="952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047665FA-EFA2-9C0A-88CD-D5EBB94E7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189" y="1580408"/>
            <a:ext cx="756134" cy="59085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FDB1FC0-78C0-07C3-64DA-A08BA5030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034" y="1589956"/>
            <a:ext cx="756134" cy="59085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2F377B9-6943-02E2-91D4-CD59F831B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0150" y="1589956"/>
            <a:ext cx="756134" cy="59085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20D9F0C-F13A-1B6E-6867-55D8856E4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420" y="5052712"/>
            <a:ext cx="756134" cy="590852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2782F30-2AC0-AD1C-2AA4-2DBEF83A8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68763"/>
            <a:ext cx="4976876" cy="4320000"/>
          </a:xfrm>
        </p:spPr>
        <p:txBody>
          <a:bodyPr/>
          <a:lstStyle/>
          <a:p>
            <a:r>
              <a:rPr lang="en-GB" sz="1600"/>
              <a:t>The models themselves are deterministic, but input parameters may be uncertain</a:t>
            </a:r>
          </a:p>
          <a:p>
            <a:endParaRPr lang="en-GB" sz="1600"/>
          </a:p>
          <a:p>
            <a:r>
              <a:rPr lang="en-GB" sz="1600"/>
              <a:t>As a result, the model output becomes a distribution rather than a single value</a:t>
            </a:r>
          </a:p>
          <a:p>
            <a:endParaRPr lang="en-GB" sz="1600"/>
          </a:p>
          <a:p>
            <a:r>
              <a:rPr lang="en-GB" sz="1600"/>
              <a:t>Useful for decision making (as it provides insight into the range and likelihood of possible outcomes)</a:t>
            </a:r>
          </a:p>
          <a:p>
            <a:endParaRPr lang="en-GB" sz="1600"/>
          </a:p>
          <a:p>
            <a:r>
              <a:rPr lang="en-GB" sz="1600"/>
              <a:t>Different methods available in the library: </a:t>
            </a:r>
            <a:r>
              <a:rPr lang="en-GB" sz="1600" i="1" err="1"/>
              <a:t>crude_monte_carlo</a:t>
            </a:r>
            <a:r>
              <a:rPr lang="en-GB" sz="1600"/>
              <a:t>, </a:t>
            </a:r>
            <a:r>
              <a:rPr lang="en-GB" sz="1600" i="1" err="1"/>
              <a:t>numerical_integration</a:t>
            </a:r>
            <a:r>
              <a:rPr lang="en-GB" sz="1600"/>
              <a:t>, </a:t>
            </a:r>
            <a:r>
              <a:rPr lang="en-GB" sz="1600" i="1" err="1"/>
              <a:t>fosm</a:t>
            </a:r>
            <a:r>
              <a:rPr lang="en-GB" sz="1600"/>
              <a:t>, </a:t>
            </a:r>
            <a:r>
              <a:rPr lang="en-GB" sz="1600" i="1"/>
              <a:t>form</a:t>
            </a:r>
            <a:r>
              <a:rPr lang="en-GB" sz="1600"/>
              <a:t>, </a:t>
            </a:r>
            <a:r>
              <a:rPr lang="en-GB" sz="1600" i="1" err="1"/>
              <a:t>importance_sampling</a:t>
            </a:r>
            <a:r>
              <a:rPr lang="en-GB" sz="1600"/>
              <a:t>, </a:t>
            </a:r>
            <a:r>
              <a:rPr lang="en-GB" sz="1600" i="1" err="1"/>
              <a:t>directional_samping</a:t>
            </a:r>
            <a:endParaRPr lang="en-GB" sz="1600" i="1"/>
          </a:p>
          <a:p>
            <a:endParaRPr lang="en-GB" sz="1600"/>
          </a:p>
          <a:p>
            <a:endParaRPr lang="en-GB"/>
          </a:p>
          <a:p>
            <a:endParaRPr lang="en-GB"/>
          </a:p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28043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4D9ED-D882-DE91-A388-BEFA2EBC0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Sensitivity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4BCC-190D-9EAD-BD9A-A25AFA49D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768763"/>
            <a:ext cx="5261102" cy="4320000"/>
          </a:xfrm>
        </p:spPr>
        <p:txBody>
          <a:bodyPr/>
          <a:lstStyle/>
          <a:p>
            <a:pPr marL="323850" indent="-323850"/>
            <a:r>
              <a:rPr lang="nl-NL" sz="1600"/>
              <a:t>It </a:t>
            </a:r>
            <a:r>
              <a:rPr lang="en-GB" sz="1600"/>
              <a:t>is a special case of the uncertainty analysis</a:t>
            </a:r>
            <a:endParaRPr lang="en-US"/>
          </a:p>
          <a:p>
            <a:pPr marL="323850" indent="-323850"/>
            <a:endParaRPr lang="en-GB" sz="1600"/>
          </a:p>
          <a:p>
            <a:pPr marL="323850" indent="-323850"/>
            <a:r>
              <a:rPr lang="en-GB" sz="1600"/>
              <a:t>Assesses how changes in input parameters affect the model output</a:t>
            </a:r>
          </a:p>
          <a:p>
            <a:pPr marL="323850" indent="-323850"/>
            <a:endParaRPr lang="en-GB" sz="1600"/>
          </a:p>
          <a:p>
            <a:pPr marL="323850" indent="-323850"/>
            <a:r>
              <a:rPr lang="en-GB" sz="1600"/>
              <a:t>Helps identify which parameters have the most influence on the results</a:t>
            </a:r>
          </a:p>
          <a:p>
            <a:pPr marL="323850" indent="-323850"/>
            <a:endParaRPr lang="en-GB" sz="1600"/>
          </a:p>
          <a:p>
            <a:pPr marL="323850" indent="-323850"/>
            <a:r>
              <a:rPr lang="en-GB" sz="1600">
                <a:latin typeface="Arial"/>
                <a:cs typeface="Arial"/>
              </a:rPr>
              <a:t>Simple sensitivity analyses can be conducted with the library</a:t>
            </a:r>
          </a:p>
          <a:p>
            <a:pPr marL="323850" indent="-323850"/>
            <a:endParaRPr lang="en-GB" sz="1600"/>
          </a:p>
          <a:p>
            <a:pPr marL="323850" indent="-323850"/>
            <a:r>
              <a:rPr lang="en-GB" sz="1600"/>
              <a:t>More advanced (SOBOL indices) with the Probabilistic T</a:t>
            </a:r>
            <a:r>
              <a:rPr lang="nl-NL" sz="1600" err="1"/>
              <a:t>oolkit</a:t>
            </a:r>
            <a:r>
              <a:rPr lang="nl-NL" sz="160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4FA7D-FF7D-0190-4850-959E62A10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C2F7E-E46A-07CF-09F6-2578A2AF8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7B8FE-CFC5-C0F7-EA0E-4BD92CA1B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32</a:t>
            </a:fld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6D80B4-0BAA-C919-D7DC-94DF68A6E871}"/>
              </a:ext>
            </a:extLst>
          </p:cNvPr>
          <p:cNvSpPr/>
          <p:nvPr/>
        </p:nvSpPr>
        <p:spPr>
          <a:xfrm>
            <a:off x="7748878" y="3497934"/>
            <a:ext cx="2762250" cy="936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/>
              <a:t>Model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F9F7DA-4F6E-4EED-CF74-CCC494AFC19D}"/>
              </a:ext>
            </a:extLst>
          </p:cNvPr>
          <p:cNvSpPr/>
          <p:nvPr/>
        </p:nvSpPr>
        <p:spPr>
          <a:xfrm>
            <a:off x="6993479" y="2251434"/>
            <a:ext cx="828675" cy="4953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>
                <a:solidFill>
                  <a:schemeClr val="tx1"/>
                </a:solidFill>
              </a:rPr>
              <a:t>Input 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486F47-6C63-0A91-69B7-3B6E9D250EDA}"/>
              </a:ext>
            </a:extLst>
          </p:cNvPr>
          <p:cNvSpPr/>
          <p:nvPr/>
        </p:nvSpPr>
        <p:spPr>
          <a:xfrm>
            <a:off x="8710903" y="2251434"/>
            <a:ext cx="828675" cy="4953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>
                <a:solidFill>
                  <a:schemeClr val="tx1"/>
                </a:solidFill>
              </a:rPr>
              <a:t>Input 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3B574A-5D31-F9C4-D975-3DC91D935C19}"/>
              </a:ext>
            </a:extLst>
          </p:cNvPr>
          <p:cNvSpPr/>
          <p:nvPr/>
        </p:nvSpPr>
        <p:spPr>
          <a:xfrm>
            <a:off x="10145501" y="2251434"/>
            <a:ext cx="908552" cy="4953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>
                <a:solidFill>
                  <a:schemeClr val="tx1"/>
                </a:solidFill>
              </a:rPr>
              <a:t>Input 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6F042B-3ECA-E4FD-7095-2119709A05E1}"/>
              </a:ext>
            </a:extLst>
          </p:cNvPr>
          <p:cNvSpPr/>
          <p:nvPr/>
        </p:nvSpPr>
        <p:spPr>
          <a:xfrm>
            <a:off x="8725190" y="5148264"/>
            <a:ext cx="828675" cy="495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>
                <a:solidFill>
                  <a:schemeClr val="tx1"/>
                </a:solidFill>
              </a:rPr>
              <a:t>Output</a:t>
            </a: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9A8AE45E-2DD6-D2E8-B897-8957867B9E9B}"/>
              </a:ext>
            </a:extLst>
          </p:cNvPr>
          <p:cNvCxnSpPr>
            <a:stCxn id="8" idx="2"/>
            <a:endCxn id="7" idx="0"/>
          </p:cNvCxnSpPr>
          <p:nvPr/>
        </p:nvCxnSpPr>
        <p:spPr>
          <a:xfrm rot="16200000" flipH="1">
            <a:off x="7893310" y="2261241"/>
            <a:ext cx="751200" cy="172218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7762DB6B-91B1-486E-3572-EF274D6B2223}"/>
              </a:ext>
            </a:extLst>
          </p:cNvPr>
          <p:cNvCxnSpPr>
            <a:stCxn id="9" idx="2"/>
            <a:endCxn id="7" idx="0"/>
          </p:cNvCxnSpPr>
          <p:nvPr/>
        </p:nvCxnSpPr>
        <p:spPr>
          <a:xfrm rot="16200000" flipH="1">
            <a:off x="8752022" y="3119953"/>
            <a:ext cx="751200" cy="476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B1A10FD7-47F5-0C98-C95B-215157499F1A}"/>
              </a:ext>
            </a:extLst>
          </p:cNvPr>
          <p:cNvCxnSpPr>
            <a:stCxn id="10" idx="2"/>
            <a:endCxn id="7" idx="0"/>
          </p:cNvCxnSpPr>
          <p:nvPr/>
        </p:nvCxnSpPr>
        <p:spPr>
          <a:xfrm rot="5400000">
            <a:off x="9489290" y="2387447"/>
            <a:ext cx="751200" cy="146977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587DC0A9-3224-FE61-B4BC-B23A9372B7D4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rot="16200000" flipH="1">
            <a:off x="8777600" y="4786336"/>
            <a:ext cx="714330" cy="952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5F9D005-E531-BA26-1CA5-330CB1DEA86B}"/>
              </a:ext>
            </a:extLst>
          </p:cNvPr>
          <p:cNvSpPr txBox="1"/>
          <p:nvPr/>
        </p:nvSpPr>
        <p:spPr>
          <a:xfrm>
            <a:off x="6551767" y="181073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C00000"/>
                </a:solidFill>
              </a:rPr>
              <a:t>change in value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D4C21D-BE90-07C5-250F-06347AACB839}"/>
              </a:ext>
            </a:extLst>
          </p:cNvPr>
          <p:cNvSpPr txBox="1"/>
          <p:nvPr/>
        </p:nvSpPr>
        <p:spPr>
          <a:xfrm>
            <a:off x="9539578" y="5213998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C00000"/>
                </a:solidFill>
              </a:rPr>
              <a:t>change in output</a:t>
            </a:r>
          </a:p>
        </p:txBody>
      </p:sp>
    </p:spTree>
    <p:extLst>
      <p:ext uri="{BB962C8B-B14F-4D97-AF65-F5344CB8AC3E}">
        <p14:creationId xmlns:p14="http://schemas.microsoft.com/office/powerpoint/2010/main" val="14896729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A373D-B37E-6F31-CB26-51AC0B26D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Connection of models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8E4C7-8CD8-EAF0-4B24-D39A5A882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06F0C-03C9-5CD4-D4B2-C29FBC3AF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F2223-4CC1-60F0-2FBA-3603214B3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33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631847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D87C6-868B-ED88-4814-23D3E9B4D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Connection of models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94891-D351-98E4-9382-042EEAA06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D74C9-1BFF-4D34-3FCC-1192F723F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F7C7D-0F37-9025-FE33-4252BA97A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34</a:t>
            </a:fld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BBB10-49C1-2EA4-A429-8380755BE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716572"/>
            <a:ext cx="4770023" cy="4434821"/>
          </a:xfrm>
        </p:spPr>
        <p:txBody>
          <a:bodyPr/>
          <a:lstStyle/>
          <a:p>
            <a:pPr marL="323850" indent="-323850"/>
            <a:r>
              <a:rPr lang="nl-NL"/>
              <a:t>Model </a:t>
            </a:r>
            <a:r>
              <a:rPr lang="nl-NL" err="1"/>
              <a:t>described</a:t>
            </a:r>
            <a:r>
              <a:rPr lang="nl-NL"/>
              <a:t> </a:t>
            </a:r>
            <a:r>
              <a:rPr lang="nl-NL" err="1"/>
              <a:t>with</a:t>
            </a:r>
            <a:r>
              <a:rPr lang="nl-NL"/>
              <a:t> a python script</a:t>
            </a:r>
            <a:endParaRPr lang="en-US"/>
          </a:p>
          <a:p>
            <a:pPr marL="323850" indent="-323850"/>
            <a:r>
              <a:rPr lang="nl-NL" err="1">
                <a:latin typeface="Arial"/>
                <a:cs typeface="Arial"/>
              </a:rPr>
              <a:t>Also</a:t>
            </a:r>
            <a:r>
              <a:rPr lang="nl-NL">
                <a:latin typeface="Arial"/>
                <a:cs typeface="Arial"/>
              </a:rPr>
              <a:t> as a class (</a:t>
            </a:r>
            <a:r>
              <a:rPr lang="nl-NL" err="1">
                <a:latin typeface="Arial"/>
                <a:cs typeface="Arial"/>
              </a:rPr>
              <a:t>enables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initialization</a:t>
            </a:r>
            <a:r>
              <a:rPr lang="nl-NL">
                <a:latin typeface="Arial"/>
                <a:cs typeface="Arial"/>
              </a:rPr>
              <a:t> step)</a:t>
            </a:r>
            <a:endParaRPr lang="nl-NL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3FEEC0-8A79-ACA0-1845-B1AB166F64E6}"/>
              </a:ext>
            </a:extLst>
          </p:cNvPr>
          <p:cNvSpPr txBox="1">
            <a:spLocks/>
          </p:cNvSpPr>
          <p:nvPr/>
        </p:nvSpPr>
        <p:spPr>
          <a:xfrm>
            <a:off x="6322511" y="1831394"/>
            <a:ext cx="4321174" cy="488367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24000" indent="-324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8000" indent="-32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−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324000" indent="-324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90000"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648000" indent="-32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95000"/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3850" indent="-323850"/>
            <a:r>
              <a:rPr lang="nl-NL">
                <a:latin typeface="Arial"/>
                <a:cs typeface="Arial"/>
              </a:rPr>
              <a:t>Model in </a:t>
            </a:r>
            <a:r>
              <a:rPr lang="nl-NL" err="1">
                <a:latin typeface="Arial"/>
                <a:cs typeface="Arial"/>
              </a:rPr>
              <a:t>exe</a:t>
            </a:r>
            <a:r>
              <a:rPr lang="nl-NL">
                <a:latin typeface="Arial"/>
                <a:cs typeface="Arial"/>
              </a:rPr>
              <a:t> (</a:t>
            </a:r>
            <a:r>
              <a:rPr lang="nl-NL" err="1">
                <a:latin typeface="Arial"/>
                <a:cs typeface="Arial"/>
              </a:rPr>
              <a:t>use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ptk-wheel</a:t>
            </a:r>
            <a:r>
              <a:rPr lang="nl-NL">
                <a:latin typeface="Arial"/>
                <a:cs typeface="Arial"/>
              </a:rPr>
              <a:t>)</a:t>
            </a:r>
            <a:endParaRPr lang="nl-NL"/>
          </a:p>
          <a:p>
            <a:pPr marL="323850" indent="-323850"/>
            <a:r>
              <a:rPr lang="nl-NL" err="1">
                <a:latin typeface="Arial"/>
                <a:cs typeface="Arial"/>
              </a:rPr>
              <a:t>Identify</a:t>
            </a:r>
            <a:r>
              <a:rPr lang="nl-NL">
                <a:latin typeface="Arial"/>
                <a:cs typeface="Arial"/>
              </a:rPr>
              <a:t> random variables in input files</a:t>
            </a:r>
          </a:p>
          <a:p>
            <a:pPr marL="323850" indent="-323850"/>
            <a:endParaRPr lang="nl-NL"/>
          </a:p>
          <a:p>
            <a:pPr marL="323850" indent="-323850"/>
            <a:endParaRPr lang="nl-NL"/>
          </a:p>
          <a:p>
            <a:pPr marL="323850" indent="-323850"/>
            <a:endParaRPr lang="nl-NL"/>
          </a:p>
          <a:p>
            <a:pPr marL="323850" indent="-323850"/>
            <a:endParaRPr lang="nl-NL"/>
          </a:p>
          <a:p>
            <a:pPr marL="323850" indent="-323850"/>
            <a:endParaRPr lang="nl-NL"/>
          </a:p>
          <a:p>
            <a:pPr marL="323850" indent="-323850"/>
            <a:endParaRPr lang="nl-NL"/>
          </a:p>
          <a:p>
            <a:pPr marL="323850" indent="-323850"/>
            <a:endParaRPr lang="nl-NL"/>
          </a:p>
          <a:p>
            <a:pPr marL="323850" indent="-323850"/>
            <a:endParaRPr lang="nl-NL"/>
          </a:p>
          <a:p>
            <a:pPr marL="323850" indent="-323850"/>
            <a:r>
              <a:rPr lang="nl-NL"/>
              <a:t>Delft3D, D-Stability, </a:t>
            </a:r>
            <a:r>
              <a:rPr lang="nl-NL" err="1"/>
              <a:t>RTCTools</a:t>
            </a:r>
            <a:r>
              <a:rPr lang="nl-NL"/>
              <a:t>, </a:t>
            </a:r>
            <a:r>
              <a:rPr lang="nl-NL" err="1"/>
              <a:t>Plaxis</a:t>
            </a:r>
            <a:r>
              <a:rPr lang="nl-NL"/>
              <a:t>, </a:t>
            </a:r>
            <a:r>
              <a:rPr lang="nl-NL" err="1"/>
              <a:t>Kratos</a:t>
            </a:r>
            <a:r>
              <a:rPr lang="nl-NL"/>
              <a:t> </a:t>
            </a:r>
            <a:r>
              <a:rPr lang="nl-NL" err="1"/>
              <a:t>and</a:t>
            </a:r>
            <a:r>
              <a:rPr lang="nl-NL"/>
              <a:t> </a:t>
            </a:r>
            <a:r>
              <a:rPr lang="nl-NL" err="1"/>
              <a:t>other</a:t>
            </a:r>
            <a:endParaRPr lang="nl-N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B433E79-716F-D7A4-3936-487068FA6E40}"/>
              </a:ext>
            </a:extLst>
          </p:cNvPr>
          <p:cNvCxnSpPr/>
          <p:nvPr/>
        </p:nvCxnSpPr>
        <p:spPr>
          <a:xfrm>
            <a:off x="5753100" y="1562100"/>
            <a:ext cx="0" cy="4600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0A55949F-77E8-442F-FD41-4E582A09C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78" y="2667000"/>
            <a:ext cx="3295886" cy="3219900"/>
          </a:xfrm>
          <a:prstGeom prst="rect">
            <a:avLst/>
          </a:prstGeom>
        </p:spPr>
      </p:pic>
      <p:pic>
        <p:nvPicPr>
          <p:cNvPr id="1026" name="Picture 2" descr="D-Stability - demo/afbeelding | Deltares">
            <a:extLst>
              <a:ext uri="{FF2B5EF4-FFF2-40B4-BE49-F238E27FC236}">
                <a16:creationId xmlns:a16="http://schemas.microsoft.com/office/drawing/2014/main" id="{8D8B1FDC-FF9F-AE67-CA09-E9484A899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214" y="2693350"/>
            <a:ext cx="3863767" cy="248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5003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000C3-1C50-B878-66B4-31D757EB4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A2D20-E7B7-EC37-7ABE-BE4FAF70B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DEMO: simple 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4C3D7-2F89-82B5-90AF-AF36CDA78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BCD94-6F12-8333-6162-E335D9C7E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25429-8A93-37D0-E507-93F9BED78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35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920626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633DF-4D66-BF10-5315-89C8187F5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DEMO: simple example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31296-60C1-0876-F57E-D0BD17EB9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23850" indent="-323850"/>
            <a:r>
              <a:rPr lang="nl-NL" err="1">
                <a:latin typeface="Arial"/>
                <a:cs typeface="Arial"/>
              </a:rPr>
              <a:t>Jupyter</a:t>
            </a:r>
            <a:r>
              <a:rPr lang="nl-NL">
                <a:latin typeface="Arial"/>
                <a:cs typeface="Arial"/>
              </a:rPr>
              <a:t> notebook: </a:t>
            </a:r>
            <a:r>
              <a:rPr lang="nl-NL" err="1">
                <a:highlight>
                  <a:srgbClr val="E6E6E6"/>
                </a:highlight>
                <a:latin typeface="Arial"/>
                <a:cs typeface="Arial"/>
              </a:rPr>
              <a:t>demo_simple.ipynb</a:t>
            </a:r>
            <a:endParaRPr lang="nl-NL">
              <a:highlight>
                <a:srgbClr val="E6E6E6"/>
              </a:highlight>
              <a:latin typeface="Arial"/>
              <a:cs typeface="Arial"/>
            </a:endParaRPr>
          </a:p>
          <a:p>
            <a:pPr marL="323850" indent="-323850"/>
            <a:endParaRPr lang="nl-NL">
              <a:highlight>
                <a:srgbClr val="E6E6E6"/>
              </a:highlight>
              <a:latin typeface="Arial"/>
              <a:cs typeface="Arial"/>
            </a:endParaRPr>
          </a:p>
          <a:p>
            <a:pPr marL="323850" indent="-323850"/>
            <a:r>
              <a:rPr lang="nl-NL">
                <a:latin typeface="Arial"/>
                <a:cs typeface="Arial"/>
              </a:rPr>
              <a:t>Goal:</a:t>
            </a:r>
          </a:p>
          <a:p>
            <a:pPr marL="647850" lvl="1" indent="-323850"/>
            <a:r>
              <a:rPr lang="nl-NL" err="1">
                <a:latin typeface="Arial"/>
                <a:cs typeface="Arial"/>
              </a:rPr>
              <a:t>Defining</a:t>
            </a:r>
            <a:r>
              <a:rPr lang="nl-NL">
                <a:latin typeface="Arial"/>
                <a:cs typeface="Arial"/>
              </a:rPr>
              <a:t> a random </a:t>
            </a:r>
            <a:r>
              <a:rPr lang="nl-NL" err="1">
                <a:latin typeface="Arial"/>
                <a:cs typeface="Arial"/>
              </a:rPr>
              <a:t>variable</a:t>
            </a:r>
            <a:endParaRPr lang="nl-NL">
              <a:latin typeface="Arial"/>
              <a:cs typeface="Arial"/>
            </a:endParaRPr>
          </a:p>
          <a:p>
            <a:pPr marL="647850" lvl="1" indent="-323850"/>
            <a:r>
              <a:rPr lang="nl-NL" err="1">
                <a:latin typeface="Arial"/>
                <a:cs typeface="Arial"/>
              </a:rPr>
              <a:t>Uncertainty</a:t>
            </a:r>
            <a:r>
              <a:rPr lang="nl-NL">
                <a:latin typeface="Arial"/>
                <a:cs typeface="Arial"/>
              </a:rPr>
              <a:t> analysis of a </a:t>
            </a:r>
            <a:r>
              <a:rPr lang="nl-NL" err="1">
                <a:latin typeface="Arial"/>
                <a:cs typeface="Arial"/>
              </a:rPr>
              <a:t>simple</a:t>
            </a:r>
            <a:r>
              <a:rPr lang="nl-NL">
                <a:latin typeface="Arial"/>
                <a:cs typeface="Arial"/>
              </a:rPr>
              <a:t> model</a:t>
            </a:r>
          </a:p>
          <a:p>
            <a:pPr marL="647850" lvl="1" indent="-323850"/>
            <a:r>
              <a:rPr lang="nl-NL" err="1">
                <a:latin typeface="Arial"/>
                <a:cs typeface="Arial"/>
              </a:rPr>
              <a:t>Reliability</a:t>
            </a:r>
            <a:r>
              <a:rPr lang="nl-NL">
                <a:latin typeface="Arial"/>
                <a:cs typeface="Arial"/>
              </a:rPr>
              <a:t> analysis, P(Z&lt;0) </a:t>
            </a:r>
            <a:r>
              <a:rPr lang="nl-NL" err="1">
                <a:latin typeface="Arial"/>
                <a:cs typeface="Arial"/>
              </a:rPr>
              <a:t>and</a:t>
            </a:r>
            <a:r>
              <a:rPr lang="nl-NL">
                <a:latin typeface="Arial"/>
                <a:cs typeface="Arial"/>
              </a:rPr>
              <a:t> P(h&gt;3)</a:t>
            </a:r>
          </a:p>
          <a:p>
            <a:pPr marL="647850" lvl="1" indent="-323850"/>
            <a:r>
              <a:rPr lang="nl-NL" err="1">
                <a:latin typeface="Arial"/>
                <a:cs typeface="Arial"/>
              </a:rPr>
              <a:t>Combining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probabilities</a:t>
            </a:r>
            <a:endParaRPr lang="nl-NL">
              <a:latin typeface="Arial"/>
              <a:cs typeface="Arial"/>
            </a:endParaRPr>
          </a:p>
          <a:p>
            <a:pPr marL="647850" lvl="1" indent="-323850"/>
            <a:endParaRPr lang="nl-NL">
              <a:highlight>
                <a:srgbClr val="E6E6E6"/>
              </a:highlight>
              <a:latin typeface="Arial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0D003-F09C-CE56-B5E2-7AB95588C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0DAAE-3BFE-58FA-1BBD-FB20E2FC4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FB67A-9276-435A-6A97-9C645C58B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36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64779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9FEE5-B0A7-D557-74FA-427307A2F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0867B-53A2-EDF6-D626-022CCDF3D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1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0D8FC-9C90-BE53-97D3-61F191857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89936-DC5E-5695-41DB-CA76EAC71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CC104-5665-2FB2-F1EC-A22B272B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37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62279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85831-DF91-9454-0A20-1D6D74347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09676-B862-A905-E02F-B1944406E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1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808F8-C354-317D-F09E-994E96776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23850" indent="-323850"/>
            <a:r>
              <a:rPr lang="nl-NL" err="1">
                <a:latin typeface="Arial"/>
                <a:cs typeface="Arial"/>
              </a:rPr>
              <a:t>Jupyter</a:t>
            </a:r>
            <a:r>
              <a:rPr lang="nl-NL">
                <a:latin typeface="Arial"/>
                <a:cs typeface="Arial"/>
              </a:rPr>
              <a:t> notebook: </a:t>
            </a:r>
            <a:r>
              <a:rPr lang="nl-NL">
                <a:highlight>
                  <a:srgbClr val="E6E6E6"/>
                </a:highlight>
                <a:latin typeface="Arial"/>
                <a:cs typeface="Arial"/>
              </a:rPr>
              <a:t>case1_py_model.ipynb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44C2D-F249-763A-2B01-F32C92D3D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69BF3-BF25-D067-BF58-468BD3E87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72DB2-0BB3-2778-380B-6DEE91E4C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38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918294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35787-4218-BEDB-4431-FC791639B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F231D-ED19-F4F7-8990-274DAC03F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DEMO: connection of a model (exe)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53A5-096A-44CD-A6CB-5C47CB13F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6A2E4-E1B8-B7D9-1F38-3B0C4A3CD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F8D6C-6957-918A-093E-64522C57C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39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99131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468C5-F741-7145-A705-B10BD424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DEMO: model as exe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12647-4797-3080-883A-D6239684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FE5C1-EA36-8294-7DCB-8276793E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2B081-CDAE-CEE0-A615-85585BA2C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40</a:t>
            </a:fld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38D5EE-CAEA-35D7-0249-BF8B9F7C9CB2}"/>
              </a:ext>
            </a:extLst>
          </p:cNvPr>
          <p:cNvSpPr/>
          <p:nvPr/>
        </p:nvSpPr>
        <p:spPr>
          <a:xfrm>
            <a:off x="4446962" y="2596928"/>
            <a:ext cx="2762250" cy="936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/>
              <a:t>runOvertopping.exe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C1D00D-0CE3-02F9-1A49-AEB71C89EC98}"/>
              </a:ext>
            </a:extLst>
          </p:cNvPr>
          <p:cNvSpPr/>
          <p:nvPr/>
        </p:nvSpPr>
        <p:spPr>
          <a:xfrm>
            <a:off x="2521848" y="2707103"/>
            <a:ext cx="1221329" cy="7156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>
                <a:solidFill>
                  <a:schemeClr val="tx1"/>
                </a:solidFill>
              </a:rPr>
              <a:t>Input </a:t>
            </a:r>
          </a:p>
          <a:p>
            <a:pPr algn="ctr"/>
            <a:r>
              <a:rPr lang="nl-NL" sz="1600" err="1">
                <a:solidFill>
                  <a:schemeClr val="tx1"/>
                </a:solidFill>
              </a:rPr>
              <a:t>Text</a:t>
            </a:r>
            <a:r>
              <a:rPr lang="nl-NL" sz="1600">
                <a:solidFill>
                  <a:schemeClr val="tx1"/>
                </a:solidFill>
              </a:rPr>
              <a:t> file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0D3614-E886-6C8A-3F98-0290FA149176}"/>
              </a:ext>
            </a:extLst>
          </p:cNvPr>
          <p:cNvSpPr/>
          <p:nvPr/>
        </p:nvSpPr>
        <p:spPr>
          <a:xfrm>
            <a:off x="8019731" y="2591898"/>
            <a:ext cx="1783857" cy="94606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nl-NL" sz="1600">
                <a:solidFill>
                  <a:schemeClr val="tx1"/>
                </a:solidFill>
                <a:cs typeface="Arial"/>
              </a:rPr>
              <a:t>Output </a:t>
            </a:r>
            <a:r>
              <a:rPr lang="nl-NL" sz="1600" err="1">
                <a:solidFill>
                  <a:schemeClr val="tx1"/>
                </a:solidFill>
                <a:cs typeface="Arial"/>
              </a:rPr>
              <a:t>text</a:t>
            </a:r>
            <a:r>
              <a:rPr lang="nl-NL" sz="1600">
                <a:solidFill>
                  <a:schemeClr val="tx1"/>
                </a:solidFill>
                <a:cs typeface="Arial"/>
              </a:rPr>
              <a:t> file</a:t>
            </a:r>
            <a:endParaRPr lang="nl-NL" sz="1600">
              <a:solidFill>
                <a:schemeClr val="tx1"/>
              </a:solidFill>
            </a:endParaRPr>
          </a:p>
          <a:p>
            <a:pPr algn="ctr"/>
            <a:r>
              <a:rPr lang="nl-NL" sz="1600">
                <a:solidFill>
                  <a:schemeClr val="tx1"/>
                </a:solidFill>
              </a:rPr>
              <a:t>(wave run-up)</a:t>
            </a:r>
            <a:endParaRPr lang="nl-NL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7A10137-BFB8-B145-583E-4AEF00FFB690}"/>
              </a:ext>
            </a:extLst>
          </p:cNvPr>
          <p:cNvCxnSpPr>
            <a:stCxn id="8" idx="3"/>
            <a:endCxn id="7" idx="1"/>
          </p:cNvCxnSpPr>
          <p:nvPr/>
        </p:nvCxnSpPr>
        <p:spPr>
          <a:xfrm>
            <a:off x="3743177" y="3064928"/>
            <a:ext cx="7037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96B2E70-08F4-70F8-F335-D537AEB2BB09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7209212" y="3064928"/>
            <a:ext cx="81051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24378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0CE06-050C-DDB9-3B48-2CD9FF425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DEMO: model as exe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D53D5-BA73-C236-42C6-B00DB70DF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0CC9A-44E8-309C-07D4-525C947C3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6760A-4BE2-B3E6-C512-FE2A18EB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41</a:t>
            </a:fld>
            <a:endParaRPr lang="nl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BCD11A-8F80-8285-CA07-741837A00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14" y="1323564"/>
            <a:ext cx="4410691" cy="229584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FC8F928-0315-084A-3D6A-23E8F6CDE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0764" y="1323564"/>
            <a:ext cx="5171999" cy="4320000"/>
          </a:xfrm>
        </p:spPr>
        <p:txBody>
          <a:bodyPr/>
          <a:lstStyle/>
          <a:p>
            <a:r>
              <a:rPr lang="en-GB"/>
              <a:t>Row 1: number of dike points</a:t>
            </a:r>
          </a:p>
          <a:p>
            <a:r>
              <a:rPr lang="en-GB"/>
              <a:t>Row 2: x-coordinates</a:t>
            </a:r>
          </a:p>
          <a:p>
            <a:r>
              <a:rPr lang="en-GB"/>
              <a:t>Row 3: z-coordinates</a:t>
            </a:r>
          </a:p>
          <a:p>
            <a:r>
              <a:rPr lang="en-GB"/>
              <a:t>Row 4: roughness</a:t>
            </a:r>
          </a:p>
          <a:p>
            <a:r>
              <a:rPr lang="en-GB"/>
              <a:t>Row 5: dike orientation</a:t>
            </a:r>
          </a:p>
          <a:p>
            <a:r>
              <a:rPr lang="en-GB"/>
              <a:t>Row 6: dike height</a:t>
            </a:r>
          </a:p>
          <a:p>
            <a:r>
              <a:rPr lang="en-GB"/>
              <a:t>Row 7: water level, Hs, Tm-1,0, wave direction</a:t>
            </a:r>
          </a:p>
          <a:p>
            <a:endParaRPr lang="nl-N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3FEE33-50BD-4AF2-D34A-A718B9163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237" y="4610100"/>
            <a:ext cx="3486637" cy="1390844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B01840E-3062-0D6C-982F-81DE26667C2D}"/>
              </a:ext>
            </a:extLst>
          </p:cNvPr>
          <p:cNvSpPr txBox="1">
            <a:spLocks/>
          </p:cNvSpPr>
          <p:nvPr/>
        </p:nvSpPr>
        <p:spPr>
          <a:xfrm>
            <a:off x="6014206" y="4590953"/>
            <a:ext cx="5171999" cy="432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24000" indent="-324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8000" indent="-32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−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324000" indent="-324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90000"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648000" indent="-32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95000"/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/>
              <a:t>z-2% = wave run-up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A7A3FCC-030C-27DF-29FC-9AC8EC815F67}"/>
              </a:ext>
            </a:extLst>
          </p:cNvPr>
          <p:cNvCxnSpPr/>
          <p:nvPr/>
        </p:nvCxnSpPr>
        <p:spPr>
          <a:xfrm>
            <a:off x="638175" y="4186244"/>
            <a:ext cx="10858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9228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54B29-97B2-460D-D067-33925A427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DEMO: model as exe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A421C-9A62-B515-058F-A5FAC347A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23850" indent="-323850"/>
            <a:r>
              <a:rPr lang="nl-NL"/>
              <a:t>Running </a:t>
            </a:r>
            <a:r>
              <a:rPr lang="nl-NL" err="1"/>
              <a:t>from</a:t>
            </a:r>
            <a:r>
              <a:rPr lang="nl-NL"/>
              <a:t> </a:t>
            </a:r>
            <a:r>
              <a:rPr lang="nl-NL" err="1"/>
              <a:t>Command</a:t>
            </a:r>
            <a:r>
              <a:rPr lang="nl-NL"/>
              <a:t> Prompt</a:t>
            </a:r>
            <a:endParaRPr lang="en-US"/>
          </a:p>
          <a:p>
            <a:pPr marL="0" indent="0">
              <a:buNone/>
            </a:pPr>
            <a:r>
              <a:rPr lang="nl-NL"/>
              <a:t>	</a:t>
            </a:r>
            <a:r>
              <a:rPr lang="nl-NL">
                <a:highlight>
                  <a:srgbClr val="E6E6E6"/>
                </a:highlight>
              </a:rPr>
              <a:t>runOvertopping.exe input.txt &gt; </a:t>
            </a:r>
            <a:r>
              <a:rPr lang="nl-NL" err="1">
                <a:highlight>
                  <a:srgbClr val="E6E6E6"/>
                </a:highlight>
              </a:rPr>
              <a:t>output.out</a:t>
            </a:r>
            <a:endParaRPr lang="nl-NL">
              <a:highlight>
                <a:srgbClr val="E6E6E6"/>
              </a:highlight>
            </a:endParaRPr>
          </a:p>
          <a:p>
            <a:pPr marL="323850" indent="-323850"/>
            <a:endParaRPr lang="nl-NL"/>
          </a:p>
          <a:p>
            <a:pPr marL="323850" indent="-323850"/>
            <a:r>
              <a:rPr lang="nl-NL"/>
              <a:t>How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connect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the</a:t>
            </a:r>
            <a:r>
              <a:rPr lang="nl-NL"/>
              <a:t> </a:t>
            </a:r>
            <a:r>
              <a:rPr lang="nl-NL" err="1"/>
              <a:t>library</a:t>
            </a:r>
            <a:r>
              <a:rPr lang="nl-NL"/>
              <a:t>?</a:t>
            </a:r>
          </a:p>
          <a:p>
            <a:pPr marL="323850" indent="-323850"/>
            <a:endParaRPr lang="nl-NL"/>
          </a:p>
          <a:p>
            <a:pPr marL="666750" lvl="1" indent="-342900">
              <a:buFont typeface="+mj-lt"/>
              <a:buAutoNum type="arabicPeriod"/>
            </a:pPr>
            <a:r>
              <a:rPr lang="nl-NL"/>
              <a:t>Write a python </a:t>
            </a:r>
            <a:r>
              <a:rPr lang="nl-NL" err="1"/>
              <a:t>wrapper</a:t>
            </a:r>
            <a:r>
              <a:rPr lang="nl-NL"/>
              <a:t> </a:t>
            </a:r>
            <a:r>
              <a:rPr lang="nl-NL" err="1"/>
              <a:t>around</a:t>
            </a:r>
            <a:r>
              <a:rPr lang="nl-NL"/>
              <a:t> “runOvertopping.exe input.txt &gt; </a:t>
            </a:r>
            <a:r>
              <a:rPr lang="nl-NL" err="1"/>
              <a:t>output.out</a:t>
            </a:r>
            <a:r>
              <a:rPr lang="nl-NL"/>
              <a:t>”</a:t>
            </a:r>
          </a:p>
          <a:p>
            <a:pPr marL="666750" lvl="1" indent="-342900">
              <a:buFont typeface="+mj-lt"/>
              <a:buAutoNum type="arabicPeriod"/>
            </a:pPr>
            <a:endParaRPr lang="nl-NL"/>
          </a:p>
          <a:p>
            <a:pPr marL="666750" lvl="1" indent="-342900">
              <a:buFont typeface="+mj-lt"/>
              <a:buAutoNum type="arabicPeriod"/>
            </a:pPr>
            <a:r>
              <a:rPr lang="nl-NL">
                <a:latin typeface="Arial"/>
                <a:cs typeface="Arial"/>
              </a:rPr>
              <a:t>Or </a:t>
            </a:r>
            <a:r>
              <a:rPr lang="nl-NL" err="1">
                <a:latin typeface="Arial"/>
                <a:cs typeface="Arial"/>
              </a:rPr>
              <a:t>use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the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wrapper</a:t>
            </a:r>
            <a:r>
              <a:rPr lang="nl-NL">
                <a:latin typeface="Arial"/>
                <a:cs typeface="Arial"/>
              </a:rPr>
              <a:t> of </a:t>
            </a:r>
            <a:r>
              <a:rPr lang="nl-NL" err="1">
                <a:latin typeface="Arial"/>
                <a:cs typeface="Arial"/>
              </a:rPr>
              <a:t>the</a:t>
            </a:r>
            <a:r>
              <a:rPr lang="nl-NL">
                <a:latin typeface="Arial"/>
                <a:cs typeface="Arial"/>
              </a:rPr>
              <a:t> </a:t>
            </a:r>
            <a:r>
              <a:rPr lang="nl-NL" err="1">
                <a:latin typeface="Arial"/>
                <a:cs typeface="Arial"/>
              </a:rPr>
              <a:t>Probabilistic</a:t>
            </a:r>
            <a:r>
              <a:rPr lang="nl-NL">
                <a:latin typeface="Arial"/>
                <a:cs typeface="Arial"/>
              </a:rPr>
              <a:t> Toolkit: </a:t>
            </a:r>
            <a:r>
              <a:rPr lang="nl-NL" err="1">
                <a:highlight>
                  <a:srgbClr val="E6E6E6"/>
                </a:highlight>
                <a:latin typeface="Arial"/>
                <a:cs typeface="Arial"/>
              </a:rPr>
              <a:t>ptk</a:t>
            </a:r>
            <a:endParaRPr lang="nl-NL">
              <a:highlight>
                <a:srgbClr val="E6E6E6"/>
              </a:highlight>
              <a:latin typeface="Arial"/>
              <a:cs typeface="Arial"/>
            </a:endParaRPr>
          </a:p>
          <a:p>
            <a:pPr marL="647700" lvl="1" indent="-323850"/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699F7-22B7-EFFB-8E95-86AA0FD60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933DD-1EF4-2B4D-F8AA-35963445A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0C0C0-BBC7-B9A9-62AE-8A51D1B23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42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402282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EF001-4CF4-8C8D-5DA8-B94F03198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9C04A-4DBB-1A22-A30A-2ADEA1F4F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DEMO: model as exe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5EC43-FB60-8521-2690-A19053B34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23850" indent="-323850"/>
            <a:r>
              <a:rPr lang="nl-NL" err="1">
                <a:latin typeface="Arial"/>
                <a:cs typeface="Arial"/>
              </a:rPr>
              <a:t>Jupyter</a:t>
            </a:r>
            <a:r>
              <a:rPr lang="nl-NL">
                <a:latin typeface="Arial"/>
                <a:cs typeface="Arial"/>
              </a:rPr>
              <a:t> notebook: </a:t>
            </a:r>
            <a:r>
              <a:rPr lang="nl-NL" err="1">
                <a:highlight>
                  <a:srgbClr val="E6E6E6"/>
                </a:highlight>
                <a:latin typeface="Arial"/>
                <a:cs typeface="Arial"/>
              </a:rPr>
              <a:t>demo_overtopping.ipynb</a:t>
            </a:r>
            <a:endParaRPr lang="nl-NL">
              <a:highlight>
                <a:srgbClr val="E6E6E6"/>
              </a:highlight>
              <a:latin typeface="Arial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8449E-5DAE-73AB-E435-162D5A61A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0665C-90B7-F74E-1E85-3E068011F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FE47D-6ED0-E180-C8AB-C5F92D8FF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43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87739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81471-3358-A0BD-2479-8213F86A9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896B0-3A90-B7BB-532D-EAF3D923C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Discussion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43C70-CECF-D52B-4FFD-2DF865014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33EED-5A82-8828-7066-189B832F0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6A581-D29C-C80D-14C0-CF3FB54FD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44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658461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6C474-CDFB-E8ED-81C2-E194ED6D0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Discussion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2D19E-A9A5-F478-0BD9-C2E368494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How can the probabilistic library assist you in your projects?</a:t>
            </a:r>
          </a:p>
          <a:p>
            <a:endParaRPr lang="en-GB"/>
          </a:p>
          <a:p>
            <a:r>
              <a:rPr lang="en-GB"/>
              <a:t>How could the library be further developed to better meet your needs?</a:t>
            </a:r>
          </a:p>
          <a:p>
            <a:endParaRPr lang="en-GB"/>
          </a:p>
          <a:p>
            <a:r>
              <a:rPr lang="en-GB"/>
              <a:t>What opportunities do you see for your clients to use the library?</a:t>
            </a:r>
          </a:p>
          <a:p>
            <a:endParaRPr lang="en-GB"/>
          </a:p>
          <a:p>
            <a:r>
              <a:rPr lang="en-GB"/>
              <a:t>Do you have any general remarks or suggestions so far?</a:t>
            </a:r>
          </a:p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ECEB6-1CCD-88DA-7BEC-C8CDCB02B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87045-E624-93C9-AE8B-BDFD59C5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F7DB5-B883-DBF3-314C-167792A45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45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659178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04715-F918-D57D-E53B-2876DDDE7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DAC04-93EA-FB0A-6208-77410620B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2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96CC2-1A86-E84E-A044-0EEDF40FC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78DD3-1596-7251-D742-4A6C592C9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95A3B-A5C5-A431-0C04-D20B30222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46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80908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F533E-113A-B8F9-C235-7E7456771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2ADE4-2885-F9F6-0CAA-23C61E8EA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2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89B8A-0755-031D-521E-016D929BB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23850" indent="-323850"/>
            <a:r>
              <a:rPr lang="nl-NL" err="1">
                <a:latin typeface="Arial"/>
                <a:cs typeface="Arial"/>
              </a:rPr>
              <a:t>Jupyter</a:t>
            </a:r>
            <a:r>
              <a:rPr lang="nl-NL">
                <a:latin typeface="Arial"/>
                <a:cs typeface="Arial"/>
              </a:rPr>
              <a:t> notebook: </a:t>
            </a:r>
            <a:r>
              <a:rPr lang="nl-NL">
                <a:highlight>
                  <a:srgbClr val="E6E6E6"/>
                </a:highlight>
                <a:latin typeface="Arial"/>
                <a:cs typeface="Arial"/>
              </a:rPr>
              <a:t>case2_dstability.ipynb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17CC8-F3AF-12AA-FD13-AB3FB5FA3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FA625-7394-A161-A61F-B6FD84D18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74F5D-E243-0214-D456-157408C29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47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83428277"/>
      </p:ext>
    </p:extLst>
  </p:cSld>
  <p:clrMapOvr>
    <a:masterClrMapping/>
  </p:clrMapOvr>
</p:sld>
</file>

<file path=ppt/theme/theme1.xml><?xml version="1.0" encoding="utf-8"?>
<a:theme xmlns:a="http://schemas.openxmlformats.org/drawingml/2006/main" name="Deltares">
  <a:themeElements>
    <a:clrScheme name="Deltares">
      <a:dk1>
        <a:sysClr val="windowText" lastClr="000000"/>
      </a:dk1>
      <a:lt1>
        <a:sysClr val="window" lastClr="FFFFFF"/>
      </a:lt1>
      <a:dk2>
        <a:srgbClr val="080C80"/>
      </a:dk2>
      <a:lt2>
        <a:srgbClr val="F2F2F2"/>
      </a:lt2>
      <a:accent1>
        <a:srgbClr val="080C80"/>
      </a:accent1>
      <a:accent2>
        <a:srgbClr val="0D38E0"/>
      </a:accent2>
      <a:accent3>
        <a:srgbClr val="0EBBF0"/>
      </a:accent3>
      <a:accent4>
        <a:srgbClr val="00B389"/>
      </a:accent4>
      <a:accent5>
        <a:srgbClr val="00CC96"/>
      </a:accent5>
      <a:accent6>
        <a:srgbClr val="00E6A1"/>
      </a:accent6>
      <a:hlink>
        <a:srgbClr val="0D38E0"/>
      </a:hlink>
      <a:folHlink>
        <a:srgbClr val="70707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ltares - Sjabloon NL.potx" id="{B5042D55-6068-4240-A1FC-01315EC513B9}" vid="{8C6F3C8F-138B-4215-B743-53866FE2FE19}"/>
    </a:ext>
  </a:extLst>
</a:theme>
</file>

<file path=ppt/theme/theme2.xml><?xml version="1.0" encoding="utf-8"?>
<a:theme xmlns:a="http://schemas.openxmlformats.org/drawingml/2006/main" name="Kantoorthema">
  <a:themeElements>
    <a:clrScheme name="Deltares">
      <a:dk1>
        <a:sysClr val="windowText" lastClr="000000"/>
      </a:dk1>
      <a:lt1>
        <a:sysClr val="window" lastClr="FFFFFF"/>
      </a:lt1>
      <a:dk2>
        <a:srgbClr val="0A28A3"/>
      </a:dk2>
      <a:lt2>
        <a:srgbClr val="FFFFFF"/>
      </a:lt2>
      <a:accent1>
        <a:srgbClr val="0A28A3"/>
      </a:accent1>
      <a:accent2>
        <a:srgbClr val="0E43F0"/>
      </a:accent2>
      <a:accent3>
        <a:srgbClr val="0ECAF0"/>
      </a:accent3>
      <a:accent4>
        <a:srgbClr val="00B389"/>
      </a:accent4>
      <a:accent5>
        <a:srgbClr val="00CC96"/>
      </a:accent5>
      <a:accent6>
        <a:srgbClr val="00E6A1"/>
      </a:accent6>
      <a:hlink>
        <a:srgbClr val="0E43F0"/>
      </a:hlink>
      <a:folHlink>
        <a:srgbClr val="0A28A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Deltares">
      <a:dk1>
        <a:sysClr val="windowText" lastClr="000000"/>
      </a:dk1>
      <a:lt1>
        <a:sysClr val="window" lastClr="FFFFFF"/>
      </a:lt1>
      <a:dk2>
        <a:srgbClr val="0A28A3"/>
      </a:dk2>
      <a:lt2>
        <a:srgbClr val="FFFFFF"/>
      </a:lt2>
      <a:accent1>
        <a:srgbClr val="0A28A3"/>
      </a:accent1>
      <a:accent2>
        <a:srgbClr val="0E43F0"/>
      </a:accent2>
      <a:accent3>
        <a:srgbClr val="0ECAF0"/>
      </a:accent3>
      <a:accent4>
        <a:srgbClr val="00B389"/>
      </a:accent4>
      <a:accent5>
        <a:srgbClr val="00CC96"/>
      </a:accent5>
      <a:accent6>
        <a:srgbClr val="00E6A1"/>
      </a:accent6>
      <a:hlink>
        <a:srgbClr val="0E43F0"/>
      </a:hlink>
      <a:folHlink>
        <a:srgbClr val="0A28A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8dc3081-d8a1-4e92-884a-04f6ca0fc63f" xsi:nil="true"/>
    <lcf76f155ced4ddcb4097134ff3c332f xmlns="712ba8a7-d1e1-48d2-ae11-0811cb006344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057929D410A643ADD67DC0E02DD6C5" ma:contentTypeVersion="17" ma:contentTypeDescription="Create a new document." ma:contentTypeScope="" ma:versionID="dde8a4f2eb685ef63b14c66d588afa97">
  <xsd:schema xmlns:xsd="http://www.w3.org/2001/XMLSchema" xmlns:xs="http://www.w3.org/2001/XMLSchema" xmlns:p="http://schemas.microsoft.com/office/2006/metadata/properties" xmlns:ns2="712ba8a7-d1e1-48d2-ae11-0811cb006344" xmlns:ns3="047d3820-44df-417e-9d79-f028e6db358a" xmlns:ns4="58dc3081-d8a1-4e92-884a-04f6ca0fc63f" targetNamespace="http://schemas.microsoft.com/office/2006/metadata/properties" ma:root="true" ma:fieldsID="c4512bddc6fc403c791ec1266941d046" ns2:_="" ns3:_="" ns4:_="">
    <xsd:import namespace="712ba8a7-d1e1-48d2-ae11-0811cb006344"/>
    <xsd:import namespace="047d3820-44df-417e-9d79-f028e6db358a"/>
    <xsd:import namespace="58dc3081-d8a1-4e92-884a-04f6ca0fc6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DateTaken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2ba8a7-d1e1-48d2-ae11-0811cb0063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3b92cde-922f-41e6-b057-b97c56e4b7b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7d3820-44df-417e-9d79-f028e6db358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dc3081-d8a1-4e92-884a-04f6ca0fc63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19739a70-2477-4afc-b142-6d457166a77e}" ma:internalName="TaxCatchAll" ma:showField="CatchAllData" ma:web="047d3820-44df-417e-9d79-f028e6db3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338BAD-8BA4-4C42-A850-147A5D210631}">
  <ds:schemaRefs>
    <ds:schemaRef ds:uri="58dc3081-d8a1-4e92-884a-04f6ca0fc63f"/>
    <ds:schemaRef ds:uri="712ba8a7-d1e1-48d2-ae11-0811cb006344"/>
    <ds:schemaRef ds:uri="dead17b3-d09a-4d17-9633-982b423f4fbc"/>
    <ds:schemaRef ds:uri="edd774d5-6d8f-4b83-b098-255576e86aac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AAFBFBF-627F-444F-BD72-E65D6F871AE3}">
  <ds:schemaRefs>
    <ds:schemaRef ds:uri="047d3820-44df-417e-9d79-f028e6db358a"/>
    <ds:schemaRef ds:uri="58dc3081-d8a1-4e92-884a-04f6ca0fc63f"/>
    <ds:schemaRef ds:uri="712ba8a7-d1e1-48d2-ae11-0811cb00634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636F5E9-25BB-4734-86C2-FD32BCBA5CB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Deltares - Sjabloon NL</Template>
  <Application>Microsoft Office PowerPoint</Application>
  <PresentationFormat>Widescreen</PresentationFormat>
  <Slides>47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Deltares</vt:lpstr>
      <vt:lpstr>PowerPoint Presentation</vt:lpstr>
      <vt:lpstr>Program</vt:lpstr>
      <vt:lpstr>Theory explained</vt:lpstr>
      <vt:lpstr>Background information</vt:lpstr>
      <vt:lpstr>Advantages</vt:lpstr>
      <vt:lpstr>Application</vt:lpstr>
      <vt:lpstr>Application</vt:lpstr>
      <vt:lpstr>Application</vt:lpstr>
      <vt:lpstr>Functionality</vt:lpstr>
      <vt:lpstr>Functionality</vt:lpstr>
      <vt:lpstr>Distribution functions</vt:lpstr>
      <vt:lpstr>Distribution functions</vt:lpstr>
      <vt:lpstr>Distribution functions</vt:lpstr>
      <vt:lpstr>Operations on distribution functions</vt:lpstr>
      <vt:lpstr>Operations on distribution functions</vt:lpstr>
      <vt:lpstr>Distribution fitting</vt:lpstr>
      <vt:lpstr>Reliability analysis of a single component</vt:lpstr>
      <vt:lpstr>Reliability analysis</vt:lpstr>
      <vt:lpstr>Reliability analysis</vt:lpstr>
      <vt:lpstr>Numerical integration</vt:lpstr>
      <vt:lpstr>Crude Monte Carlo</vt:lpstr>
      <vt:lpstr>Importance Sampling</vt:lpstr>
      <vt:lpstr>Directional Sampling</vt:lpstr>
      <vt:lpstr>FORM</vt:lpstr>
      <vt:lpstr>Results of all methods</vt:lpstr>
      <vt:lpstr>Reliability analysis of a system</vt:lpstr>
      <vt:lpstr>When it is applied?</vt:lpstr>
      <vt:lpstr>Series and parallel systems</vt:lpstr>
      <vt:lpstr>Series and parallel systems</vt:lpstr>
      <vt:lpstr>Uncertainty analysis and sensitivity analysis</vt:lpstr>
      <vt:lpstr>Uncertainty analysis</vt:lpstr>
      <vt:lpstr>Sensitivity analysis</vt:lpstr>
      <vt:lpstr>Connection of models</vt:lpstr>
      <vt:lpstr>Connection of models</vt:lpstr>
      <vt:lpstr>DEMO: simple example</vt:lpstr>
      <vt:lpstr>DEMO: simple example</vt:lpstr>
      <vt:lpstr>Exercise 1 </vt:lpstr>
      <vt:lpstr>Exercise 1</vt:lpstr>
      <vt:lpstr>DEMO: connection of a model (exe)</vt:lpstr>
      <vt:lpstr>DEMO: model as exe</vt:lpstr>
      <vt:lpstr>DEMO: model as exe</vt:lpstr>
      <vt:lpstr>DEMO: model as exe</vt:lpstr>
      <vt:lpstr>DEMO: model as exe</vt:lpstr>
      <vt:lpstr>Discussion</vt:lpstr>
      <vt:lpstr>Discussion</vt:lpstr>
      <vt:lpstr>Exercise 2 </vt:lpstr>
      <vt:lpstr>Exercise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Karolina Wojciechowska</dc:creator>
  <dc:description>Template implementation by HQ Solutions B.V.</dc:description>
  <cp:revision>1</cp:revision>
  <dcterms:created xsi:type="dcterms:W3CDTF">2024-12-06T11:12:58Z</dcterms:created>
  <dcterms:modified xsi:type="dcterms:W3CDTF">2025-06-03T13:11:30Z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0x01010059057929D410A643ADD67DC0E02DD6C5</vt:lpwstr>
  </property>
  <property fmtid="{D5CDD505-2E9C-101B-9397-08002B2CF9AE}" pid="3" name="TaxKeyword">
    <vt:lpwstr/>
  </property>
  <property fmtid="{D5CDD505-2E9C-101B-9397-08002B2CF9AE}" pid="4" name="MediaServiceImageTags">
    <vt:lpwstr/>
  </property>
</Properties>
</file>