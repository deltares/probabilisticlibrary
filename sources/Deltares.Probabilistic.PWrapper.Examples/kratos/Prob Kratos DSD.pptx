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5"/>
  </p:notesMasterIdLst>
  <p:handoutMasterIdLst>
    <p:handoutMasterId r:id="rId26"/>
  </p:handoutMasterIdLst>
  <p:sldIdLst>
    <p:sldId id="260" r:id="rId5"/>
    <p:sldId id="263" r:id="rId6"/>
    <p:sldId id="287" r:id="rId7"/>
    <p:sldId id="288" r:id="rId8"/>
    <p:sldId id="286" r:id="rId9"/>
    <p:sldId id="289" r:id="rId10"/>
    <p:sldId id="261" r:id="rId11"/>
    <p:sldId id="290" r:id="rId12"/>
    <p:sldId id="291" r:id="rId13"/>
    <p:sldId id="292" r:id="rId14"/>
    <p:sldId id="293" r:id="rId15"/>
    <p:sldId id="294" r:id="rId16"/>
    <p:sldId id="296" r:id="rId17"/>
    <p:sldId id="295" r:id="rId18"/>
    <p:sldId id="297" r:id="rId19"/>
    <p:sldId id="298" r:id="rId20"/>
    <p:sldId id="299" r:id="rId21"/>
    <p:sldId id="302" r:id="rId22"/>
    <p:sldId id="303" r:id="rId23"/>
    <p:sldId id="300" r:id="rId24"/>
  </p:sldIdLst>
  <p:sldSz cx="12192000" cy="6858000"/>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D38E0"/>
    <a:srgbClr val="E6E6E6"/>
    <a:srgbClr val="FFFFFF"/>
    <a:srgbClr val="C0C0C0"/>
    <a:srgbClr val="707070"/>
    <a:srgbClr val="00B389"/>
    <a:srgbClr val="F1F3FD"/>
    <a:srgbClr val="080C80"/>
    <a:srgbClr val="0EA2ED"/>
    <a:srgbClr val="00DD9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Stijl, gemiddeld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B301B821-A1FF-4177-AEE7-76D212191A09}" styleName="Stijl, gemiddeld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21E4AEA4-8DFA-4A89-87EB-49C32662AFE0}" styleName="Stijl, gemiddeld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3929" autoAdjust="0"/>
    <p:restoredTop sz="94712" autoAdjust="0"/>
  </p:normalViewPr>
  <p:slideViewPr>
    <p:cSldViewPr snapToGrid="0" showGuides="1">
      <p:cViewPr varScale="1">
        <p:scale>
          <a:sx n="106" d="100"/>
          <a:sy n="106" d="100"/>
        </p:scale>
        <p:origin x="168" y="114"/>
      </p:cViewPr>
      <p:guideLst>
        <p:guide orient="horz" pos="2160"/>
        <p:guide pos="3840"/>
      </p:guideLst>
    </p:cSldViewPr>
  </p:slideViewPr>
  <p:notesTextViewPr>
    <p:cViewPr>
      <p:scale>
        <a:sx n="1" d="1"/>
        <a:sy n="1" d="1"/>
      </p:scale>
      <p:origin x="0" y="0"/>
    </p:cViewPr>
  </p:notesTextViewPr>
  <p:notesViewPr>
    <p:cSldViewPr snapToGrid="0" showGuides="1">
      <p:cViewPr varScale="1">
        <p:scale>
          <a:sx n="84" d="100"/>
          <a:sy n="84" d="100"/>
        </p:scale>
        <p:origin x="3672" y="9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presProps" Target="presProps.xml"/><Relationship Id="rId3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Tijdelijke aanduiding voor dianummer 4">
            <a:extLst>
              <a:ext uri="{FF2B5EF4-FFF2-40B4-BE49-F238E27FC236}">
                <a16:creationId xmlns:a16="http://schemas.microsoft.com/office/drawing/2014/main" id="{CB07A4AF-8444-4E55-9211-06750DF86845}"/>
              </a:ext>
            </a:extLst>
          </p:cNvPr>
          <p:cNvSpPr>
            <a:spLocks noGrp="1"/>
          </p:cNvSpPr>
          <p:nvPr>
            <p:ph type="sldNum" sz="quarter" idx="3"/>
          </p:nvPr>
        </p:nvSpPr>
        <p:spPr>
          <a:xfrm>
            <a:off x="6059487" y="8229664"/>
            <a:ext cx="588963" cy="180000"/>
          </a:xfrm>
          <a:prstGeom prst="rect">
            <a:avLst/>
          </a:prstGeom>
        </p:spPr>
        <p:txBody>
          <a:bodyPr vert="horz" lIns="0" tIns="0" rIns="0" bIns="0" rtlCol="0" anchor="b"/>
          <a:lstStyle>
            <a:lvl1pPr algn="r">
              <a:defRPr sz="1200"/>
            </a:lvl1pPr>
          </a:lstStyle>
          <a:p>
            <a:fld id="{9B6C5B75-63DC-4795-B872-D188C0279E99}" type="slidenum">
              <a:rPr lang="nl-NL" sz="1000" smtClean="0"/>
              <a:pPr/>
              <a:t>‹#›</a:t>
            </a:fld>
            <a:endParaRPr lang="nl-NL" sz="1000" dirty="0"/>
          </a:p>
        </p:txBody>
      </p:sp>
      <p:pic>
        <p:nvPicPr>
          <p:cNvPr id="7" name="Afbeelding 6">
            <a:extLst>
              <a:ext uri="{FF2B5EF4-FFF2-40B4-BE49-F238E27FC236}">
                <a16:creationId xmlns:a16="http://schemas.microsoft.com/office/drawing/2014/main" id="{3086CC55-5F13-427E-8D55-23A3E11C42E4}"/>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152512" y="8635837"/>
            <a:ext cx="1080000" cy="351000"/>
          </a:xfrm>
          <a:prstGeom prst="rect">
            <a:avLst/>
          </a:prstGeom>
        </p:spPr>
      </p:pic>
    </p:spTree>
    <p:extLst>
      <p:ext uri="{BB962C8B-B14F-4D97-AF65-F5344CB8AC3E}">
        <p14:creationId xmlns:p14="http://schemas.microsoft.com/office/powerpoint/2010/main" val="1476534933"/>
      </p:ext>
    </p:extLst>
  </p:cSld>
  <p:clrMap bg1="lt1" tx1="dk1" bg2="lt2" tx2="dk2" accent1="accent1" accent2="accent2" accent3="accent3" accent4="accent4" accent5="accent5" accent6="accent6" hlink="hlink" folHlink="folHlink"/>
  <p:hf sldNum="0" hdr="0" ftr="0" dt="0"/>
  <p:extLst>
    <p:ext uri="{56416CCD-93CA-4268-BC5B-53C4BB910035}">
      <p15:sldGuideLst xmlns:p15="http://schemas.microsoft.com/office/powerpoint/2012/main"/>
    </p:ext>
  </p:extLst>
</p:handoutMaster>
</file>

<file path=ppt/notesMasters/_rels/notesMaster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7" name="Tijdelijke aanduiding voor dianummer 6"/>
          <p:cNvSpPr>
            <a:spLocks noGrp="1"/>
          </p:cNvSpPr>
          <p:nvPr>
            <p:ph type="sldNum" sz="quarter" idx="5"/>
          </p:nvPr>
        </p:nvSpPr>
        <p:spPr>
          <a:xfrm>
            <a:off x="6172200" y="8685213"/>
            <a:ext cx="438150" cy="180000"/>
          </a:xfrm>
          <a:prstGeom prst="rect">
            <a:avLst/>
          </a:prstGeom>
        </p:spPr>
        <p:txBody>
          <a:bodyPr vert="horz" lIns="0" tIns="0" rIns="0" bIns="0" rtlCol="0" anchor="b"/>
          <a:lstStyle>
            <a:lvl1pPr algn="r">
              <a:defRPr sz="1000"/>
            </a:lvl1pPr>
          </a:lstStyle>
          <a:p>
            <a:fld id="{309F7339-69D5-4EA7-B93A-8AF4EDB56B8B}" type="slidenum">
              <a:rPr lang="de-DE" smtClean="0"/>
              <a:pPr/>
              <a:t>‹#›</a:t>
            </a:fld>
            <a:endParaRPr lang="de-DE"/>
          </a:p>
        </p:txBody>
      </p:sp>
      <p:pic>
        <p:nvPicPr>
          <p:cNvPr id="8" name="Afbeelding 7">
            <a:extLst>
              <a:ext uri="{FF2B5EF4-FFF2-40B4-BE49-F238E27FC236}">
                <a16:creationId xmlns:a16="http://schemas.microsoft.com/office/drawing/2014/main" id="{3EB29D91-C68B-40E2-ACA8-22AC17FBF13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2512" y="8592970"/>
            <a:ext cx="1080000" cy="351000"/>
          </a:xfrm>
          <a:prstGeom prst="rect">
            <a:avLst/>
          </a:prstGeom>
        </p:spPr>
      </p:pic>
      <p:sp>
        <p:nvSpPr>
          <p:cNvPr id="9" name="Tijdelijke aanduiding voor notities 8">
            <a:extLst>
              <a:ext uri="{FF2B5EF4-FFF2-40B4-BE49-F238E27FC236}">
                <a16:creationId xmlns:a16="http://schemas.microsoft.com/office/drawing/2014/main" id="{A3C8BF89-5841-4101-9B55-9A1ADF2AA45D}"/>
              </a:ext>
            </a:extLst>
          </p:cNvPr>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Tree>
    <p:extLst>
      <p:ext uri="{BB962C8B-B14F-4D97-AF65-F5344CB8AC3E}">
        <p14:creationId xmlns:p14="http://schemas.microsoft.com/office/powerpoint/2010/main" val="3737950088"/>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a:xfrm>
            <a:off x="685800" y="4400550"/>
            <a:ext cx="5486400" cy="3600450"/>
          </a:xfrm>
          <a:prstGeom prst="rect">
            <a:avLst/>
          </a:prstGeom>
        </p:spPr>
        <p:txBody>
          <a:bodyPr/>
          <a:lstStyle/>
          <a:p>
            <a:endParaRPr lang="nl-NL" dirty="0"/>
          </a:p>
        </p:txBody>
      </p:sp>
    </p:spTree>
    <p:extLst>
      <p:ext uri="{BB962C8B-B14F-4D97-AF65-F5344CB8AC3E}">
        <p14:creationId xmlns:p14="http://schemas.microsoft.com/office/powerpoint/2010/main" val="111077270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8" Type="http://schemas.openxmlformats.org/officeDocument/2006/relationships/hyperlink" Target="https://www.facebook.com/DeltaresNL/" TargetMode="External"/><Relationship Id="rId13" Type="http://schemas.openxmlformats.org/officeDocument/2006/relationships/image" Target="../media/image11.svg"/><Relationship Id="rId18" Type="http://schemas.openxmlformats.org/officeDocument/2006/relationships/image" Target="../media/image16.png"/><Relationship Id="rId3" Type="http://schemas.openxmlformats.org/officeDocument/2006/relationships/hyperlink" Target="mailto:info@deltares.nl" TargetMode="External"/><Relationship Id="rId21" Type="http://schemas.openxmlformats.org/officeDocument/2006/relationships/image" Target="../media/image19.svg"/><Relationship Id="rId7" Type="http://schemas.openxmlformats.org/officeDocument/2006/relationships/hyperlink" Target="https://www.instagram.com/deltares/" TargetMode="External"/><Relationship Id="rId12" Type="http://schemas.openxmlformats.org/officeDocument/2006/relationships/image" Target="../media/image10.png"/><Relationship Id="rId17" Type="http://schemas.openxmlformats.org/officeDocument/2006/relationships/image" Target="../media/image15.svg"/><Relationship Id="rId2" Type="http://schemas.openxmlformats.org/officeDocument/2006/relationships/image" Target="../media/image6.jpg"/><Relationship Id="rId16" Type="http://schemas.openxmlformats.org/officeDocument/2006/relationships/image" Target="../media/image14.png"/><Relationship Id="rId20" Type="http://schemas.openxmlformats.org/officeDocument/2006/relationships/image" Target="../media/image18.png"/><Relationship Id="rId1" Type="http://schemas.openxmlformats.org/officeDocument/2006/relationships/slideMaster" Target="../slideMasters/slideMaster1.xml"/><Relationship Id="rId6" Type="http://schemas.openxmlformats.org/officeDocument/2006/relationships/hyperlink" Target="https://www.deltares.nl/" TargetMode="External"/><Relationship Id="rId11" Type="http://schemas.openxmlformats.org/officeDocument/2006/relationships/image" Target="../media/image9.svg"/><Relationship Id="rId5" Type="http://schemas.openxmlformats.org/officeDocument/2006/relationships/hyperlink" Target="https://www.linkedin.com/company/deltares" TargetMode="External"/><Relationship Id="rId15" Type="http://schemas.openxmlformats.org/officeDocument/2006/relationships/image" Target="../media/image13.svg"/><Relationship Id="rId10" Type="http://schemas.openxmlformats.org/officeDocument/2006/relationships/image" Target="../media/image8.png"/><Relationship Id="rId19" Type="http://schemas.openxmlformats.org/officeDocument/2006/relationships/image" Target="../media/image17.svg"/><Relationship Id="rId4" Type="http://schemas.openxmlformats.org/officeDocument/2006/relationships/hyperlink" Target="https://twitter.com/deltares/" TargetMode="External"/><Relationship Id="rId9" Type="http://schemas.openxmlformats.org/officeDocument/2006/relationships/image" Target="../media/image7.png"/><Relationship Id="rId14" Type="http://schemas.openxmlformats.org/officeDocument/2006/relationships/image" Target="../media/image12.png"/></Relationships>
</file>

<file path=ppt/slideLayouts/_rels/slideLayout28.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11.svg"/><Relationship Id="rId3" Type="http://schemas.openxmlformats.org/officeDocument/2006/relationships/image" Target="../media/image7.png"/><Relationship Id="rId7" Type="http://schemas.openxmlformats.org/officeDocument/2006/relationships/image" Target="../media/image13.svg"/><Relationship Id="rId12" Type="http://schemas.openxmlformats.org/officeDocument/2006/relationships/image" Target="../media/image10.png"/><Relationship Id="rId2" Type="http://schemas.openxmlformats.org/officeDocument/2006/relationships/image" Target="../media/image6.jpg"/><Relationship Id="rId1" Type="http://schemas.openxmlformats.org/officeDocument/2006/relationships/slideMaster" Target="../slideMasters/slideMaster1.xml"/><Relationship Id="rId6" Type="http://schemas.openxmlformats.org/officeDocument/2006/relationships/image" Target="../media/image12.png"/><Relationship Id="rId11" Type="http://schemas.openxmlformats.org/officeDocument/2006/relationships/image" Target="../media/image19.svg"/><Relationship Id="rId5" Type="http://schemas.openxmlformats.org/officeDocument/2006/relationships/image" Target="../media/image9.svg"/><Relationship Id="rId15" Type="http://schemas.openxmlformats.org/officeDocument/2006/relationships/image" Target="../media/image15.svg"/><Relationship Id="rId10" Type="http://schemas.openxmlformats.org/officeDocument/2006/relationships/image" Target="../media/image18.png"/><Relationship Id="rId4" Type="http://schemas.openxmlformats.org/officeDocument/2006/relationships/image" Target="../media/image8.png"/><Relationship Id="rId9" Type="http://schemas.openxmlformats.org/officeDocument/2006/relationships/image" Target="../media/image17.svg"/><Relationship Id="rId14" Type="http://schemas.openxmlformats.org/officeDocument/2006/relationships/image" Target="../media/image14.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dia">
    <p:spTree>
      <p:nvGrpSpPr>
        <p:cNvPr id="1" name=""/>
        <p:cNvGrpSpPr/>
        <p:nvPr/>
      </p:nvGrpSpPr>
      <p:grpSpPr>
        <a:xfrm>
          <a:off x="0" y="0"/>
          <a:ext cx="0" cy="0"/>
          <a:chOff x="0" y="0"/>
          <a:chExt cx="0" cy="0"/>
        </a:xfrm>
      </p:grpSpPr>
      <p:sp>
        <p:nvSpPr>
          <p:cNvPr id="66" name="Tijdelijke aanduiding voor afbeelding 65">
            <a:extLst>
              <a:ext uri="{FF2B5EF4-FFF2-40B4-BE49-F238E27FC236}">
                <a16:creationId xmlns:a16="http://schemas.microsoft.com/office/drawing/2014/main" id="{C993F618-5D8C-4CD3-B26D-F74E7598724D}"/>
              </a:ext>
            </a:extLst>
          </p:cNvPr>
          <p:cNvSpPr>
            <a:spLocks noGrp="1"/>
          </p:cNvSpPr>
          <p:nvPr>
            <p:ph type="pic" sz="quarter" idx="19" hasCustomPrompt="1"/>
          </p:nvPr>
        </p:nvSpPr>
        <p:spPr>
          <a:xfrm>
            <a:off x="0" y="0"/>
            <a:ext cx="5328000" cy="6858000"/>
          </a:xfrm>
          <a:solidFill>
            <a:schemeClr val="bg1">
              <a:lumMod val="85000"/>
            </a:schemeClr>
          </a:solidFill>
        </p:spPr>
        <p:txBody>
          <a:bodyPr tIns="3816000"/>
          <a:lstStyle>
            <a:lvl1pPr marL="0" indent="0" algn="ctr">
              <a:buNone/>
              <a:defRPr sz="1400">
                <a:solidFill>
                  <a:schemeClr val="bg2">
                    <a:lumMod val="50000"/>
                  </a:schemeClr>
                </a:solidFill>
              </a:defRPr>
            </a:lvl1pPr>
          </a:lstStyle>
          <a:p>
            <a:r>
              <a:rPr lang="nl-NL"/>
              <a:t>Selecteer afbeelding</a:t>
            </a:r>
            <a:endParaRPr lang="nl-NL" dirty="0"/>
          </a:p>
        </p:txBody>
      </p:sp>
      <p:sp>
        <p:nvSpPr>
          <p:cNvPr id="12" name="Tijdelijke aanduiding voor tekst 11">
            <a:extLst>
              <a:ext uri="{FF2B5EF4-FFF2-40B4-BE49-F238E27FC236}">
                <a16:creationId xmlns:a16="http://schemas.microsoft.com/office/drawing/2014/main" id="{17861E45-7D0B-4CBE-BF29-EEB926363114}"/>
              </a:ext>
            </a:extLst>
          </p:cNvPr>
          <p:cNvSpPr>
            <a:spLocks noGrp="1"/>
          </p:cNvSpPr>
          <p:nvPr>
            <p:ph type="body" sz="quarter" idx="13" hasCustomPrompt="1"/>
          </p:nvPr>
        </p:nvSpPr>
        <p:spPr>
          <a:xfrm>
            <a:off x="5746860" y="5295900"/>
            <a:ext cx="6002228" cy="788988"/>
          </a:xfrm>
        </p:spPr>
        <p:txBody>
          <a:bodyPr>
            <a:noAutofit/>
          </a:bodyPr>
          <a:lstStyle>
            <a:lvl1pPr marL="0" indent="0">
              <a:buNone/>
              <a:defRPr sz="1200" b="0"/>
            </a:lvl1pPr>
          </a:lstStyle>
          <a:p>
            <a:pPr lvl="0"/>
            <a:r>
              <a:rPr lang="nl-NL" dirty="0"/>
              <a:t>Naam Achternaam</a:t>
            </a:r>
          </a:p>
        </p:txBody>
      </p:sp>
      <p:sp>
        <p:nvSpPr>
          <p:cNvPr id="3" name="Ondertitel 2">
            <a:extLst>
              <a:ext uri="{FF2B5EF4-FFF2-40B4-BE49-F238E27FC236}">
                <a16:creationId xmlns:a16="http://schemas.microsoft.com/office/drawing/2014/main" id="{5B0A17F5-F68D-450E-924D-50BE1E84C574}"/>
              </a:ext>
            </a:extLst>
          </p:cNvPr>
          <p:cNvSpPr>
            <a:spLocks noGrp="1"/>
          </p:cNvSpPr>
          <p:nvPr>
            <p:ph type="subTitle" idx="1"/>
          </p:nvPr>
        </p:nvSpPr>
        <p:spPr>
          <a:xfrm>
            <a:off x="5746861" y="3854640"/>
            <a:ext cx="6002228" cy="676275"/>
          </a:xfrm>
        </p:spPr>
        <p:txBody>
          <a:bodyPr/>
          <a:lstStyle>
            <a:lvl1pPr marL="0" indent="0" algn="l">
              <a:spcBef>
                <a:spcPts val="0"/>
              </a:spcBef>
              <a:buNone/>
              <a:defRPr sz="2400" b="1">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NL" dirty="0"/>
          </a:p>
        </p:txBody>
      </p:sp>
      <p:sp>
        <p:nvSpPr>
          <p:cNvPr id="4" name="Tijdelijke aanduiding voor datum 3">
            <a:extLst>
              <a:ext uri="{FF2B5EF4-FFF2-40B4-BE49-F238E27FC236}">
                <a16:creationId xmlns:a16="http://schemas.microsoft.com/office/drawing/2014/main" id="{4FB69FD9-1A34-44C5-BB96-B626ABE7D68E}"/>
              </a:ext>
            </a:extLst>
          </p:cNvPr>
          <p:cNvSpPr>
            <a:spLocks noGrp="1"/>
          </p:cNvSpPr>
          <p:nvPr>
            <p:ph type="dt" sz="half" idx="10"/>
          </p:nvPr>
        </p:nvSpPr>
        <p:spPr>
          <a:xfrm>
            <a:off x="5722938" y="6264000"/>
            <a:ext cx="2340000" cy="184666"/>
          </a:xfrm>
        </p:spPr>
        <p:txBody>
          <a:bodyPr vert="horz"/>
          <a:lstStyle>
            <a:lvl1pPr>
              <a:defRPr sz="1000" b="0">
                <a:solidFill>
                  <a:schemeClr val="tx1"/>
                </a:solidFill>
              </a:defRPr>
            </a:lvl1pPr>
          </a:lstStyle>
          <a:p>
            <a:r>
              <a:rPr lang="nl-NL"/>
              <a:t> 28 november 2019</a:t>
            </a:r>
            <a:endParaRPr lang="nl-NL" dirty="0"/>
          </a:p>
        </p:txBody>
      </p:sp>
      <p:sp>
        <p:nvSpPr>
          <p:cNvPr id="5" name="Tijdelijke aanduiding voor voettekst 4">
            <a:extLst>
              <a:ext uri="{FF2B5EF4-FFF2-40B4-BE49-F238E27FC236}">
                <a16:creationId xmlns:a16="http://schemas.microsoft.com/office/drawing/2014/main" id="{D005FF67-098D-42EF-9DDB-0B34D97B16B8}"/>
              </a:ext>
            </a:extLst>
          </p:cNvPr>
          <p:cNvSpPr>
            <a:spLocks noGrp="1"/>
          </p:cNvSpPr>
          <p:nvPr>
            <p:ph type="ftr" sz="quarter" idx="11"/>
          </p:nvPr>
        </p:nvSpPr>
        <p:spPr>
          <a:xfrm>
            <a:off x="12473572" y="684000"/>
            <a:ext cx="153888" cy="3786017"/>
          </a:xfrm>
        </p:spPr>
        <p:txBody>
          <a:bodyPr/>
          <a:lstStyle>
            <a:lvl1pPr>
              <a:defRPr>
                <a:solidFill>
                  <a:srgbClr val="E6E6E6"/>
                </a:solidFill>
              </a:defRPr>
            </a:lvl1pPr>
          </a:lstStyle>
          <a:p>
            <a:r>
              <a:rPr lang="nl-NL"/>
              <a:t>Voettekst van de presentatie</a:t>
            </a:r>
          </a:p>
        </p:txBody>
      </p:sp>
      <p:sp>
        <p:nvSpPr>
          <p:cNvPr id="6" name="Tijdelijke aanduiding voor dianummer 5">
            <a:extLst>
              <a:ext uri="{FF2B5EF4-FFF2-40B4-BE49-F238E27FC236}">
                <a16:creationId xmlns:a16="http://schemas.microsoft.com/office/drawing/2014/main" id="{BD7F641E-4810-428B-93B4-F028FBE4AE4E}"/>
              </a:ext>
            </a:extLst>
          </p:cNvPr>
          <p:cNvSpPr>
            <a:spLocks noGrp="1"/>
          </p:cNvSpPr>
          <p:nvPr>
            <p:ph type="sldNum" sz="quarter" idx="12"/>
          </p:nvPr>
        </p:nvSpPr>
        <p:spPr>
          <a:xfrm>
            <a:off x="1232736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
        <p:nvSpPr>
          <p:cNvPr id="9" name="Titel 8">
            <a:extLst>
              <a:ext uri="{FF2B5EF4-FFF2-40B4-BE49-F238E27FC236}">
                <a16:creationId xmlns:a16="http://schemas.microsoft.com/office/drawing/2014/main" id="{A77695BF-4150-4BB7-8197-EF140D44835B}"/>
              </a:ext>
            </a:extLst>
          </p:cNvPr>
          <p:cNvSpPr>
            <a:spLocks noGrp="1"/>
          </p:cNvSpPr>
          <p:nvPr>
            <p:ph type="title"/>
          </p:nvPr>
        </p:nvSpPr>
        <p:spPr>
          <a:xfrm>
            <a:off x="5743258" y="1766078"/>
            <a:ext cx="6006145" cy="1990582"/>
          </a:xfrm>
        </p:spPr>
        <p:txBody>
          <a:bodyPr anchor="b" anchorCtr="0"/>
          <a:lstStyle>
            <a:lvl1pPr>
              <a:lnSpc>
                <a:spcPct val="90000"/>
              </a:lnSpc>
              <a:defRPr b="1">
                <a:solidFill>
                  <a:schemeClr val="tx2"/>
                </a:solidFill>
              </a:defRPr>
            </a:lvl1pPr>
          </a:lstStyle>
          <a:p>
            <a:r>
              <a:rPr lang="en-US"/>
              <a:t>Click to edit Master title style</a:t>
            </a:r>
            <a:endParaRPr lang="de-DE" dirty="0"/>
          </a:p>
        </p:txBody>
      </p:sp>
      <p:pic>
        <p:nvPicPr>
          <p:cNvPr id="11" name="Deltares_Logo_groot">
            <a:extLst>
              <a:ext uri="{FF2B5EF4-FFF2-40B4-BE49-F238E27FC236}">
                <a16:creationId xmlns:a16="http://schemas.microsoft.com/office/drawing/2014/main" id="{07BC8CE6-4B06-4C93-9DE2-B3D24820A42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576000" y="180000"/>
            <a:ext cx="2340000" cy="760500"/>
          </a:xfrm>
          <a:prstGeom prst="rect">
            <a:avLst/>
          </a:prstGeom>
        </p:spPr>
      </p:pic>
      <p:sp>
        <p:nvSpPr>
          <p:cNvPr id="62" name="TX_Enabling_deltalife_wit">
            <a:extLst>
              <a:ext uri="{FF2B5EF4-FFF2-40B4-BE49-F238E27FC236}">
                <a16:creationId xmlns:a16="http://schemas.microsoft.com/office/drawing/2014/main" id="{8230CF4F-5316-4F99-A0B8-28EA9797ED68}"/>
              </a:ext>
            </a:extLst>
          </p:cNvPr>
          <p:cNvSpPr>
            <a:spLocks noGrp="1"/>
          </p:cNvSpPr>
          <p:nvPr>
            <p:ph type="body" sz="quarter" idx="18"/>
          </p:nvPr>
        </p:nvSpPr>
        <p:spPr>
          <a:xfrm>
            <a:off x="310801" y="5947577"/>
            <a:ext cx="3176270" cy="756001"/>
          </a:xfrm>
          <a:blipFill>
            <a:blip r:embed="rId3" cstate="print">
              <a:extLst>
                <a:ext uri="{28A0092B-C50C-407E-A947-70E740481C1C}">
                  <a14:useLocalDpi xmlns:a14="http://schemas.microsoft.com/office/drawing/2010/main"/>
                </a:ext>
              </a:extLst>
            </a:blip>
            <a:stretch>
              <a:fillRect/>
            </a:stretch>
          </a:blipFill>
        </p:spPr>
        <p:txBody>
          <a:bodyPr vert="horz" rIns="4284000"/>
          <a:lstStyle>
            <a:lvl1pPr marL="0" indent="0">
              <a:buNone/>
              <a:defRPr>
                <a:solidFill>
                  <a:srgbClr val="E6E6E6"/>
                </a:solidFill>
              </a:defRPr>
            </a:lvl1pPr>
          </a:lstStyle>
          <a:p>
            <a:pPr lvl="0"/>
            <a:r>
              <a:rPr lang="en-US"/>
              <a:t>Click to edit Master text styles</a:t>
            </a:r>
          </a:p>
        </p:txBody>
      </p:sp>
    </p:spTree>
    <p:extLst>
      <p:ext uri="{BB962C8B-B14F-4D97-AF65-F5344CB8AC3E}">
        <p14:creationId xmlns:p14="http://schemas.microsoft.com/office/powerpoint/2010/main" val="4066045829"/>
      </p:ext>
    </p:extLst>
  </p:cSld>
  <p:clrMapOvr>
    <a:masterClrMapping/>
  </p:clrMapOvr>
  <p:hf hdr="0"/>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 en objec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p:txBody>
          <a:bodyPr/>
          <a:lstStyle/>
          <a:p>
            <a:r>
              <a:rPr lang="en-US"/>
              <a:t>Click to edit Master title style</a:t>
            </a:r>
            <a:endParaRPr lang="nl-NL"/>
          </a:p>
        </p:txBody>
      </p:sp>
      <p:sp>
        <p:nvSpPr>
          <p:cNvPr id="3" name="Tijdelijke aanduiding voor inhoud 2">
            <a:extLst>
              <a:ext uri="{FF2B5EF4-FFF2-40B4-BE49-F238E27FC236}">
                <a16:creationId xmlns:a16="http://schemas.microsoft.com/office/drawing/2014/main" id="{7B057708-D1C8-4296-B46B-067A31C01D2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4" name="Tijdelijke aanduiding voor datum 3">
            <a:extLst>
              <a:ext uri="{FF2B5EF4-FFF2-40B4-BE49-F238E27FC236}">
                <a16:creationId xmlns:a16="http://schemas.microsoft.com/office/drawing/2014/main" id="{64E27E2C-1D1C-4583-BE92-667A3F59195E}"/>
              </a:ext>
            </a:extLst>
          </p:cNvPr>
          <p:cNvSpPr>
            <a:spLocks noGrp="1"/>
          </p:cNvSpPr>
          <p:nvPr>
            <p:ph type="dt" sz="half" idx="10"/>
          </p:nvPr>
        </p:nvSpPr>
        <p:spPr/>
        <p:txBody>
          <a:bodyPr/>
          <a:lstStyle/>
          <a:p>
            <a:r>
              <a:rPr lang="nl-NL"/>
              <a:t> 28 november 2019</a:t>
            </a:r>
          </a:p>
        </p:txBody>
      </p:sp>
      <p:sp>
        <p:nvSpPr>
          <p:cNvPr id="5" name="Tijdelijke aanduiding voor voettekst 4">
            <a:extLst>
              <a:ext uri="{FF2B5EF4-FFF2-40B4-BE49-F238E27FC236}">
                <a16:creationId xmlns:a16="http://schemas.microsoft.com/office/drawing/2014/main" id="{C5975139-6F7D-413F-A27C-C9F0FF41A9D0}"/>
              </a:ext>
            </a:extLst>
          </p:cNvPr>
          <p:cNvSpPr>
            <a:spLocks noGrp="1"/>
          </p:cNvSpPr>
          <p:nvPr>
            <p:ph type="ftr" sz="quarter" idx="11"/>
          </p:nvPr>
        </p:nvSpPr>
        <p:spPr/>
        <p:txBody>
          <a:bodyPr/>
          <a:lstStyle/>
          <a:p>
            <a:r>
              <a:rPr lang="nl-NL"/>
              <a:t>Voettekst van de presentatie</a:t>
            </a:r>
          </a:p>
        </p:txBody>
      </p:sp>
      <p:sp>
        <p:nvSpPr>
          <p:cNvPr id="6" name="Tijdelijke aanduiding voor dianummer 5">
            <a:extLst>
              <a:ext uri="{FF2B5EF4-FFF2-40B4-BE49-F238E27FC236}">
                <a16:creationId xmlns:a16="http://schemas.microsoft.com/office/drawing/2014/main" id="{0544E85F-82EE-4EE8-932D-1F60D0238F40}"/>
              </a:ext>
            </a:extLst>
          </p:cNvPr>
          <p:cNvSpPr>
            <a:spLocks noGrp="1"/>
          </p:cNvSpPr>
          <p:nvPr>
            <p:ph type="sldNum" sz="quarter" idx="12"/>
          </p:nvPr>
        </p:nvSpPr>
        <p:spPr/>
        <p:txBody>
          <a:bodyPr/>
          <a:lstStyle/>
          <a:p>
            <a:fld id="{F42B3F14-D836-496B-80A2-23BE75BD68CB}" type="slidenum">
              <a:rPr lang="nl-NL" smtClean="0"/>
              <a:t>‹#›</a:t>
            </a:fld>
            <a:endParaRPr lang="nl-NL"/>
          </a:p>
        </p:txBody>
      </p:sp>
    </p:spTree>
    <p:extLst>
      <p:ext uri="{BB962C8B-B14F-4D97-AF65-F5344CB8AC3E}">
        <p14:creationId xmlns:p14="http://schemas.microsoft.com/office/powerpoint/2010/main" val="4120135801"/>
      </p:ext>
    </p:extLst>
  </p:cSld>
  <p:clrMapOvr>
    <a:masterClrMapping/>
  </p:clrMapOvr>
  <p:hf hdr="0"/>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1.Titeldia met vierkant beeld">
    <p:spTree>
      <p:nvGrpSpPr>
        <p:cNvPr id="1" name=""/>
        <p:cNvGrpSpPr/>
        <p:nvPr/>
      </p:nvGrpSpPr>
      <p:grpSpPr>
        <a:xfrm>
          <a:off x="0" y="0"/>
          <a:ext cx="0" cy="0"/>
          <a:chOff x="0" y="0"/>
          <a:chExt cx="0" cy="0"/>
        </a:xfrm>
      </p:grpSpPr>
      <p:sp>
        <p:nvSpPr>
          <p:cNvPr id="66" name="Tijdelijke aanduiding voor afbeelding 65">
            <a:extLst>
              <a:ext uri="{FF2B5EF4-FFF2-40B4-BE49-F238E27FC236}">
                <a16:creationId xmlns:a16="http://schemas.microsoft.com/office/drawing/2014/main" id="{C993F618-5D8C-4CD3-B26D-F74E7598724D}"/>
              </a:ext>
            </a:extLst>
          </p:cNvPr>
          <p:cNvSpPr>
            <a:spLocks noGrp="1"/>
          </p:cNvSpPr>
          <p:nvPr>
            <p:ph type="pic" sz="quarter" idx="19" hasCustomPrompt="1"/>
          </p:nvPr>
        </p:nvSpPr>
        <p:spPr>
          <a:xfrm>
            <a:off x="0" y="0"/>
            <a:ext cx="6858000" cy="6858000"/>
          </a:xfrm>
          <a:solidFill>
            <a:schemeClr val="bg1">
              <a:lumMod val="85000"/>
            </a:schemeClr>
          </a:solidFill>
        </p:spPr>
        <p:txBody>
          <a:bodyPr tIns="3816000"/>
          <a:lstStyle>
            <a:lvl1pPr marL="0" indent="0" algn="ctr">
              <a:buNone/>
              <a:defRPr sz="1400">
                <a:solidFill>
                  <a:schemeClr val="bg2">
                    <a:lumMod val="50000"/>
                  </a:schemeClr>
                </a:solidFill>
              </a:defRPr>
            </a:lvl1pPr>
          </a:lstStyle>
          <a:p>
            <a:r>
              <a:rPr lang="nl-NL"/>
              <a:t>Selecteer afbeelding</a:t>
            </a:r>
            <a:endParaRPr lang="nl-NL" dirty="0"/>
          </a:p>
        </p:txBody>
      </p:sp>
      <p:sp>
        <p:nvSpPr>
          <p:cNvPr id="12" name="Tijdelijke aanduiding voor tekst 11">
            <a:extLst>
              <a:ext uri="{FF2B5EF4-FFF2-40B4-BE49-F238E27FC236}">
                <a16:creationId xmlns:a16="http://schemas.microsoft.com/office/drawing/2014/main" id="{17861E45-7D0B-4CBE-BF29-EEB926363114}"/>
              </a:ext>
            </a:extLst>
          </p:cNvPr>
          <p:cNvSpPr>
            <a:spLocks noGrp="1"/>
          </p:cNvSpPr>
          <p:nvPr>
            <p:ph type="body" sz="quarter" idx="13" hasCustomPrompt="1"/>
          </p:nvPr>
        </p:nvSpPr>
        <p:spPr>
          <a:xfrm>
            <a:off x="7236000" y="5295900"/>
            <a:ext cx="4513088" cy="788988"/>
          </a:xfrm>
        </p:spPr>
        <p:txBody>
          <a:bodyPr>
            <a:noAutofit/>
          </a:bodyPr>
          <a:lstStyle>
            <a:lvl1pPr marL="0" indent="0">
              <a:buNone/>
              <a:defRPr sz="1200" b="0"/>
            </a:lvl1pPr>
          </a:lstStyle>
          <a:p>
            <a:pPr lvl="0"/>
            <a:r>
              <a:rPr lang="nl-NL" dirty="0"/>
              <a:t>Naam Achternaam</a:t>
            </a:r>
          </a:p>
        </p:txBody>
      </p:sp>
      <p:sp>
        <p:nvSpPr>
          <p:cNvPr id="3" name="Ondertitel 2">
            <a:extLst>
              <a:ext uri="{FF2B5EF4-FFF2-40B4-BE49-F238E27FC236}">
                <a16:creationId xmlns:a16="http://schemas.microsoft.com/office/drawing/2014/main" id="{5B0A17F5-F68D-450E-924D-50BE1E84C574}"/>
              </a:ext>
            </a:extLst>
          </p:cNvPr>
          <p:cNvSpPr>
            <a:spLocks noGrp="1"/>
          </p:cNvSpPr>
          <p:nvPr>
            <p:ph type="subTitle" idx="1"/>
          </p:nvPr>
        </p:nvSpPr>
        <p:spPr>
          <a:xfrm>
            <a:off x="7236000" y="3854640"/>
            <a:ext cx="4513088" cy="676275"/>
          </a:xfrm>
        </p:spPr>
        <p:txBody>
          <a:bodyPr/>
          <a:lstStyle>
            <a:lvl1pPr marL="0" indent="0" algn="l">
              <a:spcBef>
                <a:spcPts val="0"/>
              </a:spcBef>
              <a:buNone/>
              <a:defRPr sz="2400" b="1">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NL" dirty="0"/>
          </a:p>
        </p:txBody>
      </p:sp>
      <p:sp>
        <p:nvSpPr>
          <p:cNvPr id="4" name="Tijdelijke aanduiding voor datum 3">
            <a:extLst>
              <a:ext uri="{FF2B5EF4-FFF2-40B4-BE49-F238E27FC236}">
                <a16:creationId xmlns:a16="http://schemas.microsoft.com/office/drawing/2014/main" id="{4FB69FD9-1A34-44C5-BB96-B626ABE7D68E}"/>
              </a:ext>
            </a:extLst>
          </p:cNvPr>
          <p:cNvSpPr>
            <a:spLocks noGrp="1"/>
          </p:cNvSpPr>
          <p:nvPr>
            <p:ph type="dt" sz="half" idx="10"/>
          </p:nvPr>
        </p:nvSpPr>
        <p:spPr>
          <a:xfrm>
            <a:off x="7236000" y="6264000"/>
            <a:ext cx="2340000" cy="184666"/>
          </a:xfrm>
        </p:spPr>
        <p:txBody>
          <a:bodyPr vert="horz"/>
          <a:lstStyle>
            <a:lvl1pPr>
              <a:defRPr sz="1000" b="0">
                <a:solidFill>
                  <a:schemeClr val="tx1"/>
                </a:solidFill>
              </a:defRPr>
            </a:lvl1pPr>
          </a:lstStyle>
          <a:p>
            <a:r>
              <a:rPr lang="nl-NL"/>
              <a:t> 28 november 2019</a:t>
            </a:r>
            <a:endParaRPr lang="nl-NL" dirty="0"/>
          </a:p>
        </p:txBody>
      </p:sp>
      <p:sp>
        <p:nvSpPr>
          <p:cNvPr id="5" name="Tijdelijke aanduiding voor voettekst 4">
            <a:extLst>
              <a:ext uri="{FF2B5EF4-FFF2-40B4-BE49-F238E27FC236}">
                <a16:creationId xmlns:a16="http://schemas.microsoft.com/office/drawing/2014/main" id="{D005FF67-098D-42EF-9DDB-0B34D97B16B8}"/>
              </a:ext>
            </a:extLst>
          </p:cNvPr>
          <p:cNvSpPr>
            <a:spLocks noGrp="1"/>
          </p:cNvSpPr>
          <p:nvPr>
            <p:ph type="ftr" sz="quarter" idx="11"/>
          </p:nvPr>
        </p:nvSpPr>
        <p:spPr>
          <a:xfrm>
            <a:off x="12473572" y="684000"/>
            <a:ext cx="153888" cy="3786017"/>
          </a:xfrm>
        </p:spPr>
        <p:txBody>
          <a:bodyPr/>
          <a:lstStyle>
            <a:lvl1pPr>
              <a:defRPr>
                <a:solidFill>
                  <a:srgbClr val="E6E6E6"/>
                </a:solidFill>
              </a:defRPr>
            </a:lvl1pPr>
          </a:lstStyle>
          <a:p>
            <a:r>
              <a:rPr lang="nl-NL"/>
              <a:t>Voettekst van de presentatie</a:t>
            </a:r>
          </a:p>
        </p:txBody>
      </p:sp>
      <p:sp>
        <p:nvSpPr>
          <p:cNvPr id="6" name="Tijdelijke aanduiding voor dianummer 5">
            <a:extLst>
              <a:ext uri="{FF2B5EF4-FFF2-40B4-BE49-F238E27FC236}">
                <a16:creationId xmlns:a16="http://schemas.microsoft.com/office/drawing/2014/main" id="{BD7F641E-4810-428B-93B4-F028FBE4AE4E}"/>
              </a:ext>
            </a:extLst>
          </p:cNvPr>
          <p:cNvSpPr>
            <a:spLocks noGrp="1"/>
          </p:cNvSpPr>
          <p:nvPr>
            <p:ph type="sldNum" sz="quarter" idx="12"/>
          </p:nvPr>
        </p:nvSpPr>
        <p:spPr>
          <a:xfrm>
            <a:off x="1232736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
        <p:nvSpPr>
          <p:cNvPr id="9" name="Titel 8">
            <a:extLst>
              <a:ext uri="{FF2B5EF4-FFF2-40B4-BE49-F238E27FC236}">
                <a16:creationId xmlns:a16="http://schemas.microsoft.com/office/drawing/2014/main" id="{A77695BF-4150-4BB7-8197-EF140D44835B}"/>
              </a:ext>
            </a:extLst>
          </p:cNvPr>
          <p:cNvSpPr>
            <a:spLocks noGrp="1"/>
          </p:cNvSpPr>
          <p:nvPr>
            <p:ph type="title"/>
          </p:nvPr>
        </p:nvSpPr>
        <p:spPr>
          <a:xfrm>
            <a:off x="7236000" y="1766078"/>
            <a:ext cx="4516033" cy="1990582"/>
          </a:xfrm>
        </p:spPr>
        <p:txBody>
          <a:bodyPr anchor="b" anchorCtr="0"/>
          <a:lstStyle>
            <a:lvl1pPr>
              <a:lnSpc>
                <a:spcPct val="90000"/>
              </a:lnSpc>
              <a:defRPr b="1">
                <a:solidFill>
                  <a:schemeClr val="tx2"/>
                </a:solidFill>
              </a:defRPr>
            </a:lvl1pPr>
          </a:lstStyle>
          <a:p>
            <a:r>
              <a:rPr lang="en-US"/>
              <a:t>Click to edit Master title style</a:t>
            </a:r>
            <a:endParaRPr lang="de-DE" dirty="0"/>
          </a:p>
        </p:txBody>
      </p:sp>
      <p:pic>
        <p:nvPicPr>
          <p:cNvPr id="11" name="Deltares_Logo_groot">
            <a:extLst>
              <a:ext uri="{FF2B5EF4-FFF2-40B4-BE49-F238E27FC236}">
                <a16:creationId xmlns:a16="http://schemas.microsoft.com/office/drawing/2014/main" id="{07BC8CE6-4B06-4C93-9DE2-B3D24820A42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576000" y="180000"/>
            <a:ext cx="2340000" cy="760500"/>
          </a:xfrm>
          <a:prstGeom prst="rect">
            <a:avLst/>
          </a:prstGeom>
        </p:spPr>
      </p:pic>
      <p:sp>
        <p:nvSpPr>
          <p:cNvPr id="62" name="TX_Enabling_deltalife_wit">
            <a:extLst>
              <a:ext uri="{FF2B5EF4-FFF2-40B4-BE49-F238E27FC236}">
                <a16:creationId xmlns:a16="http://schemas.microsoft.com/office/drawing/2014/main" id="{8230CF4F-5316-4F99-A0B8-28EA9797ED68}"/>
              </a:ext>
            </a:extLst>
          </p:cNvPr>
          <p:cNvSpPr>
            <a:spLocks noGrp="1"/>
          </p:cNvSpPr>
          <p:nvPr>
            <p:ph type="body" sz="quarter" idx="18"/>
          </p:nvPr>
        </p:nvSpPr>
        <p:spPr>
          <a:xfrm>
            <a:off x="310801" y="5947577"/>
            <a:ext cx="3176270" cy="756001"/>
          </a:xfrm>
          <a:blipFill>
            <a:blip r:embed="rId3" cstate="print">
              <a:extLst>
                <a:ext uri="{28A0092B-C50C-407E-A947-70E740481C1C}">
                  <a14:useLocalDpi xmlns:a14="http://schemas.microsoft.com/office/drawing/2010/main"/>
                </a:ext>
              </a:extLst>
            </a:blip>
            <a:stretch>
              <a:fillRect/>
            </a:stretch>
          </a:blipFill>
        </p:spPr>
        <p:txBody>
          <a:bodyPr vert="horz" rIns="4284000"/>
          <a:lstStyle>
            <a:lvl1pPr marL="0" indent="0">
              <a:buNone/>
              <a:defRPr>
                <a:solidFill>
                  <a:srgbClr val="E6E6E6"/>
                </a:solidFill>
              </a:defRPr>
            </a:lvl1pPr>
          </a:lstStyle>
          <a:p>
            <a:pPr lvl="0"/>
            <a:r>
              <a:rPr lang="en-US"/>
              <a:t>Click to edit Master text styles</a:t>
            </a:r>
          </a:p>
        </p:txBody>
      </p:sp>
    </p:spTree>
    <p:extLst>
      <p:ext uri="{BB962C8B-B14F-4D97-AF65-F5344CB8AC3E}">
        <p14:creationId xmlns:p14="http://schemas.microsoft.com/office/powerpoint/2010/main" val="3191802563"/>
      </p:ext>
    </p:extLst>
  </p:cSld>
  <p:clrMapOvr>
    <a:masterClrMapping/>
  </p:clrMapOvr>
  <p:hf hdr="0"/>
  <p:extLst>
    <p:ext uri="{DCECCB84-F9BA-43D5-87BE-67443E8EF086}">
      <p15:sldGuideLst xmlns:p15="http://schemas.microsoft.com/office/powerpoint/2012/main">
        <p15:guide id="1" pos="3613">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secHead" preserve="1">
  <p:cSld name="Hoofdstuk / Tussendia (Groen)">
    <p:bg>
      <p:bgPr>
        <a:solidFill>
          <a:schemeClr val="accent5"/>
        </a:solidFill>
        <a:effectLst/>
      </p:bgPr>
    </p:bg>
    <p:spTree>
      <p:nvGrpSpPr>
        <p:cNvPr id="1" name=""/>
        <p:cNvGrpSpPr/>
        <p:nvPr/>
      </p:nvGrpSpPr>
      <p:grpSpPr>
        <a:xfrm>
          <a:off x="0" y="0"/>
          <a:ext cx="0" cy="0"/>
          <a:chOff x="0" y="0"/>
          <a:chExt cx="0" cy="0"/>
        </a:xfrm>
      </p:grpSpPr>
      <p:sp>
        <p:nvSpPr>
          <p:cNvPr id="16" name="Vrije vorm: vorm 15">
            <a:extLst>
              <a:ext uri="{FF2B5EF4-FFF2-40B4-BE49-F238E27FC236}">
                <a16:creationId xmlns:a16="http://schemas.microsoft.com/office/drawing/2014/main" id="{454C307C-D04D-4709-9FD4-571150894DD0}"/>
              </a:ext>
            </a:extLst>
          </p:cNvPr>
          <p:cNvSpPr>
            <a:spLocks noChangeAspect="1"/>
          </p:cNvSpPr>
          <p:nvPr userDrawn="1"/>
        </p:nvSpPr>
        <p:spPr>
          <a:xfrm>
            <a:off x="0" y="447038"/>
            <a:ext cx="5497462" cy="5943600"/>
          </a:xfrm>
          <a:custGeom>
            <a:avLst/>
            <a:gdLst>
              <a:gd name="connsiteX0" fmla="*/ 2525662 w 5497462"/>
              <a:gd name="connsiteY0" fmla="*/ 0 h 5943600"/>
              <a:gd name="connsiteX1" fmla="*/ 5497462 w 5497462"/>
              <a:gd name="connsiteY1" fmla="*/ 2971800 h 5943600"/>
              <a:gd name="connsiteX2" fmla="*/ 2525662 w 5497462"/>
              <a:gd name="connsiteY2" fmla="*/ 5943600 h 5943600"/>
              <a:gd name="connsiteX3" fmla="*/ 61399 w 5497462"/>
              <a:gd name="connsiteY3" fmla="*/ 4633362 h 5943600"/>
              <a:gd name="connsiteX4" fmla="*/ 0 w 5497462"/>
              <a:gd name="connsiteY4" fmla="*/ 4532297 h 5943600"/>
              <a:gd name="connsiteX5" fmla="*/ 0 w 5497462"/>
              <a:gd name="connsiteY5" fmla="*/ 1411304 h 5943600"/>
              <a:gd name="connsiteX6" fmla="*/ 61399 w 5497462"/>
              <a:gd name="connsiteY6" fmla="*/ 1310238 h 5943600"/>
              <a:gd name="connsiteX7" fmla="*/ 2525662 w 5497462"/>
              <a:gd name="connsiteY7" fmla="*/ 0 h 5943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497462" h="5943600">
                <a:moveTo>
                  <a:pt x="2525662" y="0"/>
                </a:moveTo>
                <a:cubicBezTo>
                  <a:pt x="4166942" y="0"/>
                  <a:pt x="5497462" y="1330520"/>
                  <a:pt x="5497462" y="2971800"/>
                </a:cubicBezTo>
                <a:cubicBezTo>
                  <a:pt x="5497462" y="4613080"/>
                  <a:pt x="4166942" y="5943600"/>
                  <a:pt x="2525662" y="5943600"/>
                </a:cubicBezTo>
                <a:cubicBezTo>
                  <a:pt x="1499862" y="5943600"/>
                  <a:pt x="595453" y="5423866"/>
                  <a:pt x="61399" y="4633362"/>
                </a:cubicBezTo>
                <a:lnTo>
                  <a:pt x="0" y="4532297"/>
                </a:lnTo>
                <a:lnTo>
                  <a:pt x="0" y="1411304"/>
                </a:lnTo>
                <a:lnTo>
                  <a:pt x="61399" y="1310238"/>
                </a:lnTo>
                <a:cubicBezTo>
                  <a:pt x="595453" y="519735"/>
                  <a:pt x="1499862" y="0"/>
                  <a:pt x="2525662" y="0"/>
                </a:cubicBezTo>
                <a:close/>
              </a:path>
            </a:pathLst>
          </a:custGeom>
          <a:gradFill flip="none" rotWithShape="1">
            <a:gsLst>
              <a:gs pos="0">
                <a:schemeClr val="accent4"/>
              </a:gs>
              <a:gs pos="100000">
                <a:schemeClr val="accent4">
                  <a:alpha val="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DE"/>
          </a:p>
        </p:txBody>
      </p:sp>
      <p:sp>
        <p:nvSpPr>
          <p:cNvPr id="2" name="Titel 1">
            <a:extLst>
              <a:ext uri="{FF2B5EF4-FFF2-40B4-BE49-F238E27FC236}">
                <a16:creationId xmlns:a16="http://schemas.microsoft.com/office/drawing/2014/main" id="{16E2BD3A-5DDA-4757-ACCB-7CC38D75CC91}"/>
              </a:ext>
            </a:extLst>
          </p:cNvPr>
          <p:cNvSpPr>
            <a:spLocks noGrp="1"/>
          </p:cNvSpPr>
          <p:nvPr>
            <p:ph type="title"/>
          </p:nvPr>
        </p:nvSpPr>
        <p:spPr>
          <a:xfrm>
            <a:off x="1260000" y="1762124"/>
            <a:ext cx="10512000" cy="1368000"/>
          </a:xfrm>
        </p:spPr>
        <p:txBody>
          <a:bodyPr anchor="t">
            <a:normAutofit/>
          </a:bodyPr>
          <a:lstStyle>
            <a:lvl1pPr>
              <a:defRPr sz="3400" b="1">
                <a:solidFill>
                  <a:schemeClr val="bg1"/>
                </a:solidFill>
              </a:defRPr>
            </a:lvl1pPr>
          </a:lstStyle>
          <a:p>
            <a:r>
              <a:rPr lang="en-US"/>
              <a:t>Click to edit Master title style</a:t>
            </a:r>
            <a:endParaRPr lang="nl-NL" dirty="0"/>
          </a:p>
        </p:txBody>
      </p:sp>
      <p:sp>
        <p:nvSpPr>
          <p:cNvPr id="3" name="Tijdelijke aanduiding voor tekst 2">
            <a:extLst>
              <a:ext uri="{FF2B5EF4-FFF2-40B4-BE49-F238E27FC236}">
                <a16:creationId xmlns:a16="http://schemas.microsoft.com/office/drawing/2014/main" id="{DE77DC50-5611-4E05-B13C-BEF10B116FCE}"/>
              </a:ext>
            </a:extLst>
          </p:cNvPr>
          <p:cNvSpPr>
            <a:spLocks noGrp="1"/>
          </p:cNvSpPr>
          <p:nvPr>
            <p:ph type="body" idx="1"/>
          </p:nvPr>
        </p:nvSpPr>
        <p:spPr>
          <a:xfrm>
            <a:off x="1260000" y="3564000"/>
            <a:ext cx="10585450" cy="1517650"/>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Tijdelijke aanduiding voor datum 3">
            <a:extLst>
              <a:ext uri="{FF2B5EF4-FFF2-40B4-BE49-F238E27FC236}">
                <a16:creationId xmlns:a16="http://schemas.microsoft.com/office/drawing/2014/main" id="{4109971E-F873-4027-AEC0-F79E132DDD99}"/>
              </a:ext>
            </a:extLst>
          </p:cNvPr>
          <p:cNvSpPr>
            <a:spLocks noGrp="1"/>
          </p:cNvSpPr>
          <p:nvPr>
            <p:ph type="dt" sz="half" idx="10"/>
          </p:nvPr>
        </p:nvSpPr>
        <p:spPr>
          <a:xfrm>
            <a:off x="12513488" y="4586300"/>
            <a:ext cx="153888" cy="1262844"/>
          </a:xfrm>
        </p:spPr>
        <p:txBody>
          <a:bodyPr/>
          <a:lstStyle>
            <a:lvl1pPr>
              <a:defRPr>
                <a:solidFill>
                  <a:srgbClr val="E6E6E6"/>
                </a:solidFill>
              </a:defRPr>
            </a:lvl1pPr>
          </a:lstStyle>
          <a:p>
            <a:r>
              <a:rPr lang="nl-NL"/>
              <a:t> 28 november 2019</a:t>
            </a:r>
          </a:p>
        </p:txBody>
      </p:sp>
      <p:sp>
        <p:nvSpPr>
          <p:cNvPr id="5" name="Tijdelijke aanduiding voor voettekst 4">
            <a:extLst>
              <a:ext uri="{FF2B5EF4-FFF2-40B4-BE49-F238E27FC236}">
                <a16:creationId xmlns:a16="http://schemas.microsoft.com/office/drawing/2014/main" id="{CE93B534-D0A1-49CD-B3E2-FA8113F90B39}"/>
              </a:ext>
            </a:extLst>
          </p:cNvPr>
          <p:cNvSpPr>
            <a:spLocks noGrp="1"/>
          </p:cNvSpPr>
          <p:nvPr>
            <p:ph type="ftr" sz="quarter" idx="11"/>
          </p:nvPr>
        </p:nvSpPr>
        <p:spPr>
          <a:xfrm>
            <a:off x="12513488" y="684000"/>
            <a:ext cx="153888" cy="3786017"/>
          </a:xfrm>
        </p:spPr>
        <p:txBody>
          <a:bodyPr/>
          <a:lstStyle>
            <a:lvl1pPr>
              <a:defRPr>
                <a:solidFill>
                  <a:srgbClr val="E6E6E6"/>
                </a:solidFill>
              </a:defRPr>
            </a:lvl1pPr>
          </a:lstStyle>
          <a:p>
            <a:r>
              <a:rPr lang="nl-NL"/>
              <a:t>Voettekst van de presentatie</a:t>
            </a:r>
          </a:p>
        </p:txBody>
      </p:sp>
      <p:sp>
        <p:nvSpPr>
          <p:cNvPr id="6" name="Tijdelijke aanduiding voor dianummer 5">
            <a:extLst>
              <a:ext uri="{FF2B5EF4-FFF2-40B4-BE49-F238E27FC236}">
                <a16:creationId xmlns:a16="http://schemas.microsoft.com/office/drawing/2014/main" id="{03AD1C2C-AB5C-4424-9980-A055EC5CDE14}"/>
              </a:ext>
            </a:extLst>
          </p:cNvPr>
          <p:cNvSpPr>
            <a:spLocks noGrp="1"/>
          </p:cNvSpPr>
          <p:nvPr>
            <p:ph type="sldNum" sz="quarter" idx="12"/>
          </p:nvPr>
        </p:nvSpPr>
        <p:spPr>
          <a:xfrm>
            <a:off x="12367279" y="6413498"/>
            <a:ext cx="450000" cy="184666"/>
          </a:xfrm>
        </p:spPr>
        <p:txBody>
          <a:bodyPr/>
          <a:lstStyle>
            <a:lvl1pPr>
              <a:defRPr>
                <a:solidFill>
                  <a:srgbClr val="E6E6E6"/>
                </a:solidFill>
              </a:defRPr>
            </a:lvl1pPr>
          </a:lstStyle>
          <a:p>
            <a:fld id="{F42B3F14-D836-496B-80A2-23BE75BD68CB}" type="slidenum">
              <a:rPr lang="nl-NL" smtClean="0"/>
              <a:pPr/>
              <a:t>‹#›</a:t>
            </a:fld>
            <a:endParaRPr lang="nl-NL"/>
          </a:p>
        </p:txBody>
      </p:sp>
    </p:spTree>
    <p:extLst>
      <p:ext uri="{BB962C8B-B14F-4D97-AF65-F5344CB8AC3E}">
        <p14:creationId xmlns:p14="http://schemas.microsoft.com/office/powerpoint/2010/main" val="1164193988"/>
      </p:ext>
    </p:extLst>
  </p:cSld>
  <p:clrMapOvr>
    <a:masterClrMapping/>
  </p:clrMapOvr>
  <p:hf hdr="0"/>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Hoofdstuk / Tussendia (Blauw)">
    <p:bg>
      <p:bgPr>
        <a:solidFill>
          <a:schemeClr val="accent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6E2BD3A-5DDA-4757-ACCB-7CC38D75CC91}"/>
              </a:ext>
            </a:extLst>
          </p:cNvPr>
          <p:cNvSpPr>
            <a:spLocks noGrp="1"/>
          </p:cNvSpPr>
          <p:nvPr>
            <p:ph type="title"/>
          </p:nvPr>
        </p:nvSpPr>
        <p:spPr>
          <a:xfrm>
            <a:off x="1260000" y="1762124"/>
            <a:ext cx="10512000" cy="1368000"/>
          </a:xfrm>
        </p:spPr>
        <p:txBody>
          <a:bodyPr anchor="t">
            <a:normAutofit/>
          </a:bodyPr>
          <a:lstStyle>
            <a:lvl1pPr>
              <a:defRPr sz="3400" b="1">
                <a:solidFill>
                  <a:schemeClr val="bg1"/>
                </a:solidFill>
              </a:defRPr>
            </a:lvl1pPr>
          </a:lstStyle>
          <a:p>
            <a:r>
              <a:rPr lang="en-US"/>
              <a:t>Click to edit Master title style</a:t>
            </a:r>
            <a:endParaRPr lang="nl-NL" dirty="0"/>
          </a:p>
        </p:txBody>
      </p:sp>
      <p:sp>
        <p:nvSpPr>
          <p:cNvPr id="3" name="Tijdelijke aanduiding voor tekst 2">
            <a:extLst>
              <a:ext uri="{FF2B5EF4-FFF2-40B4-BE49-F238E27FC236}">
                <a16:creationId xmlns:a16="http://schemas.microsoft.com/office/drawing/2014/main" id="{DE77DC50-5611-4E05-B13C-BEF10B116FCE}"/>
              </a:ext>
            </a:extLst>
          </p:cNvPr>
          <p:cNvSpPr>
            <a:spLocks noGrp="1"/>
          </p:cNvSpPr>
          <p:nvPr>
            <p:ph type="body" idx="1"/>
          </p:nvPr>
        </p:nvSpPr>
        <p:spPr>
          <a:xfrm>
            <a:off x="1260000" y="3564000"/>
            <a:ext cx="10585450" cy="1517650"/>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Tijdelijke aanduiding voor datum 3">
            <a:extLst>
              <a:ext uri="{FF2B5EF4-FFF2-40B4-BE49-F238E27FC236}">
                <a16:creationId xmlns:a16="http://schemas.microsoft.com/office/drawing/2014/main" id="{4109971E-F873-4027-AEC0-F79E132DDD99}"/>
              </a:ext>
            </a:extLst>
          </p:cNvPr>
          <p:cNvSpPr>
            <a:spLocks noGrp="1"/>
          </p:cNvSpPr>
          <p:nvPr>
            <p:ph type="dt" sz="half" idx="10"/>
          </p:nvPr>
        </p:nvSpPr>
        <p:spPr>
          <a:xfrm>
            <a:off x="12513488" y="4586300"/>
            <a:ext cx="153888" cy="1262844"/>
          </a:xfrm>
        </p:spPr>
        <p:txBody>
          <a:bodyPr/>
          <a:lstStyle>
            <a:lvl1pPr>
              <a:defRPr>
                <a:solidFill>
                  <a:srgbClr val="E6E6E6"/>
                </a:solidFill>
              </a:defRPr>
            </a:lvl1pPr>
          </a:lstStyle>
          <a:p>
            <a:r>
              <a:rPr lang="nl-NL"/>
              <a:t> 28 november 2019</a:t>
            </a:r>
          </a:p>
        </p:txBody>
      </p:sp>
      <p:sp>
        <p:nvSpPr>
          <p:cNvPr id="5" name="Tijdelijke aanduiding voor voettekst 4">
            <a:extLst>
              <a:ext uri="{FF2B5EF4-FFF2-40B4-BE49-F238E27FC236}">
                <a16:creationId xmlns:a16="http://schemas.microsoft.com/office/drawing/2014/main" id="{CE93B534-D0A1-49CD-B3E2-FA8113F90B39}"/>
              </a:ext>
            </a:extLst>
          </p:cNvPr>
          <p:cNvSpPr>
            <a:spLocks noGrp="1"/>
          </p:cNvSpPr>
          <p:nvPr>
            <p:ph type="ftr" sz="quarter" idx="11"/>
          </p:nvPr>
        </p:nvSpPr>
        <p:spPr>
          <a:xfrm>
            <a:off x="12513488" y="684000"/>
            <a:ext cx="153888" cy="3786017"/>
          </a:xfrm>
        </p:spPr>
        <p:txBody>
          <a:bodyPr/>
          <a:lstStyle>
            <a:lvl1pPr>
              <a:defRPr>
                <a:solidFill>
                  <a:srgbClr val="E6E6E6"/>
                </a:solidFill>
              </a:defRPr>
            </a:lvl1pPr>
          </a:lstStyle>
          <a:p>
            <a:r>
              <a:rPr lang="nl-NL"/>
              <a:t>Voettekst van de presentatie</a:t>
            </a:r>
          </a:p>
        </p:txBody>
      </p:sp>
      <p:sp>
        <p:nvSpPr>
          <p:cNvPr id="6" name="Tijdelijke aanduiding voor dianummer 5">
            <a:extLst>
              <a:ext uri="{FF2B5EF4-FFF2-40B4-BE49-F238E27FC236}">
                <a16:creationId xmlns:a16="http://schemas.microsoft.com/office/drawing/2014/main" id="{03AD1C2C-AB5C-4424-9980-A055EC5CDE14}"/>
              </a:ext>
            </a:extLst>
          </p:cNvPr>
          <p:cNvSpPr>
            <a:spLocks noGrp="1"/>
          </p:cNvSpPr>
          <p:nvPr>
            <p:ph type="sldNum" sz="quarter" idx="12"/>
          </p:nvPr>
        </p:nvSpPr>
        <p:spPr>
          <a:xfrm>
            <a:off x="12367279" y="6413498"/>
            <a:ext cx="450000" cy="184666"/>
          </a:xfrm>
        </p:spPr>
        <p:txBody>
          <a:bodyPr/>
          <a:lstStyle>
            <a:lvl1pPr>
              <a:defRPr>
                <a:solidFill>
                  <a:srgbClr val="E6E6E6"/>
                </a:solidFill>
              </a:defRPr>
            </a:lvl1pPr>
          </a:lstStyle>
          <a:p>
            <a:fld id="{F42B3F14-D836-496B-80A2-23BE75BD68CB}" type="slidenum">
              <a:rPr lang="nl-NL" smtClean="0"/>
              <a:pPr/>
              <a:t>‹#›</a:t>
            </a:fld>
            <a:endParaRPr lang="nl-NL"/>
          </a:p>
        </p:txBody>
      </p:sp>
      <p:sp>
        <p:nvSpPr>
          <p:cNvPr id="8" name="Vrije vorm: vorm 7">
            <a:extLst>
              <a:ext uri="{FF2B5EF4-FFF2-40B4-BE49-F238E27FC236}">
                <a16:creationId xmlns:a16="http://schemas.microsoft.com/office/drawing/2014/main" id="{FE604B20-D198-4E8C-9B1F-0066D909E5DF}"/>
              </a:ext>
            </a:extLst>
          </p:cNvPr>
          <p:cNvSpPr>
            <a:spLocks noChangeAspect="1"/>
          </p:cNvSpPr>
          <p:nvPr userDrawn="1"/>
        </p:nvSpPr>
        <p:spPr>
          <a:xfrm>
            <a:off x="0" y="447038"/>
            <a:ext cx="5497462" cy="5943600"/>
          </a:xfrm>
          <a:custGeom>
            <a:avLst/>
            <a:gdLst>
              <a:gd name="connsiteX0" fmla="*/ 2525662 w 5497462"/>
              <a:gd name="connsiteY0" fmla="*/ 0 h 5943600"/>
              <a:gd name="connsiteX1" fmla="*/ 5497462 w 5497462"/>
              <a:gd name="connsiteY1" fmla="*/ 2971800 h 5943600"/>
              <a:gd name="connsiteX2" fmla="*/ 2525662 w 5497462"/>
              <a:gd name="connsiteY2" fmla="*/ 5943600 h 5943600"/>
              <a:gd name="connsiteX3" fmla="*/ 61399 w 5497462"/>
              <a:gd name="connsiteY3" fmla="*/ 4633362 h 5943600"/>
              <a:gd name="connsiteX4" fmla="*/ 0 w 5497462"/>
              <a:gd name="connsiteY4" fmla="*/ 4532297 h 5943600"/>
              <a:gd name="connsiteX5" fmla="*/ 0 w 5497462"/>
              <a:gd name="connsiteY5" fmla="*/ 1411304 h 5943600"/>
              <a:gd name="connsiteX6" fmla="*/ 61399 w 5497462"/>
              <a:gd name="connsiteY6" fmla="*/ 1310238 h 5943600"/>
              <a:gd name="connsiteX7" fmla="*/ 2525662 w 5497462"/>
              <a:gd name="connsiteY7" fmla="*/ 0 h 5943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497462" h="5943600">
                <a:moveTo>
                  <a:pt x="2525662" y="0"/>
                </a:moveTo>
                <a:cubicBezTo>
                  <a:pt x="4166942" y="0"/>
                  <a:pt x="5497462" y="1330520"/>
                  <a:pt x="5497462" y="2971800"/>
                </a:cubicBezTo>
                <a:cubicBezTo>
                  <a:pt x="5497462" y="4613080"/>
                  <a:pt x="4166942" y="5943600"/>
                  <a:pt x="2525662" y="5943600"/>
                </a:cubicBezTo>
                <a:cubicBezTo>
                  <a:pt x="1499862" y="5943600"/>
                  <a:pt x="595453" y="5423866"/>
                  <a:pt x="61399" y="4633362"/>
                </a:cubicBezTo>
                <a:lnTo>
                  <a:pt x="0" y="4532297"/>
                </a:lnTo>
                <a:lnTo>
                  <a:pt x="0" y="1411304"/>
                </a:lnTo>
                <a:lnTo>
                  <a:pt x="61399" y="1310238"/>
                </a:lnTo>
                <a:cubicBezTo>
                  <a:pt x="595453" y="519735"/>
                  <a:pt x="1499862" y="0"/>
                  <a:pt x="2525662" y="0"/>
                </a:cubicBezTo>
                <a:close/>
              </a:path>
            </a:pathLst>
          </a:custGeom>
          <a:gradFill flip="none" rotWithShape="1">
            <a:gsLst>
              <a:gs pos="0">
                <a:schemeClr val="accent1"/>
              </a:gs>
              <a:gs pos="100000">
                <a:schemeClr val="accent1">
                  <a:alpha val="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DE"/>
          </a:p>
        </p:txBody>
      </p:sp>
    </p:spTree>
    <p:extLst>
      <p:ext uri="{BB962C8B-B14F-4D97-AF65-F5344CB8AC3E}">
        <p14:creationId xmlns:p14="http://schemas.microsoft.com/office/powerpoint/2010/main" val="4243739235"/>
      </p:ext>
    </p:extLst>
  </p:cSld>
  <p:clrMapOvr>
    <a:masterClrMapping/>
  </p:clrMapOvr>
  <p:hf hdr="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Inhoudsopgave met Partner logos">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CFEC7CA-9C23-4C8C-8E52-48827CB3D515}"/>
              </a:ext>
            </a:extLst>
          </p:cNvPr>
          <p:cNvSpPr>
            <a:spLocks noGrp="1"/>
          </p:cNvSpPr>
          <p:nvPr>
            <p:ph type="title"/>
          </p:nvPr>
        </p:nvSpPr>
        <p:spPr/>
        <p:txBody>
          <a:bodyPr/>
          <a:lstStyle/>
          <a:p>
            <a:r>
              <a:rPr lang="en-US"/>
              <a:t>Click to edit Master title style</a:t>
            </a:r>
            <a:endParaRPr lang="nl-NL"/>
          </a:p>
        </p:txBody>
      </p:sp>
      <p:sp>
        <p:nvSpPr>
          <p:cNvPr id="6" name="Tijdelijke aanduiding voor datum 5">
            <a:extLst>
              <a:ext uri="{FF2B5EF4-FFF2-40B4-BE49-F238E27FC236}">
                <a16:creationId xmlns:a16="http://schemas.microsoft.com/office/drawing/2014/main" id="{AB16DB44-A35C-4555-8271-1BC45D5EEC1D}"/>
              </a:ext>
            </a:extLst>
          </p:cNvPr>
          <p:cNvSpPr>
            <a:spLocks noGrp="1"/>
          </p:cNvSpPr>
          <p:nvPr>
            <p:ph type="dt" sz="half" idx="10"/>
          </p:nvPr>
        </p:nvSpPr>
        <p:spPr/>
        <p:txBody>
          <a:bodyPr/>
          <a:lstStyle/>
          <a:p>
            <a:r>
              <a:rPr lang="nl-NL"/>
              <a:t> 28 november 2019</a:t>
            </a:r>
            <a:endParaRPr lang="nl-NL" dirty="0"/>
          </a:p>
        </p:txBody>
      </p:sp>
      <p:sp>
        <p:nvSpPr>
          <p:cNvPr id="7" name="Tijdelijke aanduiding voor voettekst 6">
            <a:extLst>
              <a:ext uri="{FF2B5EF4-FFF2-40B4-BE49-F238E27FC236}">
                <a16:creationId xmlns:a16="http://schemas.microsoft.com/office/drawing/2014/main" id="{98298A93-251E-4C71-ACF3-6A1388860C2B}"/>
              </a:ext>
            </a:extLst>
          </p:cNvPr>
          <p:cNvSpPr>
            <a:spLocks noGrp="1"/>
          </p:cNvSpPr>
          <p:nvPr>
            <p:ph type="ftr" sz="quarter" idx="11"/>
          </p:nvPr>
        </p:nvSpPr>
        <p:spPr/>
        <p:txBody>
          <a:bodyPr/>
          <a:lstStyle/>
          <a:p>
            <a:r>
              <a:rPr lang="nl-NL"/>
              <a:t>Voettekst van de presentatie</a:t>
            </a:r>
          </a:p>
        </p:txBody>
      </p:sp>
      <p:sp>
        <p:nvSpPr>
          <p:cNvPr id="8" name="Tijdelijke aanduiding voor dianummer 7">
            <a:extLst>
              <a:ext uri="{FF2B5EF4-FFF2-40B4-BE49-F238E27FC236}">
                <a16:creationId xmlns:a16="http://schemas.microsoft.com/office/drawing/2014/main" id="{E74A889B-77F6-4552-B217-7A2CA16B24EA}"/>
              </a:ext>
            </a:extLst>
          </p:cNvPr>
          <p:cNvSpPr>
            <a:spLocks noGrp="1"/>
          </p:cNvSpPr>
          <p:nvPr>
            <p:ph type="sldNum" sz="quarter" idx="12"/>
          </p:nvPr>
        </p:nvSpPr>
        <p:spPr/>
        <p:txBody>
          <a:bodyPr/>
          <a:lstStyle/>
          <a:p>
            <a:fld id="{F42B3F14-D836-496B-80A2-23BE75BD68CB}" type="slidenum">
              <a:rPr lang="nl-NL" smtClean="0"/>
              <a:pPr/>
              <a:t>‹#›</a:t>
            </a:fld>
            <a:endParaRPr lang="nl-NL" dirty="0"/>
          </a:p>
        </p:txBody>
      </p:sp>
      <p:sp>
        <p:nvSpPr>
          <p:cNvPr id="4" name="Tijdelijke aanduiding voor tekst 3">
            <a:extLst>
              <a:ext uri="{FF2B5EF4-FFF2-40B4-BE49-F238E27FC236}">
                <a16:creationId xmlns:a16="http://schemas.microsoft.com/office/drawing/2014/main" id="{D9EBD329-956B-407B-9AD6-0D41AC6CBEE0}"/>
              </a:ext>
            </a:extLst>
          </p:cNvPr>
          <p:cNvSpPr>
            <a:spLocks noGrp="1"/>
          </p:cNvSpPr>
          <p:nvPr>
            <p:ph type="body" sz="quarter" idx="13"/>
          </p:nvPr>
        </p:nvSpPr>
        <p:spPr>
          <a:xfrm>
            <a:off x="755651" y="1762124"/>
            <a:ext cx="10517112" cy="43227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9" name="Tijdelijke aanduiding voor afbeelding 13">
            <a:extLst>
              <a:ext uri="{FF2B5EF4-FFF2-40B4-BE49-F238E27FC236}">
                <a16:creationId xmlns:a16="http://schemas.microsoft.com/office/drawing/2014/main" id="{29C6F091-D152-418D-B9F8-A87580FF6279}"/>
              </a:ext>
            </a:extLst>
          </p:cNvPr>
          <p:cNvSpPr>
            <a:spLocks noGrp="1"/>
          </p:cNvSpPr>
          <p:nvPr>
            <p:ph type="pic" sz="quarter" idx="14"/>
          </p:nvPr>
        </p:nvSpPr>
        <p:spPr>
          <a:xfrm>
            <a:off x="2033588" y="6275959"/>
            <a:ext cx="1188000" cy="378000"/>
          </a:xfrm>
          <a:noFill/>
        </p:spPr>
        <p:txBody>
          <a:bodyPr tIns="0">
            <a:normAutofit/>
          </a:bodyPr>
          <a:lstStyle>
            <a:lvl1pPr marL="0" indent="0" algn="ctr">
              <a:buNone/>
              <a:defRPr sz="700"/>
            </a:lvl1pPr>
          </a:lstStyle>
          <a:p>
            <a:r>
              <a:rPr lang="en-US"/>
              <a:t>Click icon to add picture</a:t>
            </a:r>
            <a:endParaRPr lang="nl-NL" dirty="0"/>
          </a:p>
        </p:txBody>
      </p:sp>
      <p:sp>
        <p:nvSpPr>
          <p:cNvPr id="11" name="Tijdelijke aanduiding voor afbeelding 13">
            <a:extLst>
              <a:ext uri="{FF2B5EF4-FFF2-40B4-BE49-F238E27FC236}">
                <a16:creationId xmlns:a16="http://schemas.microsoft.com/office/drawing/2014/main" id="{60BE643B-1ED0-4C44-A1BD-69154E578836}"/>
              </a:ext>
            </a:extLst>
          </p:cNvPr>
          <p:cNvSpPr>
            <a:spLocks noGrp="1"/>
          </p:cNvSpPr>
          <p:nvPr>
            <p:ph type="pic" sz="quarter" idx="15"/>
          </p:nvPr>
        </p:nvSpPr>
        <p:spPr>
          <a:xfrm>
            <a:off x="3373876" y="6275959"/>
            <a:ext cx="1188000" cy="378000"/>
          </a:xfrm>
          <a:noFill/>
        </p:spPr>
        <p:txBody>
          <a:bodyPr tIns="0">
            <a:normAutofit/>
          </a:bodyPr>
          <a:lstStyle>
            <a:lvl1pPr marL="0" indent="0" algn="ctr">
              <a:buNone/>
              <a:defRPr sz="700"/>
            </a:lvl1pPr>
          </a:lstStyle>
          <a:p>
            <a:r>
              <a:rPr lang="en-US"/>
              <a:t>Click icon to add picture</a:t>
            </a:r>
            <a:endParaRPr lang="nl-NL" dirty="0"/>
          </a:p>
        </p:txBody>
      </p:sp>
      <p:sp>
        <p:nvSpPr>
          <p:cNvPr id="12" name="Tijdelijke aanduiding voor afbeelding 13">
            <a:extLst>
              <a:ext uri="{FF2B5EF4-FFF2-40B4-BE49-F238E27FC236}">
                <a16:creationId xmlns:a16="http://schemas.microsoft.com/office/drawing/2014/main" id="{A065EEC8-0E39-4605-AE1D-D95CBC904824}"/>
              </a:ext>
            </a:extLst>
          </p:cNvPr>
          <p:cNvSpPr>
            <a:spLocks noGrp="1"/>
          </p:cNvSpPr>
          <p:nvPr>
            <p:ph type="pic" sz="quarter" idx="16"/>
          </p:nvPr>
        </p:nvSpPr>
        <p:spPr>
          <a:xfrm>
            <a:off x="4714164" y="6275959"/>
            <a:ext cx="1188000" cy="378000"/>
          </a:xfrm>
          <a:noFill/>
        </p:spPr>
        <p:txBody>
          <a:bodyPr tIns="0">
            <a:normAutofit/>
          </a:bodyPr>
          <a:lstStyle>
            <a:lvl1pPr marL="0" indent="0" algn="ctr">
              <a:buNone/>
              <a:defRPr sz="700"/>
            </a:lvl1pPr>
          </a:lstStyle>
          <a:p>
            <a:r>
              <a:rPr lang="en-US"/>
              <a:t>Click icon to add picture</a:t>
            </a:r>
            <a:endParaRPr lang="nl-NL" dirty="0"/>
          </a:p>
        </p:txBody>
      </p:sp>
      <p:sp>
        <p:nvSpPr>
          <p:cNvPr id="13" name="Tijdelijke aanduiding voor afbeelding 13">
            <a:extLst>
              <a:ext uri="{FF2B5EF4-FFF2-40B4-BE49-F238E27FC236}">
                <a16:creationId xmlns:a16="http://schemas.microsoft.com/office/drawing/2014/main" id="{48162130-D103-42A6-B07E-E8EF0590181C}"/>
              </a:ext>
            </a:extLst>
          </p:cNvPr>
          <p:cNvSpPr>
            <a:spLocks noGrp="1"/>
          </p:cNvSpPr>
          <p:nvPr>
            <p:ph type="pic" sz="quarter" idx="17"/>
          </p:nvPr>
        </p:nvSpPr>
        <p:spPr>
          <a:xfrm>
            <a:off x="6054452" y="6275959"/>
            <a:ext cx="1188000" cy="378000"/>
          </a:xfrm>
          <a:noFill/>
        </p:spPr>
        <p:txBody>
          <a:bodyPr tIns="0">
            <a:normAutofit/>
          </a:bodyPr>
          <a:lstStyle>
            <a:lvl1pPr marL="0" indent="0" algn="ctr">
              <a:buNone/>
              <a:defRPr sz="700"/>
            </a:lvl1pPr>
          </a:lstStyle>
          <a:p>
            <a:r>
              <a:rPr lang="en-US"/>
              <a:t>Click icon to add picture</a:t>
            </a:r>
            <a:endParaRPr lang="nl-NL" dirty="0"/>
          </a:p>
        </p:txBody>
      </p:sp>
      <p:sp>
        <p:nvSpPr>
          <p:cNvPr id="14" name="Tijdelijke aanduiding voor afbeelding 13">
            <a:extLst>
              <a:ext uri="{FF2B5EF4-FFF2-40B4-BE49-F238E27FC236}">
                <a16:creationId xmlns:a16="http://schemas.microsoft.com/office/drawing/2014/main" id="{7250C887-952A-4DC1-8215-8DFA36C6EDDE}"/>
              </a:ext>
            </a:extLst>
          </p:cNvPr>
          <p:cNvSpPr>
            <a:spLocks noGrp="1"/>
          </p:cNvSpPr>
          <p:nvPr>
            <p:ph type="pic" sz="quarter" idx="18"/>
          </p:nvPr>
        </p:nvSpPr>
        <p:spPr>
          <a:xfrm>
            <a:off x="7394740" y="6275959"/>
            <a:ext cx="1188000" cy="378000"/>
          </a:xfrm>
          <a:noFill/>
        </p:spPr>
        <p:txBody>
          <a:bodyPr tIns="0">
            <a:normAutofit/>
          </a:bodyPr>
          <a:lstStyle>
            <a:lvl1pPr marL="0" indent="0" algn="ctr">
              <a:buNone/>
              <a:defRPr sz="700"/>
            </a:lvl1pPr>
          </a:lstStyle>
          <a:p>
            <a:r>
              <a:rPr lang="en-US"/>
              <a:t>Click icon to add picture</a:t>
            </a:r>
            <a:endParaRPr lang="nl-NL" dirty="0"/>
          </a:p>
        </p:txBody>
      </p:sp>
      <p:sp>
        <p:nvSpPr>
          <p:cNvPr id="15" name="Tijdelijke aanduiding voor afbeelding 13">
            <a:extLst>
              <a:ext uri="{FF2B5EF4-FFF2-40B4-BE49-F238E27FC236}">
                <a16:creationId xmlns:a16="http://schemas.microsoft.com/office/drawing/2014/main" id="{B0075813-47FE-4243-A0DB-86635BED6238}"/>
              </a:ext>
            </a:extLst>
          </p:cNvPr>
          <p:cNvSpPr>
            <a:spLocks noGrp="1"/>
          </p:cNvSpPr>
          <p:nvPr>
            <p:ph type="pic" sz="quarter" idx="19"/>
          </p:nvPr>
        </p:nvSpPr>
        <p:spPr>
          <a:xfrm>
            <a:off x="8735028" y="6275959"/>
            <a:ext cx="1188000" cy="378000"/>
          </a:xfrm>
          <a:noFill/>
        </p:spPr>
        <p:txBody>
          <a:bodyPr tIns="0">
            <a:normAutofit/>
          </a:bodyPr>
          <a:lstStyle>
            <a:lvl1pPr marL="0" indent="0" algn="ctr">
              <a:buNone/>
              <a:defRPr sz="700"/>
            </a:lvl1pPr>
          </a:lstStyle>
          <a:p>
            <a:r>
              <a:rPr lang="en-US"/>
              <a:t>Click icon to add picture</a:t>
            </a:r>
            <a:endParaRPr lang="nl-NL" dirty="0"/>
          </a:p>
        </p:txBody>
      </p:sp>
      <p:sp>
        <p:nvSpPr>
          <p:cNvPr id="16" name="Tijdelijke aanduiding voor afbeelding 13">
            <a:extLst>
              <a:ext uri="{FF2B5EF4-FFF2-40B4-BE49-F238E27FC236}">
                <a16:creationId xmlns:a16="http://schemas.microsoft.com/office/drawing/2014/main" id="{B8D44326-7D12-4338-99E1-2E879D21A25B}"/>
              </a:ext>
            </a:extLst>
          </p:cNvPr>
          <p:cNvSpPr>
            <a:spLocks noGrp="1"/>
          </p:cNvSpPr>
          <p:nvPr>
            <p:ph type="pic" sz="quarter" idx="20"/>
          </p:nvPr>
        </p:nvSpPr>
        <p:spPr>
          <a:xfrm>
            <a:off x="10075317" y="6275959"/>
            <a:ext cx="1188000" cy="378000"/>
          </a:xfrm>
          <a:noFill/>
        </p:spPr>
        <p:txBody>
          <a:bodyPr tIns="0">
            <a:normAutofit/>
          </a:bodyPr>
          <a:lstStyle>
            <a:lvl1pPr marL="0" indent="0" algn="ctr">
              <a:buNone/>
              <a:defRPr sz="700"/>
            </a:lvl1pPr>
          </a:lstStyle>
          <a:p>
            <a:r>
              <a:rPr lang="en-US"/>
              <a:t>Click icon to add picture</a:t>
            </a:r>
            <a:endParaRPr lang="nl-NL" dirty="0"/>
          </a:p>
        </p:txBody>
      </p:sp>
    </p:spTree>
    <p:extLst>
      <p:ext uri="{BB962C8B-B14F-4D97-AF65-F5344CB8AC3E}">
        <p14:creationId xmlns:p14="http://schemas.microsoft.com/office/powerpoint/2010/main" val="13648288"/>
      </p:ext>
    </p:extLst>
  </p:cSld>
  <p:clrMapOvr>
    <a:masterClrMapping/>
  </p:clrMapOvr>
  <p:hf hdr="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el en 2 objecten">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5CBD4A7-30E2-4E78-B4FA-A8B2C41A61C5}"/>
              </a:ext>
            </a:extLst>
          </p:cNvPr>
          <p:cNvSpPr>
            <a:spLocks noGrp="1"/>
          </p:cNvSpPr>
          <p:nvPr>
            <p:ph type="title"/>
          </p:nvPr>
        </p:nvSpPr>
        <p:spPr/>
        <p:txBody>
          <a:bodyPr/>
          <a:lstStyle/>
          <a:p>
            <a:r>
              <a:rPr lang="en-US"/>
              <a:t>Click to edit Master title style</a:t>
            </a:r>
            <a:endParaRPr lang="nl-NL" dirty="0"/>
          </a:p>
        </p:txBody>
      </p:sp>
      <p:sp>
        <p:nvSpPr>
          <p:cNvPr id="3" name="Tijdelijke aanduiding voor datum 2">
            <a:extLst>
              <a:ext uri="{FF2B5EF4-FFF2-40B4-BE49-F238E27FC236}">
                <a16:creationId xmlns:a16="http://schemas.microsoft.com/office/drawing/2014/main" id="{589361EE-4435-4145-8E9D-4F0A53E9E50A}"/>
              </a:ext>
            </a:extLst>
          </p:cNvPr>
          <p:cNvSpPr>
            <a:spLocks noGrp="1"/>
          </p:cNvSpPr>
          <p:nvPr>
            <p:ph type="dt" sz="half" idx="10"/>
          </p:nvPr>
        </p:nvSpPr>
        <p:spPr/>
        <p:txBody>
          <a:bodyPr/>
          <a:lstStyle/>
          <a:p>
            <a:r>
              <a:rPr lang="nl-NL"/>
              <a:t> 28 november 2019</a:t>
            </a:r>
            <a:endParaRPr lang="nl-NL" dirty="0"/>
          </a:p>
        </p:txBody>
      </p:sp>
      <p:sp>
        <p:nvSpPr>
          <p:cNvPr id="4" name="Tijdelijke aanduiding voor voettekst 3">
            <a:extLst>
              <a:ext uri="{FF2B5EF4-FFF2-40B4-BE49-F238E27FC236}">
                <a16:creationId xmlns:a16="http://schemas.microsoft.com/office/drawing/2014/main" id="{86DFBB55-F053-4FC0-8FD6-FD27BC57E2BE}"/>
              </a:ext>
            </a:extLst>
          </p:cNvPr>
          <p:cNvSpPr>
            <a:spLocks noGrp="1"/>
          </p:cNvSpPr>
          <p:nvPr>
            <p:ph type="ftr" sz="quarter" idx="11"/>
          </p:nvPr>
        </p:nvSpPr>
        <p:spPr/>
        <p:txBody>
          <a:bodyPr/>
          <a:lstStyle/>
          <a:p>
            <a:r>
              <a:rPr lang="nl-NL"/>
              <a:t>Voettekst van de presentatie</a:t>
            </a:r>
            <a:endParaRPr lang="nl-NL" dirty="0"/>
          </a:p>
        </p:txBody>
      </p:sp>
      <p:sp>
        <p:nvSpPr>
          <p:cNvPr id="5" name="Tijdelijke aanduiding voor dianummer 4">
            <a:extLst>
              <a:ext uri="{FF2B5EF4-FFF2-40B4-BE49-F238E27FC236}">
                <a16:creationId xmlns:a16="http://schemas.microsoft.com/office/drawing/2014/main" id="{8220EB44-40D1-4CAF-8FFD-29202A0A5BF0}"/>
              </a:ext>
            </a:extLst>
          </p:cNvPr>
          <p:cNvSpPr>
            <a:spLocks noGrp="1"/>
          </p:cNvSpPr>
          <p:nvPr>
            <p:ph type="sldNum" sz="quarter" idx="12"/>
          </p:nvPr>
        </p:nvSpPr>
        <p:spPr/>
        <p:txBody>
          <a:bodyPr/>
          <a:lstStyle/>
          <a:p>
            <a:fld id="{F42B3F14-D836-496B-80A2-23BE75BD68CB}" type="slidenum">
              <a:rPr lang="nl-NL" smtClean="0"/>
              <a:pPr/>
              <a:t>‹#›</a:t>
            </a:fld>
            <a:endParaRPr lang="nl-NL" dirty="0"/>
          </a:p>
        </p:txBody>
      </p:sp>
      <p:sp>
        <p:nvSpPr>
          <p:cNvPr id="7" name="Tijdelijke aanduiding voor inhoud 6">
            <a:extLst>
              <a:ext uri="{FF2B5EF4-FFF2-40B4-BE49-F238E27FC236}">
                <a16:creationId xmlns:a16="http://schemas.microsoft.com/office/drawing/2014/main" id="{564A6160-4B2C-4199-AB7C-023FEDE1955A}"/>
              </a:ext>
            </a:extLst>
          </p:cNvPr>
          <p:cNvSpPr>
            <a:spLocks noGrp="1"/>
          </p:cNvSpPr>
          <p:nvPr>
            <p:ph sz="quarter" idx="13"/>
          </p:nvPr>
        </p:nvSpPr>
        <p:spPr>
          <a:xfrm>
            <a:off x="755650" y="1768763"/>
            <a:ext cx="5076175" cy="431812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8" name="Tijdelijke aanduiding voor inhoud 6">
            <a:extLst>
              <a:ext uri="{FF2B5EF4-FFF2-40B4-BE49-F238E27FC236}">
                <a16:creationId xmlns:a16="http://schemas.microsoft.com/office/drawing/2014/main" id="{A7315F35-EA75-4506-B955-CB617ACBDB42}"/>
              </a:ext>
            </a:extLst>
          </p:cNvPr>
          <p:cNvSpPr>
            <a:spLocks noGrp="1"/>
          </p:cNvSpPr>
          <p:nvPr>
            <p:ph sz="quarter" idx="14"/>
          </p:nvPr>
        </p:nvSpPr>
        <p:spPr>
          <a:xfrm>
            <a:off x="6191825" y="1770636"/>
            <a:ext cx="5076175" cy="431812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Tree>
    <p:extLst>
      <p:ext uri="{BB962C8B-B14F-4D97-AF65-F5344CB8AC3E}">
        <p14:creationId xmlns:p14="http://schemas.microsoft.com/office/powerpoint/2010/main" val="3343594062"/>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Vergelijking met titels">
    <p:spTree>
      <p:nvGrpSpPr>
        <p:cNvPr id="1" name=""/>
        <p:cNvGrpSpPr/>
        <p:nvPr/>
      </p:nvGrpSpPr>
      <p:grpSpPr>
        <a:xfrm>
          <a:off x="0" y="0"/>
          <a:ext cx="0" cy="0"/>
          <a:chOff x="0" y="0"/>
          <a:chExt cx="0" cy="0"/>
        </a:xfrm>
      </p:grpSpPr>
      <p:sp>
        <p:nvSpPr>
          <p:cNvPr id="3" name="Tijdelijke aanduiding voor tekst 2">
            <a:extLst>
              <a:ext uri="{FF2B5EF4-FFF2-40B4-BE49-F238E27FC236}">
                <a16:creationId xmlns:a16="http://schemas.microsoft.com/office/drawing/2014/main" id="{3B360240-711C-40DC-B819-28D5F76EA295}"/>
              </a:ext>
            </a:extLst>
          </p:cNvPr>
          <p:cNvSpPr>
            <a:spLocks noGrp="1"/>
          </p:cNvSpPr>
          <p:nvPr>
            <p:ph type="body" idx="1"/>
          </p:nvPr>
        </p:nvSpPr>
        <p:spPr>
          <a:xfrm>
            <a:off x="755650" y="1762125"/>
            <a:ext cx="5065347" cy="7429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Tijdelijke aanduiding voor inhoud 3">
            <a:extLst>
              <a:ext uri="{FF2B5EF4-FFF2-40B4-BE49-F238E27FC236}">
                <a16:creationId xmlns:a16="http://schemas.microsoft.com/office/drawing/2014/main" id="{D485B8C4-FFE1-4941-89E1-E5B658D71914}"/>
              </a:ext>
            </a:extLst>
          </p:cNvPr>
          <p:cNvSpPr>
            <a:spLocks noGrp="1"/>
          </p:cNvSpPr>
          <p:nvPr>
            <p:ph sz="half" idx="2"/>
          </p:nvPr>
        </p:nvSpPr>
        <p:spPr>
          <a:xfrm>
            <a:off x="755650" y="2556001"/>
            <a:ext cx="5065347" cy="35288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5" name="Tijdelijke aanduiding voor tekst 4">
            <a:extLst>
              <a:ext uri="{FF2B5EF4-FFF2-40B4-BE49-F238E27FC236}">
                <a16:creationId xmlns:a16="http://schemas.microsoft.com/office/drawing/2014/main" id="{ED244503-4D19-475F-8DE3-680EA8CDCCA2}"/>
              </a:ext>
            </a:extLst>
          </p:cNvPr>
          <p:cNvSpPr>
            <a:spLocks noGrp="1"/>
          </p:cNvSpPr>
          <p:nvPr>
            <p:ph type="body" sz="quarter" idx="3"/>
          </p:nvPr>
        </p:nvSpPr>
        <p:spPr>
          <a:xfrm>
            <a:off x="6180997" y="1762125"/>
            <a:ext cx="5087002" cy="7429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Tijdelijke aanduiding voor inhoud 5">
            <a:extLst>
              <a:ext uri="{FF2B5EF4-FFF2-40B4-BE49-F238E27FC236}">
                <a16:creationId xmlns:a16="http://schemas.microsoft.com/office/drawing/2014/main" id="{FD37810D-DEFA-432E-B30A-7F13B7EF0FD7}"/>
              </a:ext>
            </a:extLst>
          </p:cNvPr>
          <p:cNvSpPr>
            <a:spLocks noGrp="1"/>
          </p:cNvSpPr>
          <p:nvPr>
            <p:ph sz="quarter" idx="4"/>
          </p:nvPr>
        </p:nvSpPr>
        <p:spPr>
          <a:xfrm>
            <a:off x="6180997" y="2556001"/>
            <a:ext cx="5087002" cy="35288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7" name="Tijdelijke aanduiding voor datum 6">
            <a:extLst>
              <a:ext uri="{FF2B5EF4-FFF2-40B4-BE49-F238E27FC236}">
                <a16:creationId xmlns:a16="http://schemas.microsoft.com/office/drawing/2014/main" id="{5D5B83A0-F52F-4A50-A779-6FBDEC06BD11}"/>
              </a:ext>
            </a:extLst>
          </p:cNvPr>
          <p:cNvSpPr>
            <a:spLocks noGrp="1"/>
          </p:cNvSpPr>
          <p:nvPr>
            <p:ph type="dt" sz="half" idx="10"/>
          </p:nvPr>
        </p:nvSpPr>
        <p:spPr/>
        <p:txBody>
          <a:bodyPr/>
          <a:lstStyle/>
          <a:p>
            <a:r>
              <a:rPr lang="nl-NL"/>
              <a:t> 28 november 2019</a:t>
            </a:r>
          </a:p>
        </p:txBody>
      </p:sp>
      <p:sp>
        <p:nvSpPr>
          <p:cNvPr id="8" name="Tijdelijke aanduiding voor voettekst 7">
            <a:extLst>
              <a:ext uri="{FF2B5EF4-FFF2-40B4-BE49-F238E27FC236}">
                <a16:creationId xmlns:a16="http://schemas.microsoft.com/office/drawing/2014/main" id="{90DF3265-27D0-49AD-8963-A3EC3CB220AA}"/>
              </a:ext>
            </a:extLst>
          </p:cNvPr>
          <p:cNvSpPr>
            <a:spLocks noGrp="1"/>
          </p:cNvSpPr>
          <p:nvPr>
            <p:ph type="ftr" sz="quarter" idx="11"/>
          </p:nvPr>
        </p:nvSpPr>
        <p:spPr/>
        <p:txBody>
          <a:bodyPr/>
          <a:lstStyle/>
          <a:p>
            <a:r>
              <a:rPr lang="nl-NL"/>
              <a:t>Voettekst van de presentatie</a:t>
            </a:r>
          </a:p>
        </p:txBody>
      </p:sp>
      <p:sp>
        <p:nvSpPr>
          <p:cNvPr id="9" name="Tijdelijke aanduiding voor dianummer 8">
            <a:extLst>
              <a:ext uri="{FF2B5EF4-FFF2-40B4-BE49-F238E27FC236}">
                <a16:creationId xmlns:a16="http://schemas.microsoft.com/office/drawing/2014/main" id="{632C89B3-2645-49EA-AE6E-C0189B3AC057}"/>
              </a:ext>
            </a:extLst>
          </p:cNvPr>
          <p:cNvSpPr>
            <a:spLocks noGrp="1"/>
          </p:cNvSpPr>
          <p:nvPr>
            <p:ph type="sldNum" sz="quarter" idx="12"/>
          </p:nvPr>
        </p:nvSpPr>
        <p:spPr/>
        <p:txBody>
          <a:bodyPr/>
          <a:lstStyle/>
          <a:p>
            <a:fld id="{F42B3F14-D836-496B-80A2-23BE75BD68CB}" type="slidenum">
              <a:rPr lang="nl-NL" smtClean="0"/>
              <a:t>‹#›</a:t>
            </a:fld>
            <a:endParaRPr lang="nl-NL"/>
          </a:p>
        </p:txBody>
      </p:sp>
      <p:sp>
        <p:nvSpPr>
          <p:cNvPr id="10" name="Titel 9">
            <a:extLst>
              <a:ext uri="{FF2B5EF4-FFF2-40B4-BE49-F238E27FC236}">
                <a16:creationId xmlns:a16="http://schemas.microsoft.com/office/drawing/2014/main" id="{9CFFACB9-41BE-4C1C-8FD9-C0590014C7FA}"/>
              </a:ext>
            </a:extLst>
          </p:cNvPr>
          <p:cNvSpPr>
            <a:spLocks noGrp="1"/>
          </p:cNvSpPr>
          <p:nvPr>
            <p:ph type="title"/>
          </p:nvPr>
        </p:nvSpPr>
        <p:spPr/>
        <p:txBody>
          <a:bodyPr/>
          <a:lstStyle/>
          <a:p>
            <a:r>
              <a:rPr lang="en-US"/>
              <a:t>Click to edit Master title style</a:t>
            </a:r>
            <a:endParaRPr lang="nl-NL"/>
          </a:p>
        </p:txBody>
      </p:sp>
    </p:spTree>
    <p:extLst>
      <p:ext uri="{BB962C8B-B14F-4D97-AF65-F5344CB8AC3E}">
        <p14:creationId xmlns:p14="http://schemas.microsoft.com/office/powerpoint/2010/main" val="2744744460"/>
      </p:ext>
    </p:extLst>
  </p:cSld>
  <p:clrMapOvr>
    <a:masterClrMapping/>
  </p:clrMapOvr>
  <p:hf hdr="0"/>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Alleen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B177C9B-D616-43D5-9E9C-399615DA1CC5}"/>
              </a:ext>
            </a:extLst>
          </p:cNvPr>
          <p:cNvSpPr>
            <a:spLocks noGrp="1"/>
          </p:cNvSpPr>
          <p:nvPr>
            <p:ph type="title"/>
          </p:nvPr>
        </p:nvSpPr>
        <p:spPr/>
        <p:txBody>
          <a:bodyPr/>
          <a:lstStyle/>
          <a:p>
            <a:r>
              <a:rPr lang="en-US"/>
              <a:t>Click to edit Master title style</a:t>
            </a:r>
            <a:endParaRPr lang="nl-NL"/>
          </a:p>
        </p:txBody>
      </p:sp>
      <p:sp>
        <p:nvSpPr>
          <p:cNvPr id="3" name="Tijdelijke aanduiding voor datum 2">
            <a:extLst>
              <a:ext uri="{FF2B5EF4-FFF2-40B4-BE49-F238E27FC236}">
                <a16:creationId xmlns:a16="http://schemas.microsoft.com/office/drawing/2014/main" id="{497891F0-8DCB-4D52-8695-2AD665086EDE}"/>
              </a:ext>
            </a:extLst>
          </p:cNvPr>
          <p:cNvSpPr>
            <a:spLocks noGrp="1"/>
          </p:cNvSpPr>
          <p:nvPr>
            <p:ph type="dt" sz="half" idx="10"/>
          </p:nvPr>
        </p:nvSpPr>
        <p:spPr/>
        <p:txBody>
          <a:bodyPr/>
          <a:lstStyle/>
          <a:p>
            <a:r>
              <a:rPr lang="nl-NL"/>
              <a:t> 28 november 2019</a:t>
            </a:r>
          </a:p>
        </p:txBody>
      </p:sp>
      <p:sp>
        <p:nvSpPr>
          <p:cNvPr id="4" name="Tijdelijke aanduiding voor voettekst 3">
            <a:extLst>
              <a:ext uri="{FF2B5EF4-FFF2-40B4-BE49-F238E27FC236}">
                <a16:creationId xmlns:a16="http://schemas.microsoft.com/office/drawing/2014/main" id="{5B044C9F-B1E5-43F8-ABA5-F8A0AF3BD1C7}"/>
              </a:ext>
            </a:extLst>
          </p:cNvPr>
          <p:cNvSpPr>
            <a:spLocks noGrp="1"/>
          </p:cNvSpPr>
          <p:nvPr>
            <p:ph type="ftr" sz="quarter" idx="11"/>
          </p:nvPr>
        </p:nvSpPr>
        <p:spPr/>
        <p:txBody>
          <a:bodyPr/>
          <a:lstStyle/>
          <a:p>
            <a:r>
              <a:rPr lang="nl-NL"/>
              <a:t>Voettekst van de presentatie</a:t>
            </a:r>
          </a:p>
        </p:txBody>
      </p:sp>
      <p:sp>
        <p:nvSpPr>
          <p:cNvPr id="5" name="Tijdelijke aanduiding voor dianummer 4">
            <a:extLst>
              <a:ext uri="{FF2B5EF4-FFF2-40B4-BE49-F238E27FC236}">
                <a16:creationId xmlns:a16="http://schemas.microsoft.com/office/drawing/2014/main" id="{E14021C5-B1DD-464A-832F-A03BCAB5B586}"/>
              </a:ext>
            </a:extLst>
          </p:cNvPr>
          <p:cNvSpPr>
            <a:spLocks noGrp="1"/>
          </p:cNvSpPr>
          <p:nvPr>
            <p:ph type="sldNum" sz="quarter" idx="12"/>
          </p:nvPr>
        </p:nvSpPr>
        <p:spPr/>
        <p:txBody>
          <a:bodyPr/>
          <a:lstStyle/>
          <a:p>
            <a:fld id="{F42B3F14-D836-496B-80A2-23BE75BD68CB}" type="slidenum">
              <a:rPr lang="nl-NL" smtClean="0"/>
              <a:t>‹#›</a:t>
            </a:fld>
            <a:endParaRPr lang="nl-NL"/>
          </a:p>
        </p:txBody>
      </p:sp>
    </p:spTree>
    <p:extLst>
      <p:ext uri="{BB962C8B-B14F-4D97-AF65-F5344CB8AC3E}">
        <p14:creationId xmlns:p14="http://schemas.microsoft.com/office/powerpoint/2010/main" val="2049620551"/>
      </p:ext>
    </p:extLst>
  </p:cSld>
  <p:clrMapOvr>
    <a:masterClrMapping/>
  </p:clrMapOvr>
  <p:hf hdr="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kst en afbeeld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p:txBody>
          <a:bodyPr/>
          <a:lstStyle/>
          <a:p>
            <a:r>
              <a:rPr lang="en-US"/>
              <a:t>Click to edit Master title style</a:t>
            </a:r>
            <a:endParaRPr lang="nl-NL"/>
          </a:p>
        </p:txBody>
      </p:sp>
      <p:sp>
        <p:nvSpPr>
          <p:cNvPr id="4" name="Tijdelijke aanduiding voor datum 3">
            <a:extLst>
              <a:ext uri="{FF2B5EF4-FFF2-40B4-BE49-F238E27FC236}">
                <a16:creationId xmlns:a16="http://schemas.microsoft.com/office/drawing/2014/main" id="{64E27E2C-1D1C-4583-BE92-667A3F59195E}"/>
              </a:ext>
            </a:extLst>
          </p:cNvPr>
          <p:cNvSpPr>
            <a:spLocks noGrp="1"/>
          </p:cNvSpPr>
          <p:nvPr>
            <p:ph type="dt" sz="half" idx="10"/>
          </p:nvPr>
        </p:nvSpPr>
        <p:spPr/>
        <p:txBody>
          <a:bodyPr/>
          <a:lstStyle/>
          <a:p>
            <a:r>
              <a:rPr lang="nl-NL"/>
              <a:t> 28 november 2019</a:t>
            </a:r>
          </a:p>
        </p:txBody>
      </p:sp>
      <p:sp>
        <p:nvSpPr>
          <p:cNvPr id="5" name="Tijdelijke aanduiding voor voettekst 4">
            <a:extLst>
              <a:ext uri="{FF2B5EF4-FFF2-40B4-BE49-F238E27FC236}">
                <a16:creationId xmlns:a16="http://schemas.microsoft.com/office/drawing/2014/main" id="{C5975139-6F7D-413F-A27C-C9F0FF41A9D0}"/>
              </a:ext>
            </a:extLst>
          </p:cNvPr>
          <p:cNvSpPr>
            <a:spLocks noGrp="1"/>
          </p:cNvSpPr>
          <p:nvPr>
            <p:ph type="ftr" sz="quarter" idx="11"/>
          </p:nvPr>
        </p:nvSpPr>
        <p:spPr/>
        <p:txBody>
          <a:bodyPr/>
          <a:lstStyle/>
          <a:p>
            <a:r>
              <a:rPr lang="nl-NL"/>
              <a:t>Voettekst van de presentatie</a:t>
            </a:r>
          </a:p>
        </p:txBody>
      </p:sp>
      <p:sp>
        <p:nvSpPr>
          <p:cNvPr id="6" name="Tijdelijke aanduiding voor dianummer 5">
            <a:extLst>
              <a:ext uri="{FF2B5EF4-FFF2-40B4-BE49-F238E27FC236}">
                <a16:creationId xmlns:a16="http://schemas.microsoft.com/office/drawing/2014/main" id="{0544E85F-82EE-4EE8-932D-1F60D0238F40}"/>
              </a:ext>
            </a:extLst>
          </p:cNvPr>
          <p:cNvSpPr>
            <a:spLocks noGrp="1"/>
          </p:cNvSpPr>
          <p:nvPr>
            <p:ph type="sldNum" sz="quarter" idx="12"/>
          </p:nvPr>
        </p:nvSpPr>
        <p:spPr/>
        <p:txBody>
          <a:bodyPr/>
          <a:lstStyle/>
          <a:p>
            <a:fld id="{F42B3F14-D836-496B-80A2-23BE75BD68CB}" type="slidenum">
              <a:rPr lang="nl-NL" smtClean="0"/>
              <a:t>‹#›</a:t>
            </a:fld>
            <a:endParaRPr lang="nl-NL"/>
          </a:p>
        </p:txBody>
      </p:sp>
      <p:sp>
        <p:nvSpPr>
          <p:cNvPr id="10" name="Tijdelijke aanduiding voor tekst 9">
            <a:extLst>
              <a:ext uri="{FF2B5EF4-FFF2-40B4-BE49-F238E27FC236}">
                <a16:creationId xmlns:a16="http://schemas.microsoft.com/office/drawing/2014/main" id="{A10D89D2-D66D-4843-A930-57BB92331B10}"/>
              </a:ext>
            </a:extLst>
          </p:cNvPr>
          <p:cNvSpPr>
            <a:spLocks noGrp="1"/>
          </p:cNvSpPr>
          <p:nvPr>
            <p:ph type="body" sz="quarter" idx="13"/>
          </p:nvPr>
        </p:nvSpPr>
        <p:spPr>
          <a:xfrm>
            <a:off x="755650" y="1762125"/>
            <a:ext cx="5076175" cy="43227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11" name="Tijdelijke aanduiding voor afbeelding 65">
            <a:extLst>
              <a:ext uri="{FF2B5EF4-FFF2-40B4-BE49-F238E27FC236}">
                <a16:creationId xmlns:a16="http://schemas.microsoft.com/office/drawing/2014/main" id="{5DC787A1-4890-4BF0-AA41-7E5B60076E02}"/>
              </a:ext>
            </a:extLst>
          </p:cNvPr>
          <p:cNvSpPr>
            <a:spLocks noGrp="1"/>
          </p:cNvSpPr>
          <p:nvPr>
            <p:ph type="pic" sz="quarter" idx="19" hasCustomPrompt="1"/>
          </p:nvPr>
        </p:nvSpPr>
        <p:spPr>
          <a:xfrm>
            <a:off x="6191825" y="1762125"/>
            <a:ext cx="5076175" cy="4322762"/>
          </a:xfrm>
          <a:solidFill>
            <a:schemeClr val="bg1">
              <a:lumMod val="85000"/>
            </a:schemeClr>
          </a:solidFill>
        </p:spPr>
        <p:txBody>
          <a:bodyPr tIns="2520000"/>
          <a:lstStyle>
            <a:lvl1pPr marL="0" indent="0" algn="ctr">
              <a:buNone/>
              <a:defRPr sz="1400">
                <a:solidFill>
                  <a:schemeClr val="bg2">
                    <a:lumMod val="50000"/>
                  </a:schemeClr>
                </a:solidFill>
              </a:defRPr>
            </a:lvl1pPr>
          </a:lstStyle>
          <a:p>
            <a:r>
              <a:rPr lang="nl-NL"/>
              <a:t>Selecteer afbeelding</a:t>
            </a:r>
            <a:endParaRPr lang="nl-NL" dirty="0"/>
          </a:p>
        </p:txBody>
      </p:sp>
    </p:spTree>
    <p:extLst>
      <p:ext uri="{BB962C8B-B14F-4D97-AF65-F5344CB8AC3E}">
        <p14:creationId xmlns:p14="http://schemas.microsoft.com/office/powerpoint/2010/main" val="674817769"/>
      </p:ext>
    </p:extLst>
  </p:cSld>
  <p:clrMapOvr>
    <a:masterClrMapping/>
  </p:clrMapOvr>
  <p:hf hdr="0"/>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ee afbeeldingen">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p:txBody>
          <a:bodyPr/>
          <a:lstStyle/>
          <a:p>
            <a:r>
              <a:rPr lang="en-US"/>
              <a:t>Click to edit Master title style</a:t>
            </a:r>
            <a:endParaRPr lang="nl-NL"/>
          </a:p>
        </p:txBody>
      </p:sp>
      <p:sp>
        <p:nvSpPr>
          <p:cNvPr id="4" name="Tijdelijke aanduiding voor datum 3">
            <a:extLst>
              <a:ext uri="{FF2B5EF4-FFF2-40B4-BE49-F238E27FC236}">
                <a16:creationId xmlns:a16="http://schemas.microsoft.com/office/drawing/2014/main" id="{64E27E2C-1D1C-4583-BE92-667A3F59195E}"/>
              </a:ext>
            </a:extLst>
          </p:cNvPr>
          <p:cNvSpPr>
            <a:spLocks noGrp="1"/>
          </p:cNvSpPr>
          <p:nvPr>
            <p:ph type="dt" sz="half" idx="10"/>
          </p:nvPr>
        </p:nvSpPr>
        <p:spPr/>
        <p:txBody>
          <a:bodyPr/>
          <a:lstStyle/>
          <a:p>
            <a:r>
              <a:rPr lang="nl-NL"/>
              <a:t> 28 november 2019</a:t>
            </a:r>
          </a:p>
        </p:txBody>
      </p:sp>
      <p:sp>
        <p:nvSpPr>
          <p:cNvPr id="5" name="Tijdelijke aanduiding voor voettekst 4">
            <a:extLst>
              <a:ext uri="{FF2B5EF4-FFF2-40B4-BE49-F238E27FC236}">
                <a16:creationId xmlns:a16="http://schemas.microsoft.com/office/drawing/2014/main" id="{C5975139-6F7D-413F-A27C-C9F0FF41A9D0}"/>
              </a:ext>
            </a:extLst>
          </p:cNvPr>
          <p:cNvSpPr>
            <a:spLocks noGrp="1"/>
          </p:cNvSpPr>
          <p:nvPr>
            <p:ph type="ftr" sz="quarter" idx="11"/>
          </p:nvPr>
        </p:nvSpPr>
        <p:spPr/>
        <p:txBody>
          <a:bodyPr/>
          <a:lstStyle/>
          <a:p>
            <a:r>
              <a:rPr lang="nl-NL"/>
              <a:t>Voettekst van de presentatie</a:t>
            </a:r>
          </a:p>
        </p:txBody>
      </p:sp>
      <p:sp>
        <p:nvSpPr>
          <p:cNvPr id="6" name="Tijdelijke aanduiding voor dianummer 5">
            <a:extLst>
              <a:ext uri="{FF2B5EF4-FFF2-40B4-BE49-F238E27FC236}">
                <a16:creationId xmlns:a16="http://schemas.microsoft.com/office/drawing/2014/main" id="{0544E85F-82EE-4EE8-932D-1F60D0238F40}"/>
              </a:ext>
            </a:extLst>
          </p:cNvPr>
          <p:cNvSpPr>
            <a:spLocks noGrp="1"/>
          </p:cNvSpPr>
          <p:nvPr>
            <p:ph type="sldNum" sz="quarter" idx="12"/>
          </p:nvPr>
        </p:nvSpPr>
        <p:spPr/>
        <p:txBody>
          <a:bodyPr/>
          <a:lstStyle/>
          <a:p>
            <a:fld id="{F42B3F14-D836-496B-80A2-23BE75BD68CB}" type="slidenum">
              <a:rPr lang="nl-NL" smtClean="0"/>
              <a:t>‹#›</a:t>
            </a:fld>
            <a:endParaRPr lang="nl-NL"/>
          </a:p>
        </p:txBody>
      </p:sp>
      <p:sp>
        <p:nvSpPr>
          <p:cNvPr id="11" name="Tijdelijke aanduiding voor afbeelding 65">
            <a:extLst>
              <a:ext uri="{FF2B5EF4-FFF2-40B4-BE49-F238E27FC236}">
                <a16:creationId xmlns:a16="http://schemas.microsoft.com/office/drawing/2014/main" id="{5DC787A1-4890-4BF0-AA41-7E5B60076E02}"/>
              </a:ext>
            </a:extLst>
          </p:cNvPr>
          <p:cNvSpPr>
            <a:spLocks noGrp="1"/>
          </p:cNvSpPr>
          <p:nvPr>
            <p:ph type="pic" sz="quarter" idx="19" hasCustomPrompt="1"/>
          </p:nvPr>
        </p:nvSpPr>
        <p:spPr>
          <a:xfrm>
            <a:off x="6191825" y="1762124"/>
            <a:ext cx="5076175" cy="3672000"/>
          </a:xfrm>
          <a:solidFill>
            <a:schemeClr val="bg1">
              <a:lumMod val="85000"/>
            </a:schemeClr>
          </a:solidFill>
        </p:spPr>
        <p:txBody>
          <a:bodyPr tIns="2232000"/>
          <a:lstStyle>
            <a:lvl1pPr marL="0" indent="0" algn="ctr">
              <a:buNone/>
              <a:defRPr sz="1400">
                <a:solidFill>
                  <a:schemeClr val="bg2">
                    <a:lumMod val="50000"/>
                  </a:schemeClr>
                </a:solidFill>
              </a:defRPr>
            </a:lvl1pPr>
          </a:lstStyle>
          <a:p>
            <a:r>
              <a:rPr lang="nl-NL"/>
              <a:t>Selecteer afbeelding</a:t>
            </a:r>
            <a:endParaRPr lang="nl-NL" dirty="0"/>
          </a:p>
        </p:txBody>
      </p:sp>
      <p:sp>
        <p:nvSpPr>
          <p:cNvPr id="12" name="Tijdelijke aanduiding voor afbeelding 65">
            <a:extLst>
              <a:ext uri="{FF2B5EF4-FFF2-40B4-BE49-F238E27FC236}">
                <a16:creationId xmlns:a16="http://schemas.microsoft.com/office/drawing/2014/main" id="{EDBE72E1-58EC-4D21-8ED2-E841E797C72A}"/>
              </a:ext>
            </a:extLst>
          </p:cNvPr>
          <p:cNvSpPr>
            <a:spLocks noGrp="1"/>
          </p:cNvSpPr>
          <p:nvPr>
            <p:ph type="pic" sz="quarter" idx="20" hasCustomPrompt="1"/>
          </p:nvPr>
        </p:nvSpPr>
        <p:spPr>
          <a:xfrm>
            <a:off x="755650" y="1762125"/>
            <a:ext cx="5076175" cy="3672000"/>
          </a:xfrm>
          <a:solidFill>
            <a:schemeClr val="bg1">
              <a:lumMod val="85000"/>
            </a:schemeClr>
          </a:solidFill>
        </p:spPr>
        <p:txBody>
          <a:bodyPr tIns="2232000"/>
          <a:lstStyle>
            <a:lvl1pPr marL="0" indent="0" algn="ctr">
              <a:buNone/>
              <a:defRPr sz="1400">
                <a:solidFill>
                  <a:schemeClr val="bg2">
                    <a:lumMod val="50000"/>
                  </a:schemeClr>
                </a:solidFill>
              </a:defRPr>
            </a:lvl1pPr>
          </a:lstStyle>
          <a:p>
            <a:r>
              <a:rPr lang="nl-NL"/>
              <a:t>Selecteer afbeelding</a:t>
            </a:r>
            <a:endParaRPr lang="nl-NL" dirty="0"/>
          </a:p>
        </p:txBody>
      </p:sp>
      <p:sp>
        <p:nvSpPr>
          <p:cNvPr id="9" name="Tijdelijke aanduiding voor tekst 8">
            <a:extLst>
              <a:ext uri="{FF2B5EF4-FFF2-40B4-BE49-F238E27FC236}">
                <a16:creationId xmlns:a16="http://schemas.microsoft.com/office/drawing/2014/main" id="{DBA627D8-56BE-457D-A071-CDAF51FC7B7E}"/>
              </a:ext>
            </a:extLst>
          </p:cNvPr>
          <p:cNvSpPr>
            <a:spLocks noGrp="1"/>
          </p:cNvSpPr>
          <p:nvPr>
            <p:ph type="body" sz="quarter" idx="21"/>
          </p:nvPr>
        </p:nvSpPr>
        <p:spPr>
          <a:xfrm>
            <a:off x="755650" y="5724001"/>
            <a:ext cx="5076175" cy="360888"/>
          </a:xfrm>
        </p:spPr>
        <p:txBody>
          <a:bodyPr>
            <a:noAutofit/>
          </a:bodyPr>
          <a:lstStyle>
            <a:lvl1pPr marL="0" indent="0">
              <a:spcBef>
                <a:spcPts val="0"/>
              </a:spcBef>
              <a:buNone/>
              <a:defRPr sz="1200"/>
            </a:lvl1pPr>
            <a:lvl2pPr>
              <a:defRPr sz="1200"/>
            </a:lvl2pPr>
            <a:lvl3pPr>
              <a:defRPr sz="1200"/>
            </a:lvl3pPr>
            <a:lvl4pPr>
              <a:defRPr sz="1200"/>
            </a:lvl4pPr>
            <a:lvl5pPr>
              <a:defRPr sz="1200"/>
            </a:lvl5pPr>
          </a:lstStyle>
          <a:p>
            <a:pPr lvl="0"/>
            <a:r>
              <a:rPr lang="en-US"/>
              <a:t>Click to edit Master text styles</a:t>
            </a:r>
          </a:p>
        </p:txBody>
      </p:sp>
      <p:sp>
        <p:nvSpPr>
          <p:cNvPr id="13" name="Tijdelijke aanduiding voor tekst 8">
            <a:extLst>
              <a:ext uri="{FF2B5EF4-FFF2-40B4-BE49-F238E27FC236}">
                <a16:creationId xmlns:a16="http://schemas.microsoft.com/office/drawing/2014/main" id="{B5530F62-171F-4B44-ACAA-AC786B92F20F}"/>
              </a:ext>
            </a:extLst>
          </p:cNvPr>
          <p:cNvSpPr>
            <a:spLocks noGrp="1"/>
          </p:cNvSpPr>
          <p:nvPr>
            <p:ph type="body" sz="quarter" idx="22"/>
          </p:nvPr>
        </p:nvSpPr>
        <p:spPr>
          <a:xfrm>
            <a:off x="6191825" y="5724000"/>
            <a:ext cx="5076175" cy="360888"/>
          </a:xfrm>
        </p:spPr>
        <p:txBody>
          <a:bodyPr>
            <a:noAutofit/>
          </a:bodyPr>
          <a:lstStyle>
            <a:lvl1pPr marL="0" indent="0">
              <a:spcBef>
                <a:spcPts val="0"/>
              </a:spcBef>
              <a:buNone/>
              <a:defRPr sz="1200"/>
            </a:lvl1pPr>
            <a:lvl2pPr>
              <a:defRPr sz="1200"/>
            </a:lvl2pPr>
            <a:lvl3pPr>
              <a:defRPr sz="1200"/>
            </a:lvl3pPr>
            <a:lvl4pPr>
              <a:defRPr sz="1200"/>
            </a:lvl4pPr>
            <a:lvl5pPr>
              <a:defRPr sz="1200"/>
            </a:lvl5pPr>
          </a:lstStyle>
          <a:p>
            <a:pPr lvl="0"/>
            <a:r>
              <a:rPr lang="en-US"/>
              <a:t>Click to edit Master text styles</a:t>
            </a:r>
          </a:p>
        </p:txBody>
      </p:sp>
    </p:spTree>
    <p:extLst>
      <p:ext uri="{BB962C8B-B14F-4D97-AF65-F5344CB8AC3E}">
        <p14:creationId xmlns:p14="http://schemas.microsoft.com/office/powerpoint/2010/main" val="4270511898"/>
      </p:ext>
    </p:extLst>
  </p:cSld>
  <p:clrMapOvr>
    <a:masterClrMapping/>
  </p:clrMapOvr>
  <p:hf hdr="0"/>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Vier afbeeldingen">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p:txBody>
          <a:bodyPr/>
          <a:lstStyle/>
          <a:p>
            <a:r>
              <a:rPr lang="en-US"/>
              <a:t>Click to edit Master title style</a:t>
            </a:r>
            <a:endParaRPr lang="nl-NL"/>
          </a:p>
        </p:txBody>
      </p:sp>
      <p:sp>
        <p:nvSpPr>
          <p:cNvPr id="4" name="Tijdelijke aanduiding voor datum 3">
            <a:extLst>
              <a:ext uri="{FF2B5EF4-FFF2-40B4-BE49-F238E27FC236}">
                <a16:creationId xmlns:a16="http://schemas.microsoft.com/office/drawing/2014/main" id="{64E27E2C-1D1C-4583-BE92-667A3F59195E}"/>
              </a:ext>
            </a:extLst>
          </p:cNvPr>
          <p:cNvSpPr>
            <a:spLocks noGrp="1"/>
          </p:cNvSpPr>
          <p:nvPr>
            <p:ph type="dt" sz="half" idx="10"/>
          </p:nvPr>
        </p:nvSpPr>
        <p:spPr/>
        <p:txBody>
          <a:bodyPr/>
          <a:lstStyle/>
          <a:p>
            <a:r>
              <a:rPr lang="nl-NL"/>
              <a:t> 28 november 2019</a:t>
            </a:r>
          </a:p>
        </p:txBody>
      </p:sp>
      <p:sp>
        <p:nvSpPr>
          <p:cNvPr id="5" name="Tijdelijke aanduiding voor voettekst 4">
            <a:extLst>
              <a:ext uri="{FF2B5EF4-FFF2-40B4-BE49-F238E27FC236}">
                <a16:creationId xmlns:a16="http://schemas.microsoft.com/office/drawing/2014/main" id="{C5975139-6F7D-413F-A27C-C9F0FF41A9D0}"/>
              </a:ext>
            </a:extLst>
          </p:cNvPr>
          <p:cNvSpPr>
            <a:spLocks noGrp="1"/>
          </p:cNvSpPr>
          <p:nvPr>
            <p:ph type="ftr" sz="quarter" idx="11"/>
          </p:nvPr>
        </p:nvSpPr>
        <p:spPr/>
        <p:txBody>
          <a:bodyPr/>
          <a:lstStyle/>
          <a:p>
            <a:r>
              <a:rPr lang="nl-NL"/>
              <a:t>Voettekst van de presentatie</a:t>
            </a:r>
          </a:p>
        </p:txBody>
      </p:sp>
      <p:sp>
        <p:nvSpPr>
          <p:cNvPr id="6" name="Tijdelijke aanduiding voor dianummer 5">
            <a:extLst>
              <a:ext uri="{FF2B5EF4-FFF2-40B4-BE49-F238E27FC236}">
                <a16:creationId xmlns:a16="http://schemas.microsoft.com/office/drawing/2014/main" id="{0544E85F-82EE-4EE8-932D-1F60D0238F40}"/>
              </a:ext>
            </a:extLst>
          </p:cNvPr>
          <p:cNvSpPr>
            <a:spLocks noGrp="1"/>
          </p:cNvSpPr>
          <p:nvPr>
            <p:ph type="sldNum" sz="quarter" idx="12"/>
          </p:nvPr>
        </p:nvSpPr>
        <p:spPr/>
        <p:txBody>
          <a:bodyPr/>
          <a:lstStyle/>
          <a:p>
            <a:fld id="{F42B3F14-D836-496B-80A2-23BE75BD68CB}" type="slidenum">
              <a:rPr lang="nl-NL" smtClean="0"/>
              <a:t>‹#›</a:t>
            </a:fld>
            <a:endParaRPr lang="nl-NL"/>
          </a:p>
        </p:txBody>
      </p:sp>
      <p:sp>
        <p:nvSpPr>
          <p:cNvPr id="12" name="Tijdelijke aanduiding voor afbeelding 65">
            <a:extLst>
              <a:ext uri="{FF2B5EF4-FFF2-40B4-BE49-F238E27FC236}">
                <a16:creationId xmlns:a16="http://schemas.microsoft.com/office/drawing/2014/main" id="{EDBE72E1-58EC-4D21-8ED2-E841E797C72A}"/>
              </a:ext>
            </a:extLst>
          </p:cNvPr>
          <p:cNvSpPr>
            <a:spLocks noGrp="1"/>
          </p:cNvSpPr>
          <p:nvPr>
            <p:ph type="pic" sz="quarter" idx="20" hasCustomPrompt="1"/>
          </p:nvPr>
        </p:nvSpPr>
        <p:spPr>
          <a:xfrm>
            <a:off x="755650" y="1762125"/>
            <a:ext cx="2412087" cy="3060000"/>
          </a:xfrm>
          <a:solidFill>
            <a:schemeClr val="bg1">
              <a:lumMod val="85000"/>
            </a:schemeClr>
          </a:solidFill>
        </p:spPr>
        <p:txBody>
          <a:bodyPr tIns="2016000">
            <a:normAutofit/>
          </a:bodyPr>
          <a:lstStyle>
            <a:lvl1pPr marL="0" indent="0" algn="ctr">
              <a:buNone/>
              <a:defRPr sz="1400">
                <a:solidFill>
                  <a:schemeClr val="bg2">
                    <a:lumMod val="50000"/>
                  </a:schemeClr>
                </a:solidFill>
              </a:defRPr>
            </a:lvl1pPr>
          </a:lstStyle>
          <a:p>
            <a:r>
              <a:rPr lang="nl-NL" dirty="0"/>
              <a:t>Selecteer afbeelding</a:t>
            </a:r>
          </a:p>
        </p:txBody>
      </p:sp>
      <p:sp>
        <p:nvSpPr>
          <p:cNvPr id="9" name="Tijdelijke aanduiding voor tekst 8">
            <a:extLst>
              <a:ext uri="{FF2B5EF4-FFF2-40B4-BE49-F238E27FC236}">
                <a16:creationId xmlns:a16="http://schemas.microsoft.com/office/drawing/2014/main" id="{DBA627D8-56BE-457D-A071-CDAF51FC7B7E}"/>
              </a:ext>
            </a:extLst>
          </p:cNvPr>
          <p:cNvSpPr>
            <a:spLocks noGrp="1"/>
          </p:cNvSpPr>
          <p:nvPr>
            <p:ph type="body" sz="quarter" idx="21"/>
          </p:nvPr>
        </p:nvSpPr>
        <p:spPr>
          <a:xfrm>
            <a:off x="755650" y="5053085"/>
            <a:ext cx="2412087" cy="1031626"/>
          </a:xfrm>
        </p:spPr>
        <p:txBody>
          <a:bodyPr>
            <a:noAutofit/>
          </a:bodyPr>
          <a:lstStyle>
            <a:lvl1pPr marL="0" indent="0">
              <a:spcBef>
                <a:spcPts val="0"/>
              </a:spcBef>
              <a:buNone/>
              <a:defRPr sz="1200"/>
            </a:lvl1pPr>
            <a:lvl2pPr>
              <a:defRPr sz="1200"/>
            </a:lvl2pPr>
            <a:lvl3pPr>
              <a:defRPr sz="1200"/>
            </a:lvl3pPr>
            <a:lvl4pPr>
              <a:defRPr sz="1200"/>
            </a:lvl4pPr>
            <a:lvl5pPr>
              <a:defRPr sz="1200"/>
            </a:lvl5pPr>
          </a:lstStyle>
          <a:p>
            <a:pPr lvl="0"/>
            <a:r>
              <a:rPr lang="en-US"/>
              <a:t>Click to edit Master text styles</a:t>
            </a:r>
          </a:p>
        </p:txBody>
      </p:sp>
      <p:sp>
        <p:nvSpPr>
          <p:cNvPr id="14" name="Tijdelijke aanduiding voor afbeelding 65">
            <a:extLst>
              <a:ext uri="{FF2B5EF4-FFF2-40B4-BE49-F238E27FC236}">
                <a16:creationId xmlns:a16="http://schemas.microsoft.com/office/drawing/2014/main" id="{61FC5BFF-809B-4D7D-AC0F-5D7B92535F04}"/>
              </a:ext>
            </a:extLst>
          </p:cNvPr>
          <p:cNvSpPr>
            <a:spLocks noGrp="1"/>
          </p:cNvSpPr>
          <p:nvPr>
            <p:ph type="pic" sz="quarter" idx="23" hasCustomPrompt="1"/>
          </p:nvPr>
        </p:nvSpPr>
        <p:spPr>
          <a:xfrm>
            <a:off x="3455737" y="1762125"/>
            <a:ext cx="2412087" cy="3060000"/>
          </a:xfrm>
          <a:solidFill>
            <a:schemeClr val="bg1">
              <a:lumMod val="85000"/>
            </a:schemeClr>
          </a:solidFill>
        </p:spPr>
        <p:txBody>
          <a:bodyPr tIns="2016000">
            <a:normAutofit/>
          </a:bodyPr>
          <a:lstStyle>
            <a:lvl1pPr marL="0" indent="0" algn="ctr">
              <a:buNone/>
              <a:defRPr sz="1400">
                <a:solidFill>
                  <a:schemeClr val="bg2">
                    <a:lumMod val="50000"/>
                  </a:schemeClr>
                </a:solidFill>
              </a:defRPr>
            </a:lvl1pPr>
          </a:lstStyle>
          <a:p>
            <a:r>
              <a:rPr lang="nl-NL"/>
              <a:t>Selecteer afbeelding</a:t>
            </a:r>
            <a:endParaRPr lang="nl-NL" dirty="0"/>
          </a:p>
        </p:txBody>
      </p:sp>
      <p:sp>
        <p:nvSpPr>
          <p:cNvPr id="15" name="Tijdelijke aanduiding voor afbeelding 65">
            <a:extLst>
              <a:ext uri="{FF2B5EF4-FFF2-40B4-BE49-F238E27FC236}">
                <a16:creationId xmlns:a16="http://schemas.microsoft.com/office/drawing/2014/main" id="{F51408D9-846A-496F-B660-9763E7E9FC9C}"/>
              </a:ext>
            </a:extLst>
          </p:cNvPr>
          <p:cNvSpPr>
            <a:spLocks noGrp="1"/>
          </p:cNvSpPr>
          <p:nvPr>
            <p:ph type="pic" sz="quarter" idx="24" hasCustomPrompt="1"/>
          </p:nvPr>
        </p:nvSpPr>
        <p:spPr>
          <a:xfrm>
            <a:off x="8855911" y="1762125"/>
            <a:ext cx="2412087" cy="3060000"/>
          </a:xfrm>
          <a:solidFill>
            <a:schemeClr val="bg1">
              <a:lumMod val="85000"/>
            </a:schemeClr>
          </a:solidFill>
        </p:spPr>
        <p:txBody>
          <a:bodyPr tIns="2016000">
            <a:normAutofit/>
          </a:bodyPr>
          <a:lstStyle>
            <a:lvl1pPr marL="0" indent="0" algn="ctr">
              <a:buNone/>
              <a:defRPr sz="1400">
                <a:solidFill>
                  <a:schemeClr val="bg2">
                    <a:lumMod val="50000"/>
                  </a:schemeClr>
                </a:solidFill>
              </a:defRPr>
            </a:lvl1pPr>
          </a:lstStyle>
          <a:p>
            <a:r>
              <a:rPr lang="nl-NL"/>
              <a:t>Selecteer afbeelding</a:t>
            </a:r>
            <a:endParaRPr lang="nl-NL" dirty="0"/>
          </a:p>
        </p:txBody>
      </p:sp>
      <p:sp>
        <p:nvSpPr>
          <p:cNvPr id="16" name="Tijdelijke aanduiding voor afbeelding 65">
            <a:extLst>
              <a:ext uri="{FF2B5EF4-FFF2-40B4-BE49-F238E27FC236}">
                <a16:creationId xmlns:a16="http://schemas.microsoft.com/office/drawing/2014/main" id="{B1122521-F62D-48C8-B637-D4F270289642}"/>
              </a:ext>
            </a:extLst>
          </p:cNvPr>
          <p:cNvSpPr>
            <a:spLocks noGrp="1"/>
          </p:cNvSpPr>
          <p:nvPr>
            <p:ph type="pic" sz="quarter" idx="25" hasCustomPrompt="1"/>
          </p:nvPr>
        </p:nvSpPr>
        <p:spPr>
          <a:xfrm>
            <a:off x="6155824" y="1762125"/>
            <a:ext cx="2412087" cy="3060000"/>
          </a:xfrm>
          <a:solidFill>
            <a:schemeClr val="bg1">
              <a:lumMod val="85000"/>
            </a:schemeClr>
          </a:solidFill>
        </p:spPr>
        <p:txBody>
          <a:bodyPr tIns="2016000">
            <a:normAutofit/>
          </a:bodyPr>
          <a:lstStyle>
            <a:lvl1pPr marL="0" indent="0" algn="ctr">
              <a:buNone/>
              <a:defRPr sz="1400">
                <a:solidFill>
                  <a:schemeClr val="bg2">
                    <a:lumMod val="50000"/>
                  </a:schemeClr>
                </a:solidFill>
              </a:defRPr>
            </a:lvl1pPr>
          </a:lstStyle>
          <a:p>
            <a:r>
              <a:rPr lang="nl-NL"/>
              <a:t>Selecteer afbeelding</a:t>
            </a:r>
            <a:endParaRPr lang="nl-NL" dirty="0"/>
          </a:p>
        </p:txBody>
      </p:sp>
      <p:sp>
        <p:nvSpPr>
          <p:cNvPr id="17" name="Tijdelijke aanduiding voor tekst 8">
            <a:extLst>
              <a:ext uri="{FF2B5EF4-FFF2-40B4-BE49-F238E27FC236}">
                <a16:creationId xmlns:a16="http://schemas.microsoft.com/office/drawing/2014/main" id="{650134BB-B103-4668-BCD7-561087B391F6}"/>
              </a:ext>
            </a:extLst>
          </p:cNvPr>
          <p:cNvSpPr>
            <a:spLocks noGrp="1"/>
          </p:cNvSpPr>
          <p:nvPr>
            <p:ph type="body" sz="quarter" idx="26"/>
          </p:nvPr>
        </p:nvSpPr>
        <p:spPr>
          <a:xfrm>
            <a:off x="3455737" y="5053085"/>
            <a:ext cx="2412087" cy="1031626"/>
          </a:xfrm>
        </p:spPr>
        <p:txBody>
          <a:bodyPr>
            <a:noAutofit/>
          </a:bodyPr>
          <a:lstStyle>
            <a:lvl1pPr marL="0" indent="0">
              <a:spcBef>
                <a:spcPts val="0"/>
              </a:spcBef>
              <a:buNone/>
              <a:defRPr sz="1200"/>
            </a:lvl1pPr>
            <a:lvl2pPr>
              <a:defRPr sz="1200"/>
            </a:lvl2pPr>
            <a:lvl3pPr>
              <a:defRPr sz="1200"/>
            </a:lvl3pPr>
            <a:lvl4pPr>
              <a:defRPr sz="1200"/>
            </a:lvl4pPr>
            <a:lvl5pPr>
              <a:defRPr sz="1200"/>
            </a:lvl5pPr>
          </a:lstStyle>
          <a:p>
            <a:pPr lvl="0"/>
            <a:r>
              <a:rPr lang="en-US"/>
              <a:t>Click to edit Master text styles</a:t>
            </a:r>
          </a:p>
        </p:txBody>
      </p:sp>
      <p:sp>
        <p:nvSpPr>
          <p:cNvPr id="18" name="Tijdelijke aanduiding voor tekst 8">
            <a:extLst>
              <a:ext uri="{FF2B5EF4-FFF2-40B4-BE49-F238E27FC236}">
                <a16:creationId xmlns:a16="http://schemas.microsoft.com/office/drawing/2014/main" id="{545B6CBB-4649-4D2E-B29A-C3F6E02090CE}"/>
              </a:ext>
            </a:extLst>
          </p:cNvPr>
          <p:cNvSpPr>
            <a:spLocks noGrp="1"/>
          </p:cNvSpPr>
          <p:nvPr>
            <p:ph type="body" sz="quarter" idx="27"/>
          </p:nvPr>
        </p:nvSpPr>
        <p:spPr>
          <a:xfrm>
            <a:off x="6155824" y="5053085"/>
            <a:ext cx="2412087" cy="1031626"/>
          </a:xfrm>
        </p:spPr>
        <p:txBody>
          <a:bodyPr>
            <a:noAutofit/>
          </a:bodyPr>
          <a:lstStyle>
            <a:lvl1pPr marL="0" indent="0">
              <a:spcBef>
                <a:spcPts val="0"/>
              </a:spcBef>
              <a:buNone/>
              <a:defRPr sz="1200"/>
            </a:lvl1pPr>
            <a:lvl2pPr>
              <a:defRPr sz="1200"/>
            </a:lvl2pPr>
            <a:lvl3pPr>
              <a:defRPr sz="1200"/>
            </a:lvl3pPr>
            <a:lvl4pPr>
              <a:defRPr sz="1200"/>
            </a:lvl4pPr>
            <a:lvl5pPr>
              <a:defRPr sz="1200"/>
            </a:lvl5pPr>
          </a:lstStyle>
          <a:p>
            <a:pPr lvl="0"/>
            <a:r>
              <a:rPr lang="en-US"/>
              <a:t>Click to edit Master text styles</a:t>
            </a:r>
          </a:p>
        </p:txBody>
      </p:sp>
      <p:sp>
        <p:nvSpPr>
          <p:cNvPr id="19" name="Tijdelijke aanduiding voor tekst 8">
            <a:extLst>
              <a:ext uri="{FF2B5EF4-FFF2-40B4-BE49-F238E27FC236}">
                <a16:creationId xmlns:a16="http://schemas.microsoft.com/office/drawing/2014/main" id="{9D1568BF-DD59-4BEE-A218-1B34F1C6B382}"/>
              </a:ext>
            </a:extLst>
          </p:cNvPr>
          <p:cNvSpPr>
            <a:spLocks noGrp="1"/>
          </p:cNvSpPr>
          <p:nvPr>
            <p:ph type="body" sz="quarter" idx="28"/>
          </p:nvPr>
        </p:nvSpPr>
        <p:spPr>
          <a:xfrm>
            <a:off x="8855911" y="5053085"/>
            <a:ext cx="2412087" cy="1031626"/>
          </a:xfrm>
        </p:spPr>
        <p:txBody>
          <a:bodyPr>
            <a:noAutofit/>
          </a:bodyPr>
          <a:lstStyle>
            <a:lvl1pPr marL="0" indent="0">
              <a:spcBef>
                <a:spcPts val="0"/>
              </a:spcBef>
              <a:buNone/>
              <a:defRPr sz="1200"/>
            </a:lvl1pPr>
            <a:lvl2pPr>
              <a:defRPr sz="1200"/>
            </a:lvl2pPr>
            <a:lvl3pPr>
              <a:defRPr sz="1200"/>
            </a:lvl3pPr>
            <a:lvl4pPr>
              <a:defRPr sz="1200"/>
            </a:lvl4pPr>
            <a:lvl5pPr>
              <a:defRPr sz="1200"/>
            </a:lvl5pPr>
          </a:lstStyle>
          <a:p>
            <a:pPr lvl="0"/>
            <a:r>
              <a:rPr lang="en-US"/>
              <a:t>Click to edit Master text styles</a:t>
            </a:r>
          </a:p>
        </p:txBody>
      </p:sp>
    </p:spTree>
    <p:extLst>
      <p:ext uri="{BB962C8B-B14F-4D97-AF65-F5344CB8AC3E}">
        <p14:creationId xmlns:p14="http://schemas.microsoft.com/office/powerpoint/2010/main" val="3424504559"/>
      </p:ext>
    </p:extLst>
  </p:cSld>
  <p:clrMapOvr>
    <a:masterClrMapping/>
  </p:clrMapOvr>
  <p:hf hdr="0"/>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en afbeeld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p:txBody>
          <a:bodyPr/>
          <a:lstStyle/>
          <a:p>
            <a:r>
              <a:rPr lang="en-US"/>
              <a:t>Click to edit Master title style</a:t>
            </a:r>
            <a:endParaRPr lang="nl-NL"/>
          </a:p>
        </p:txBody>
      </p:sp>
      <p:sp>
        <p:nvSpPr>
          <p:cNvPr id="4" name="Tijdelijke aanduiding voor datum 3">
            <a:extLst>
              <a:ext uri="{FF2B5EF4-FFF2-40B4-BE49-F238E27FC236}">
                <a16:creationId xmlns:a16="http://schemas.microsoft.com/office/drawing/2014/main" id="{64E27E2C-1D1C-4583-BE92-667A3F59195E}"/>
              </a:ext>
            </a:extLst>
          </p:cNvPr>
          <p:cNvSpPr>
            <a:spLocks noGrp="1"/>
          </p:cNvSpPr>
          <p:nvPr>
            <p:ph type="dt" sz="half" idx="10"/>
          </p:nvPr>
        </p:nvSpPr>
        <p:spPr/>
        <p:txBody>
          <a:bodyPr/>
          <a:lstStyle/>
          <a:p>
            <a:r>
              <a:rPr lang="nl-NL"/>
              <a:t> 28 november 2019</a:t>
            </a:r>
          </a:p>
        </p:txBody>
      </p:sp>
      <p:sp>
        <p:nvSpPr>
          <p:cNvPr id="5" name="Tijdelijke aanduiding voor voettekst 4">
            <a:extLst>
              <a:ext uri="{FF2B5EF4-FFF2-40B4-BE49-F238E27FC236}">
                <a16:creationId xmlns:a16="http://schemas.microsoft.com/office/drawing/2014/main" id="{C5975139-6F7D-413F-A27C-C9F0FF41A9D0}"/>
              </a:ext>
            </a:extLst>
          </p:cNvPr>
          <p:cNvSpPr>
            <a:spLocks noGrp="1"/>
          </p:cNvSpPr>
          <p:nvPr>
            <p:ph type="ftr" sz="quarter" idx="11"/>
          </p:nvPr>
        </p:nvSpPr>
        <p:spPr/>
        <p:txBody>
          <a:bodyPr/>
          <a:lstStyle/>
          <a:p>
            <a:r>
              <a:rPr lang="nl-NL"/>
              <a:t>Voettekst van de presentatie</a:t>
            </a:r>
          </a:p>
        </p:txBody>
      </p:sp>
      <p:sp>
        <p:nvSpPr>
          <p:cNvPr id="6" name="Tijdelijke aanduiding voor dianummer 5">
            <a:extLst>
              <a:ext uri="{FF2B5EF4-FFF2-40B4-BE49-F238E27FC236}">
                <a16:creationId xmlns:a16="http://schemas.microsoft.com/office/drawing/2014/main" id="{0544E85F-82EE-4EE8-932D-1F60D0238F40}"/>
              </a:ext>
            </a:extLst>
          </p:cNvPr>
          <p:cNvSpPr>
            <a:spLocks noGrp="1"/>
          </p:cNvSpPr>
          <p:nvPr>
            <p:ph type="sldNum" sz="quarter" idx="12"/>
          </p:nvPr>
        </p:nvSpPr>
        <p:spPr/>
        <p:txBody>
          <a:bodyPr/>
          <a:lstStyle/>
          <a:p>
            <a:fld id="{F42B3F14-D836-496B-80A2-23BE75BD68CB}" type="slidenum">
              <a:rPr lang="nl-NL" smtClean="0"/>
              <a:t>‹#›</a:t>
            </a:fld>
            <a:endParaRPr lang="nl-NL"/>
          </a:p>
        </p:txBody>
      </p:sp>
      <p:sp>
        <p:nvSpPr>
          <p:cNvPr id="11" name="Tijdelijke aanduiding voor afbeelding 65">
            <a:extLst>
              <a:ext uri="{FF2B5EF4-FFF2-40B4-BE49-F238E27FC236}">
                <a16:creationId xmlns:a16="http://schemas.microsoft.com/office/drawing/2014/main" id="{5DC787A1-4890-4BF0-AA41-7E5B60076E02}"/>
              </a:ext>
            </a:extLst>
          </p:cNvPr>
          <p:cNvSpPr>
            <a:spLocks noGrp="1"/>
          </p:cNvSpPr>
          <p:nvPr>
            <p:ph type="pic" sz="quarter" idx="19" hasCustomPrompt="1"/>
          </p:nvPr>
        </p:nvSpPr>
        <p:spPr>
          <a:xfrm>
            <a:off x="755650" y="1768763"/>
            <a:ext cx="10512348" cy="4320000"/>
          </a:xfrm>
          <a:solidFill>
            <a:schemeClr val="bg1">
              <a:lumMod val="85000"/>
            </a:schemeClr>
          </a:solidFill>
        </p:spPr>
        <p:txBody>
          <a:bodyPr tIns="2520000"/>
          <a:lstStyle>
            <a:lvl1pPr marL="0" indent="0" algn="ctr">
              <a:buNone/>
              <a:defRPr sz="1400">
                <a:solidFill>
                  <a:schemeClr val="bg2">
                    <a:lumMod val="50000"/>
                  </a:schemeClr>
                </a:solidFill>
              </a:defRPr>
            </a:lvl1pPr>
          </a:lstStyle>
          <a:p>
            <a:r>
              <a:rPr lang="nl-NL"/>
              <a:t>Selecteer afbeelding</a:t>
            </a:r>
            <a:endParaRPr lang="nl-NL" dirty="0"/>
          </a:p>
        </p:txBody>
      </p:sp>
    </p:spTree>
    <p:extLst>
      <p:ext uri="{BB962C8B-B14F-4D97-AF65-F5344CB8AC3E}">
        <p14:creationId xmlns:p14="http://schemas.microsoft.com/office/powerpoint/2010/main" val="4062278579"/>
      </p:ext>
    </p:extLst>
  </p:cSld>
  <p:clrMapOvr>
    <a:masterClrMapping/>
  </p:clrMapOvr>
  <p:hf hdr="0"/>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Afbeelding volle breedte">
    <p:spTree>
      <p:nvGrpSpPr>
        <p:cNvPr id="1" name=""/>
        <p:cNvGrpSpPr/>
        <p:nvPr/>
      </p:nvGrpSpPr>
      <p:grpSpPr>
        <a:xfrm>
          <a:off x="0" y="0"/>
          <a:ext cx="0" cy="0"/>
          <a:chOff x="0" y="0"/>
          <a:chExt cx="0" cy="0"/>
        </a:xfrm>
      </p:grpSpPr>
      <p:sp>
        <p:nvSpPr>
          <p:cNvPr id="11" name="Tijdelijke aanduiding voor afbeelding 65">
            <a:extLst>
              <a:ext uri="{FF2B5EF4-FFF2-40B4-BE49-F238E27FC236}">
                <a16:creationId xmlns:a16="http://schemas.microsoft.com/office/drawing/2014/main" id="{5DC787A1-4890-4BF0-AA41-7E5B60076E02}"/>
              </a:ext>
            </a:extLst>
          </p:cNvPr>
          <p:cNvSpPr>
            <a:spLocks noGrp="1"/>
          </p:cNvSpPr>
          <p:nvPr>
            <p:ph type="pic" sz="quarter" idx="19" hasCustomPrompt="1"/>
          </p:nvPr>
        </p:nvSpPr>
        <p:spPr>
          <a:xfrm>
            <a:off x="0" y="0"/>
            <a:ext cx="11743163" cy="6858000"/>
          </a:xfrm>
          <a:solidFill>
            <a:schemeClr val="bg1">
              <a:lumMod val="85000"/>
            </a:schemeClr>
          </a:solidFill>
        </p:spPr>
        <p:txBody>
          <a:bodyPr tIns="3780000">
            <a:normAutofit/>
          </a:bodyPr>
          <a:lstStyle>
            <a:lvl1pPr marL="0" indent="0" algn="ctr">
              <a:buNone/>
              <a:defRPr sz="1800">
                <a:solidFill>
                  <a:schemeClr val="bg2">
                    <a:lumMod val="50000"/>
                  </a:schemeClr>
                </a:solidFill>
              </a:defRPr>
            </a:lvl1pPr>
          </a:lstStyle>
          <a:p>
            <a:r>
              <a:rPr lang="nl-NL"/>
              <a:t>Selecteer afbeelding</a:t>
            </a:r>
            <a:endParaRPr lang="nl-NL" dirty="0"/>
          </a:p>
        </p:txBody>
      </p:sp>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p:txBody>
          <a:bodyPr/>
          <a:lstStyle>
            <a:lvl1pPr>
              <a:defRPr>
                <a:solidFill>
                  <a:schemeClr val="bg1"/>
                </a:solidFill>
              </a:defRPr>
            </a:lvl1pPr>
          </a:lstStyle>
          <a:p>
            <a:r>
              <a:rPr lang="en-US"/>
              <a:t>Click to edit Master title style</a:t>
            </a:r>
            <a:endParaRPr lang="nl-NL" dirty="0"/>
          </a:p>
        </p:txBody>
      </p:sp>
      <p:sp>
        <p:nvSpPr>
          <p:cNvPr id="4" name="Tijdelijke aanduiding voor datum 3">
            <a:extLst>
              <a:ext uri="{FF2B5EF4-FFF2-40B4-BE49-F238E27FC236}">
                <a16:creationId xmlns:a16="http://schemas.microsoft.com/office/drawing/2014/main" id="{64E27E2C-1D1C-4583-BE92-667A3F59195E}"/>
              </a:ext>
            </a:extLst>
          </p:cNvPr>
          <p:cNvSpPr>
            <a:spLocks noGrp="1"/>
          </p:cNvSpPr>
          <p:nvPr>
            <p:ph type="dt" sz="half" idx="10"/>
          </p:nvPr>
        </p:nvSpPr>
        <p:spPr/>
        <p:txBody>
          <a:bodyPr/>
          <a:lstStyle/>
          <a:p>
            <a:r>
              <a:rPr lang="nl-NL"/>
              <a:t> 28 november 2019</a:t>
            </a:r>
          </a:p>
        </p:txBody>
      </p:sp>
      <p:sp>
        <p:nvSpPr>
          <p:cNvPr id="5" name="Tijdelijke aanduiding voor voettekst 4">
            <a:extLst>
              <a:ext uri="{FF2B5EF4-FFF2-40B4-BE49-F238E27FC236}">
                <a16:creationId xmlns:a16="http://schemas.microsoft.com/office/drawing/2014/main" id="{C5975139-6F7D-413F-A27C-C9F0FF41A9D0}"/>
              </a:ext>
            </a:extLst>
          </p:cNvPr>
          <p:cNvSpPr>
            <a:spLocks noGrp="1"/>
          </p:cNvSpPr>
          <p:nvPr>
            <p:ph type="ftr" sz="quarter" idx="11"/>
          </p:nvPr>
        </p:nvSpPr>
        <p:spPr/>
        <p:txBody>
          <a:bodyPr/>
          <a:lstStyle/>
          <a:p>
            <a:r>
              <a:rPr lang="nl-NL"/>
              <a:t>Voettekst van de presentatie</a:t>
            </a:r>
          </a:p>
        </p:txBody>
      </p:sp>
      <p:sp>
        <p:nvSpPr>
          <p:cNvPr id="6" name="Tijdelijke aanduiding voor dianummer 5">
            <a:extLst>
              <a:ext uri="{FF2B5EF4-FFF2-40B4-BE49-F238E27FC236}">
                <a16:creationId xmlns:a16="http://schemas.microsoft.com/office/drawing/2014/main" id="{0544E85F-82EE-4EE8-932D-1F60D0238F40}"/>
              </a:ext>
            </a:extLst>
          </p:cNvPr>
          <p:cNvSpPr>
            <a:spLocks noGrp="1"/>
          </p:cNvSpPr>
          <p:nvPr>
            <p:ph type="sldNum" sz="quarter" idx="12"/>
          </p:nvPr>
        </p:nvSpPr>
        <p:spPr/>
        <p:txBody>
          <a:bodyPr/>
          <a:lstStyle/>
          <a:p>
            <a:fld id="{F42B3F14-D836-496B-80A2-23BE75BD68CB}" type="slidenum">
              <a:rPr lang="nl-NL" smtClean="0"/>
              <a:t>‹#›</a:t>
            </a:fld>
            <a:endParaRPr lang="nl-NL"/>
          </a:p>
        </p:txBody>
      </p:sp>
      <p:sp>
        <p:nvSpPr>
          <p:cNvPr id="8" name="Tijdelijke aanduiding voor tekst 61">
            <a:extLst>
              <a:ext uri="{FF2B5EF4-FFF2-40B4-BE49-F238E27FC236}">
                <a16:creationId xmlns:a16="http://schemas.microsoft.com/office/drawing/2014/main" id="{CAD4495B-AA1A-4F62-8627-35615163577C}"/>
              </a:ext>
            </a:extLst>
          </p:cNvPr>
          <p:cNvSpPr>
            <a:spLocks noGrp="1"/>
          </p:cNvSpPr>
          <p:nvPr>
            <p:ph type="body" sz="quarter" idx="18"/>
          </p:nvPr>
        </p:nvSpPr>
        <p:spPr>
          <a:xfrm>
            <a:off x="660752" y="6267443"/>
            <a:ext cx="1188000" cy="385200"/>
          </a:xfrm>
          <a:blipFill>
            <a:blip r:embed="rId2" cstate="print">
              <a:extLst>
                <a:ext uri="{28A0092B-C50C-407E-A947-70E740481C1C}">
                  <a14:useLocalDpi xmlns:a14="http://schemas.microsoft.com/office/drawing/2010/main"/>
                </a:ext>
              </a:extLst>
            </a:blip>
            <a:stretch>
              <a:fillRect/>
            </a:stretch>
          </a:blipFill>
        </p:spPr>
        <p:txBody>
          <a:bodyPr vert="horz" rIns="4284000"/>
          <a:lstStyle>
            <a:lvl1pPr marL="0" indent="0">
              <a:buNone/>
              <a:defRPr>
                <a:solidFill>
                  <a:srgbClr val="E6E6E6"/>
                </a:solidFill>
              </a:defRPr>
            </a:lvl1pPr>
          </a:lstStyle>
          <a:p>
            <a:pPr lvl="0"/>
            <a:r>
              <a:rPr lang="en-US"/>
              <a:t>Click to edit Master text styles</a:t>
            </a:r>
          </a:p>
        </p:txBody>
      </p:sp>
    </p:spTree>
    <p:extLst>
      <p:ext uri="{BB962C8B-B14F-4D97-AF65-F5344CB8AC3E}">
        <p14:creationId xmlns:p14="http://schemas.microsoft.com/office/powerpoint/2010/main" val="1805326340"/>
      </p:ext>
    </p:extLst>
  </p:cSld>
  <p:clrMapOvr>
    <a:masterClrMapping/>
  </p:clrMapOvr>
  <p:hf hdr="0"/>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kst en afbeeldingstrook">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a:xfrm>
            <a:off x="756000" y="684000"/>
            <a:ext cx="7382169" cy="936000"/>
          </a:xfrm>
        </p:spPr>
        <p:txBody>
          <a:bodyPr/>
          <a:lstStyle/>
          <a:p>
            <a:r>
              <a:rPr lang="en-US"/>
              <a:t>Click to edit Master title style</a:t>
            </a:r>
            <a:endParaRPr lang="nl-NL" dirty="0"/>
          </a:p>
        </p:txBody>
      </p:sp>
      <p:sp>
        <p:nvSpPr>
          <p:cNvPr id="4" name="Tijdelijke aanduiding voor datum 3">
            <a:extLst>
              <a:ext uri="{FF2B5EF4-FFF2-40B4-BE49-F238E27FC236}">
                <a16:creationId xmlns:a16="http://schemas.microsoft.com/office/drawing/2014/main" id="{64E27E2C-1D1C-4583-BE92-667A3F59195E}"/>
              </a:ext>
            </a:extLst>
          </p:cNvPr>
          <p:cNvSpPr>
            <a:spLocks noGrp="1"/>
          </p:cNvSpPr>
          <p:nvPr>
            <p:ph type="dt" sz="half" idx="10"/>
          </p:nvPr>
        </p:nvSpPr>
        <p:spPr/>
        <p:txBody>
          <a:bodyPr/>
          <a:lstStyle/>
          <a:p>
            <a:r>
              <a:rPr lang="nl-NL"/>
              <a:t> 28 november 2019</a:t>
            </a:r>
          </a:p>
        </p:txBody>
      </p:sp>
      <p:sp>
        <p:nvSpPr>
          <p:cNvPr id="5" name="Tijdelijke aanduiding voor voettekst 4">
            <a:extLst>
              <a:ext uri="{FF2B5EF4-FFF2-40B4-BE49-F238E27FC236}">
                <a16:creationId xmlns:a16="http://schemas.microsoft.com/office/drawing/2014/main" id="{C5975139-6F7D-413F-A27C-C9F0FF41A9D0}"/>
              </a:ext>
            </a:extLst>
          </p:cNvPr>
          <p:cNvSpPr>
            <a:spLocks noGrp="1"/>
          </p:cNvSpPr>
          <p:nvPr>
            <p:ph type="ftr" sz="quarter" idx="11"/>
          </p:nvPr>
        </p:nvSpPr>
        <p:spPr/>
        <p:txBody>
          <a:bodyPr/>
          <a:lstStyle/>
          <a:p>
            <a:r>
              <a:rPr lang="nl-NL"/>
              <a:t>Voettekst van de presentatie</a:t>
            </a:r>
          </a:p>
        </p:txBody>
      </p:sp>
      <p:sp>
        <p:nvSpPr>
          <p:cNvPr id="6" name="Tijdelijke aanduiding voor dianummer 5">
            <a:extLst>
              <a:ext uri="{FF2B5EF4-FFF2-40B4-BE49-F238E27FC236}">
                <a16:creationId xmlns:a16="http://schemas.microsoft.com/office/drawing/2014/main" id="{0544E85F-82EE-4EE8-932D-1F60D0238F40}"/>
              </a:ext>
            </a:extLst>
          </p:cNvPr>
          <p:cNvSpPr>
            <a:spLocks noGrp="1"/>
          </p:cNvSpPr>
          <p:nvPr>
            <p:ph type="sldNum" sz="quarter" idx="12"/>
          </p:nvPr>
        </p:nvSpPr>
        <p:spPr/>
        <p:txBody>
          <a:bodyPr/>
          <a:lstStyle/>
          <a:p>
            <a:fld id="{F42B3F14-D836-496B-80A2-23BE75BD68CB}" type="slidenum">
              <a:rPr lang="nl-NL" smtClean="0"/>
              <a:t>‹#›</a:t>
            </a:fld>
            <a:endParaRPr lang="nl-NL"/>
          </a:p>
        </p:txBody>
      </p:sp>
      <p:sp>
        <p:nvSpPr>
          <p:cNvPr id="10" name="Tijdelijke aanduiding voor tekst 9">
            <a:extLst>
              <a:ext uri="{FF2B5EF4-FFF2-40B4-BE49-F238E27FC236}">
                <a16:creationId xmlns:a16="http://schemas.microsoft.com/office/drawing/2014/main" id="{A10D89D2-D66D-4843-A930-57BB92331B10}"/>
              </a:ext>
            </a:extLst>
          </p:cNvPr>
          <p:cNvSpPr>
            <a:spLocks noGrp="1"/>
          </p:cNvSpPr>
          <p:nvPr>
            <p:ph type="body" sz="quarter" idx="13"/>
          </p:nvPr>
        </p:nvSpPr>
        <p:spPr>
          <a:xfrm>
            <a:off x="755650" y="1762125"/>
            <a:ext cx="7020000" cy="43227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11" name="Tijdelijke aanduiding voor afbeelding 65">
            <a:extLst>
              <a:ext uri="{FF2B5EF4-FFF2-40B4-BE49-F238E27FC236}">
                <a16:creationId xmlns:a16="http://schemas.microsoft.com/office/drawing/2014/main" id="{5DC787A1-4890-4BF0-AA41-7E5B60076E02}"/>
              </a:ext>
            </a:extLst>
          </p:cNvPr>
          <p:cNvSpPr>
            <a:spLocks noGrp="1"/>
          </p:cNvSpPr>
          <p:nvPr>
            <p:ph type="pic" sz="quarter" idx="19" hasCustomPrompt="1"/>
          </p:nvPr>
        </p:nvSpPr>
        <p:spPr>
          <a:xfrm>
            <a:off x="8140700" y="857"/>
            <a:ext cx="3599932" cy="6857143"/>
          </a:xfrm>
          <a:solidFill>
            <a:schemeClr val="bg1">
              <a:lumMod val="85000"/>
            </a:schemeClr>
          </a:solidFill>
        </p:spPr>
        <p:txBody>
          <a:bodyPr tIns="3816000"/>
          <a:lstStyle>
            <a:lvl1pPr marL="0" indent="0" algn="ctr">
              <a:buNone/>
              <a:defRPr sz="1400">
                <a:solidFill>
                  <a:schemeClr val="bg2">
                    <a:lumMod val="50000"/>
                  </a:schemeClr>
                </a:solidFill>
              </a:defRPr>
            </a:lvl1pPr>
          </a:lstStyle>
          <a:p>
            <a:r>
              <a:rPr lang="nl-NL"/>
              <a:t>Selecteer afbeelding</a:t>
            </a:r>
            <a:endParaRPr lang="nl-NL" dirty="0"/>
          </a:p>
        </p:txBody>
      </p:sp>
    </p:spTree>
    <p:extLst>
      <p:ext uri="{BB962C8B-B14F-4D97-AF65-F5344CB8AC3E}">
        <p14:creationId xmlns:p14="http://schemas.microsoft.com/office/powerpoint/2010/main" val="2512453742"/>
      </p:ext>
    </p:extLst>
  </p:cSld>
  <p:clrMapOvr>
    <a:masterClrMapping/>
  </p:clrMapOvr>
  <p:hf hdr="0"/>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ekst en afbeelding staan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a:xfrm>
            <a:off x="756000" y="684000"/>
            <a:ext cx="5340000" cy="936000"/>
          </a:xfrm>
        </p:spPr>
        <p:txBody>
          <a:bodyPr/>
          <a:lstStyle/>
          <a:p>
            <a:r>
              <a:rPr lang="en-US"/>
              <a:t>Click to edit Master title style</a:t>
            </a:r>
            <a:endParaRPr lang="nl-NL" dirty="0"/>
          </a:p>
        </p:txBody>
      </p:sp>
      <p:sp>
        <p:nvSpPr>
          <p:cNvPr id="4" name="Tijdelijke aanduiding voor datum 3">
            <a:extLst>
              <a:ext uri="{FF2B5EF4-FFF2-40B4-BE49-F238E27FC236}">
                <a16:creationId xmlns:a16="http://schemas.microsoft.com/office/drawing/2014/main" id="{64E27E2C-1D1C-4583-BE92-667A3F59195E}"/>
              </a:ext>
            </a:extLst>
          </p:cNvPr>
          <p:cNvSpPr>
            <a:spLocks noGrp="1"/>
          </p:cNvSpPr>
          <p:nvPr>
            <p:ph type="dt" sz="half" idx="10"/>
          </p:nvPr>
        </p:nvSpPr>
        <p:spPr/>
        <p:txBody>
          <a:bodyPr/>
          <a:lstStyle/>
          <a:p>
            <a:r>
              <a:rPr lang="nl-NL"/>
              <a:t> 28 november 2019</a:t>
            </a:r>
          </a:p>
        </p:txBody>
      </p:sp>
      <p:sp>
        <p:nvSpPr>
          <p:cNvPr id="5" name="Tijdelijke aanduiding voor voettekst 4">
            <a:extLst>
              <a:ext uri="{FF2B5EF4-FFF2-40B4-BE49-F238E27FC236}">
                <a16:creationId xmlns:a16="http://schemas.microsoft.com/office/drawing/2014/main" id="{C5975139-6F7D-413F-A27C-C9F0FF41A9D0}"/>
              </a:ext>
            </a:extLst>
          </p:cNvPr>
          <p:cNvSpPr>
            <a:spLocks noGrp="1"/>
          </p:cNvSpPr>
          <p:nvPr>
            <p:ph type="ftr" sz="quarter" idx="11"/>
          </p:nvPr>
        </p:nvSpPr>
        <p:spPr/>
        <p:txBody>
          <a:bodyPr/>
          <a:lstStyle/>
          <a:p>
            <a:r>
              <a:rPr lang="nl-NL"/>
              <a:t>Voettekst van de presentatie</a:t>
            </a:r>
          </a:p>
        </p:txBody>
      </p:sp>
      <p:sp>
        <p:nvSpPr>
          <p:cNvPr id="6" name="Tijdelijke aanduiding voor dianummer 5">
            <a:extLst>
              <a:ext uri="{FF2B5EF4-FFF2-40B4-BE49-F238E27FC236}">
                <a16:creationId xmlns:a16="http://schemas.microsoft.com/office/drawing/2014/main" id="{0544E85F-82EE-4EE8-932D-1F60D0238F40}"/>
              </a:ext>
            </a:extLst>
          </p:cNvPr>
          <p:cNvSpPr>
            <a:spLocks noGrp="1"/>
          </p:cNvSpPr>
          <p:nvPr>
            <p:ph type="sldNum" sz="quarter" idx="12"/>
          </p:nvPr>
        </p:nvSpPr>
        <p:spPr/>
        <p:txBody>
          <a:bodyPr/>
          <a:lstStyle/>
          <a:p>
            <a:fld id="{F42B3F14-D836-496B-80A2-23BE75BD68CB}" type="slidenum">
              <a:rPr lang="nl-NL" smtClean="0"/>
              <a:t>‹#›</a:t>
            </a:fld>
            <a:endParaRPr lang="nl-NL"/>
          </a:p>
        </p:txBody>
      </p:sp>
      <p:sp>
        <p:nvSpPr>
          <p:cNvPr id="10" name="Tijdelijke aanduiding voor tekst 9">
            <a:extLst>
              <a:ext uri="{FF2B5EF4-FFF2-40B4-BE49-F238E27FC236}">
                <a16:creationId xmlns:a16="http://schemas.microsoft.com/office/drawing/2014/main" id="{A10D89D2-D66D-4843-A930-57BB92331B10}"/>
              </a:ext>
            </a:extLst>
          </p:cNvPr>
          <p:cNvSpPr>
            <a:spLocks noGrp="1"/>
          </p:cNvSpPr>
          <p:nvPr>
            <p:ph type="body" sz="quarter" idx="13"/>
          </p:nvPr>
        </p:nvSpPr>
        <p:spPr>
          <a:xfrm>
            <a:off x="755650" y="1762125"/>
            <a:ext cx="5220000" cy="43227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11" name="Tijdelijke aanduiding voor afbeelding 65">
            <a:extLst>
              <a:ext uri="{FF2B5EF4-FFF2-40B4-BE49-F238E27FC236}">
                <a16:creationId xmlns:a16="http://schemas.microsoft.com/office/drawing/2014/main" id="{5DC787A1-4890-4BF0-AA41-7E5B60076E02}"/>
              </a:ext>
            </a:extLst>
          </p:cNvPr>
          <p:cNvSpPr>
            <a:spLocks noGrp="1"/>
          </p:cNvSpPr>
          <p:nvPr>
            <p:ph type="pic" sz="quarter" idx="19" hasCustomPrompt="1"/>
          </p:nvPr>
        </p:nvSpPr>
        <p:spPr>
          <a:xfrm>
            <a:off x="6096000" y="857"/>
            <a:ext cx="5644632" cy="6857143"/>
          </a:xfrm>
          <a:solidFill>
            <a:schemeClr val="bg1">
              <a:lumMod val="85000"/>
            </a:schemeClr>
          </a:solidFill>
        </p:spPr>
        <p:txBody>
          <a:bodyPr tIns="3780000"/>
          <a:lstStyle>
            <a:lvl1pPr marL="0" indent="0" algn="ctr">
              <a:buNone/>
              <a:defRPr sz="1400">
                <a:solidFill>
                  <a:schemeClr val="bg2">
                    <a:lumMod val="50000"/>
                  </a:schemeClr>
                </a:solidFill>
              </a:defRPr>
            </a:lvl1pPr>
          </a:lstStyle>
          <a:p>
            <a:r>
              <a:rPr lang="nl-NL"/>
              <a:t>Selecteer afbeelding</a:t>
            </a:r>
            <a:endParaRPr lang="nl-NL" dirty="0"/>
          </a:p>
        </p:txBody>
      </p:sp>
    </p:spTree>
    <p:extLst>
      <p:ext uri="{BB962C8B-B14F-4D97-AF65-F5344CB8AC3E}">
        <p14:creationId xmlns:p14="http://schemas.microsoft.com/office/powerpoint/2010/main" val="3927402273"/>
      </p:ext>
    </p:extLst>
  </p:cSld>
  <p:clrMapOvr>
    <a:masterClrMapping/>
  </p:clrMapOvr>
  <p:hf hdr="0"/>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fbeelding of logo overzich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39F2D50-CADF-4163-A029-8B9A0424B980}"/>
              </a:ext>
            </a:extLst>
          </p:cNvPr>
          <p:cNvSpPr>
            <a:spLocks noGrp="1"/>
          </p:cNvSpPr>
          <p:nvPr>
            <p:ph type="title"/>
          </p:nvPr>
        </p:nvSpPr>
        <p:spPr>
          <a:xfrm>
            <a:off x="756000" y="684000"/>
            <a:ext cx="10512000" cy="468000"/>
          </a:xfrm>
        </p:spPr>
        <p:txBody>
          <a:bodyPr/>
          <a:lstStyle/>
          <a:p>
            <a:r>
              <a:rPr lang="en-US"/>
              <a:t>Click to edit Master title style</a:t>
            </a:r>
            <a:endParaRPr lang="nl-NL" dirty="0"/>
          </a:p>
        </p:txBody>
      </p:sp>
      <p:sp>
        <p:nvSpPr>
          <p:cNvPr id="3" name="Tijdelijke aanduiding voor datum 2">
            <a:extLst>
              <a:ext uri="{FF2B5EF4-FFF2-40B4-BE49-F238E27FC236}">
                <a16:creationId xmlns:a16="http://schemas.microsoft.com/office/drawing/2014/main" id="{560EC3D4-D14B-4BCD-BF52-05BE98A993FB}"/>
              </a:ext>
            </a:extLst>
          </p:cNvPr>
          <p:cNvSpPr>
            <a:spLocks noGrp="1"/>
          </p:cNvSpPr>
          <p:nvPr>
            <p:ph type="dt" sz="half" idx="10"/>
          </p:nvPr>
        </p:nvSpPr>
        <p:spPr/>
        <p:txBody>
          <a:bodyPr/>
          <a:lstStyle/>
          <a:p>
            <a:r>
              <a:rPr lang="nl-NL"/>
              <a:t> 28 november 2019</a:t>
            </a:r>
            <a:endParaRPr lang="nl-NL" dirty="0"/>
          </a:p>
        </p:txBody>
      </p:sp>
      <p:sp>
        <p:nvSpPr>
          <p:cNvPr id="4" name="Tijdelijke aanduiding voor voettekst 3">
            <a:extLst>
              <a:ext uri="{FF2B5EF4-FFF2-40B4-BE49-F238E27FC236}">
                <a16:creationId xmlns:a16="http://schemas.microsoft.com/office/drawing/2014/main" id="{636323C5-92AF-4A0E-82DF-F4AB426B30A0}"/>
              </a:ext>
            </a:extLst>
          </p:cNvPr>
          <p:cNvSpPr>
            <a:spLocks noGrp="1"/>
          </p:cNvSpPr>
          <p:nvPr>
            <p:ph type="ftr" sz="quarter" idx="11"/>
          </p:nvPr>
        </p:nvSpPr>
        <p:spPr/>
        <p:txBody>
          <a:bodyPr/>
          <a:lstStyle/>
          <a:p>
            <a:r>
              <a:rPr lang="nl-NL"/>
              <a:t>Voettekst van de presentatie</a:t>
            </a:r>
            <a:endParaRPr lang="nl-NL" dirty="0"/>
          </a:p>
        </p:txBody>
      </p:sp>
      <p:sp>
        <p:nvSpPr>
          <p:cNvPr id="5" name="Tijdelijke aanduiding voor dianummer 4">
            <a:extLst>
              <a:ext uri="{FF2B5EF4-FFF2-40B4-BE49-F238E27FC236}">
                <a16:creationId xmlns:a16="http://schemas.microsoft.com/office/drawing/2014/main" id="{4FFE8BBA-2E99-4D96-8F25-2A98D038D13D}"/>
              </a:ext>
            </a:extLst>
          </p:cNvPr>
          <p:cNvSpPr>
            <a:spLocks noGrp="1"/>
          </p:cNvSpPr>
          <p:nvPr>
            <p:ph type="sldNum" sz="quarter" idx="12"/>
          </p:nvPr>
        </p:nvSpPr>
        <p:spPr/>
        <p:txBody>
          <a:bodyPr/>
          <a:lstStyle/>
          <a:p>
            <a:fld id="{F42B3F14-D836-496B-80A2-23BE75BD68CB}" type="slidenum">
              <a:rPr lang="nl-NL" smtClean="0"/>
              <a:pPr/>
              <a:t>‹#›</a:t>
            </a:fld>
            <a:endParaRPr lang="nl-NL" dirty="0"/>
          </a:p>
        </p:txBody>
      </p:sp>
      <p:sp>
        <p:nvSpPr>
          <p:cNvPr id="8" name="Tijdelijke aanduiding voor afbeelding 65">
            <a:extLst>
              <a:ext uri="{FF2B5EF4-FFF2-40B4-BE49-F238E27FC236}">
                <a16:creationId xmlns:a16="http://schemas.microsoft.com/office/drawing/2014/main" id="{2AF1D927-9FAE-49C1-9BD6-F1C4F8D7594F}"/>
              </a:ext>
            </a:extLst>
          </p:cNvPr>
          <p:cNvSpPr>
            <a:spLocks noGrp="1"/>
          </p:cNvSpPr>
          <p:nvPr>
            <p:ph type="pic" sz="quarter" idx="20" hasCustomPrompt="1"/>
          </p:nvPr>
        </p:nvSpPr>
        <p:spPr>
          <a:xfrm>
            <a:off x="755650" y="1768763"/>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9" name="Tijdelijke aanduiding voor afbeelding 65">
            <a:extLst>
              <a:ext uri="{FF2B5EF4-FFF2-40B4-BE49-F238E27FC236}">
                <a16:creationId xmlns:a16="http://schemas.microsoft.com/office/drawing/2014/main" id="{733ADF27-84E5-4C77-A414-7F0E4DA3DA94}"/>
              </a:ext>
            </a:extLst>
          </p:cNvPr>
          <p:cNvSpPr>
            <a:spLocks noGrp="1"/>
          </p:cNvSpPr>
          <p:nvPr>
            <p:ph type="pic" sz="quarter" idx="21" hasCustomPrompt="1"/>
          </p:nvPr>
        </p:nvSpPr>
        <p:spPr>
          <a:xfrm>
            <a:off x="2906724" y="1768763"/>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0" name="Tijdelijke aanduiding voor afbeelding 65">
            <a:extLst>
              <a:ext uri="{FF2B5EF4-FFF2-40B4-BE49-F238E27FC236}">
                <a16:creationId xmlns:a16="http://schemas.microsoft.com/office/drawing/2014/main" id="{1C857FC7-6D65-4C72-9D0F-581A48D07155}"/>
              </a:ext>
            </a:extLst>
          </p:cNvPr>
          <p:cNvSpPr>
            <a:spLocks noGrp="1"/>
          </p:cNvSpPr>
          <p:nvPr>
            <p:ph type="pic" sz="quarter" idx="22" hasCustomPrompt="1"/>
          </p:nvPr>
        </p:nvSpPr>
        <p:spPr>
          <a:xfrm>
            <a:off x="5057799" y="1768763"/>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1" name="Tijdelijke aanduiding voor afbeelding 65">
            <a:extLst>
              <a:ext uri="{FF2B5EF4-FFF2-40B4-BE49-F238E27FC236}">
                <a16:creationId xmlns:a16="http://schemas.microsoft.com/office/drawing/2014/main" id="{B765388F-978F-43F5-923F-85D826894A42}"/>
              </a:ext>
            </a:extLst>
          </p:cNvPr>
          <p:cNvSpPr>
            <a:spLocks noGrp="1"/>
          </p:cNvSpPr>
          <p:nvPr>
            <p:ph type="pic" sz="quarter" idx="23" hasCustomPrompt="1"/>
          </p:nvPr>
        </p:nvSpPr>
        <p:spPr>
          <a:xfrm>
            <a:off x="7208875" y="1768763"/>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2" name="Tijdelijke aanduiding voor afbeelding 65">
            <a:extLst>
              <a:ext uri="{FF2B5EF4-FFF2-40B4-BE49-F238E27FC236}">
                <a16:creationId xmlns:a16="http://schemas.microsoft.com/office/drawing/2014/main" id="{EA87D663-B54E-4A21-A00C-0BD3BFB46479}"/>
              </a:ext>
            </a:extLst>
          </p:cNvPr>
          <p:cNvSpPr>
            <a:spLocks noGrp="1"/>
          </p:cNvSpPr>
          <p:nvPr>
            <p:ph type="pic" sz="quarter" idx="24" hasCustomPrompt="1"/>
          </p:nvPr>
        </p:nvSpPr>
        <p:spPr>
          <a:xfrm>
            <a:off x="9359950" y="1768763"/>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3" name="Tijdelijke aanduiding voor afbeelding 65">
            <a:extLst>
              <a:ext uri="{FF2B5EF4-FFF2-40B4-BE49-F238E27FC236}">
                <a16:creationId xmlns:a16="http://schemas.microsoft.com/office/drawing/2014/main" id="{56FDE74E-0F50-4155-BEEC-2850FDC97DB4}"/>
              </a:ext>
            </a:extLst>
          </p:cNvPr>
          <p:cNvSpPr>
            <a:spLocks noGrp="1"/>
          </p:cNvSpPr>
          <p:nvPr>
            <p:ph type="pic" sz="quarter" idx="25" hasCustomPrompt="1"/>
          </p:nvPr>
        </p:nvSpPr>
        <p:spPr>
          <a:xfrm>
            <a:off x="755650" y="290709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4" name="Tijdelijke aanduiding voor afbeelding 65">
            <a:extLst>
              <a:ext uri="{FF2B5EF4-FFF2-40B4-BE49-F238E27FC236}">
                <a16:creationId xmlns:a16="http://schemas.microsoft.com/office/drawing/2014/main" id="{D71C804D-3C0F-41A5-8373-6A3A8168C959}"/>
              </a:ext>
            </a:extLst>
          </p:cNvPr>
          <p:cNvSpPr>
            <a:spLocks noGrp="1"/>
          </p:cNvSpPr>
          <p:nvPr>
            <p:ph type="pic" sz="quarter" idx="26" hasCustomPrompt="1"/>
          </p:nvPr>
        </p:nvSpPr>
        <p:spPr>
          <a:xfrm>
            <a:off x="2906724" y="290709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5" name="Tijdelijke aanduiding voor afbeelding 65">
            <a:extLst>
              <a:ext uri="{FF2B5EF4-FFF2-40B4-BE49-F238E27FC236}">
                <a16:creationId xmlns:a16="http://schemas.microsoft.com/office/drawing/2014/main" id="{0C3E9BDF-7ACE-40C6-8AC1-CCDE842E1F33}"/>
              </a:ext>
            </a:extLst>
          </p:cNvPr>
          <p:cNvSpPr>
            <a:spLocks noGrp="1"/>
          </p:cNvSpPr>
          <p:nvPr>
            <p:ph type="pic" sz="quarter" idx="27" hasCustomPrompt="1"/>
          </p:nvPr>
        </p:nvSpPr>
        <p:spPr>
          <a:xfrm>
            <a:off x="5057799" y="290709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6" name="Tijdelijke aanduiding voor afbeelding 65">
            <a:extLst>
              <a:ext uri="{FF2B5EF4-FFF2-40B4-BE49-F238E27FC236}">
                <a16:creationId xmlns:a16="http://schemas.microsoft.com/office/drawing/2014/main" id="{4E753E60-0CC4-4D5F-9F09-D1EB7F5C1B6B}"/>
              </a:ext>
            </a:extLst>
          </p:cNvPr>
          <p:cNvSpPr>
            <a:spLocks noGrp="1"/>
          </p:cNvSpPr>
          <p:nvPr>
            <p:ph type="pic" sz="quarter" idx="28" hasCustomPrompt="1"/>
          </p:nvPr>
        </p:nvSpPr>
        <p:spPr>
          <a:xfrm>
            <a:off x="7208875" y="290709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7" name="Tijdelijke aanduiding voor afbeelding 65">
            <a:extLst>
              <a:ext uri="{FF2B5EF4-FFF2-40B4-BE49-F238E27FC236}">
                <a16:creationId xmlns:a16="http://schemas.microsoft.com/office/drawing/2014/main" id="{3CA6A3D3-992C-4A44-ACE1-E437BA7329B1}"/>
              </a:ext>
            </a:extLst>
          </p:cNvPr>
          <p:cNvSpPr>
            <a:spLocks noGrp="1"/>
          </p:cNvSpPr>
          <p:nvPr>
            <p:ph type="pic" sz="quarter" idx="29" hasCustomPrompt="1"/>
          </p:nvPr>
        </p:nvSpPr>
        <p:spPr>
          <a:xfrm>
            <a:off x="9359950" y="290709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8" name="Tijdelijke aanduiding voor afbeelding 65">
            <a:extLst>
              <a:ext uri="{FF2B5EF4-FFF2-40B4-BE49-F238E27FC236}">
                <a16:creationId xmlns:a16="http://schemas.microsoft.com/office/drawing/2014/main" id="{92F6A7FF-822A-4C63-8F78-1CCC66B86963}"/>
              </a:ext>
            </a:extLst>
          </p:cNvPr>
          <p:cNvSpPr>
            <a:spLocks noGrp="1"/>
          </p:cNvSpPr>
          <p:nvPr>
            <p:ph type="pic" sz="quarter" idx="30" hasCustomPrompt="1"/>
          </p:nvPr>
        </p:nvSpPr>
        <p:spPr>
          <a:xfrm>
            <a:off x="755650" y="404542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19" name="Tijdelijke aanduiding voor afbeelding 65">
            <a:extLst>
              <a:ext uri="{FF2B5EF4-FFF2-40B4-BE49-F238E27FC236}">
                <a16:creationId xmlns:a16="http://schemas.microsoft.com/office/drawing/2014/main" id="{9E6C6AC3-C163-4C9D-AC60-05BBCCF91478}"/>
              </a:ext>
            </a:extLst>
          </p:cNvPr>
          <p:cNvSpPr>
            <a:spLocks noGrp="1"/>
          </p:cNvSpPr>
          <p:nvPr>
            <p:ph type="pic" sz="quarter" idx="31" hasCustomPrompt="1"/>
          </p:nvPr>
        </p:nvSpPr>
        <p:spPr>
          <a:xfrm>
            <a:off x="2906724" y="404542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20" name="Tijdelijke aanduiding voor afbeelding 65">
            <a:extLst>
              <a:ext uri="{FF2B5EF4-FFF2-40B4-BE49-F238E27FC236}">
                <a16:creationId xmlns:a16="http://schemas.microsoft.com/office/drawing/2014/main" id="{3168A12F-BFBE-4360-98BA-A467C3F113EF}"/>
              </a:ext>
            </a:extLst>
          </p:cNvPr>
          <p:cNvSpPr>
            <a:spLocks noGrp="1"/>
          </p:cNvSpPr>
          <p:nvPr>
            <p:ph type="pic" sz="quarter" idx="32" hasCustomPrompt="1"/>
          </p:nvPr>
        </p:nvSpPr>
        <p:spPr>
          <a:xfrm>
            <a:off x="5057799" y="404542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21" name="Tijdelijke aanduiding voor afbeelding 65">
            <a:extLst>
              <a:ext uri="{FF2B5EF4-FFF2-40B4-BE49-F238E27FC236}">
                <a16:creationId xmlns:a16="http://schemas.microsoft.com/office/drawing/2014/main" id="{27717DEB-1276-417F-A482-0C7E87407CFC}"/>
              </a:ext>
            </a:extLst>
          </p:cNvPr>
          <p:cNvSpPr>
            <a:spLocks noGrp="1"/>
          </p:cNvSpPr>
          <p:nvPr>
            <p:ph type="pic" sz="quarter" idx="33" hasCustomPrompt="1"/>
          </p:nvPr>
        </p:nvSpPr>
        <p:spPr>
          <a:xfrm>
            <a:off x="7208875" y="404542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22" name="Tijdelijke aanduiding voor afbeelding 65">
            <a:extLst>
              <a:ext uri="{FF2B5EF4-FFF2-40B4-BE49-F238E27FC236}">
                <a16:creationId xmlns:a16="http://schemas.microsoft.com/office/drawing/2014/main" id="{DC804FE7-5194-45B7-9F11-66B83C126F8D}"/>
              </a:ext>
            </a:extLst>
          </p:cNvPr>
          <p:cNvSpPr>
            <a:spLocks noGrp="1"/>
          </p:cNvSpPr>
          <p:nvPr>
            <p:ph type="pic" sz="quarter" idx="34" hasCustomPrompt="1"/>
          </p:nvPr>
        </p:nvSpPr>
        <p:spPr>
          <a:xfrm>
            <a:off x="9359950" y="4045422"/>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23" name="Tijdelijke aanduiding voor afbeelding 65">
            <a:extLst>
              <a:ext uri="{FF2B5EF4-FFF2-40B4-BE49-F238E27FC236}">
                <a16:creationId xmlns:a16="http://schemas.microsoft.com/office/drawing/2014/main" id="{13BF1A4D-0004-47F5-BD22-5574315802E6}"/>
              </a:ext>
            </a:extLst>
          </p:cNvPr>
          <p:cNvSpPr>
            <a:spLocks noGrp="1"/>
          </p:cNvSpPr>
          <p:nvPr>
            <p:ph type="pic" sz="quarter" idx="35" hasCustomPrompt="1"/>
          </p:nvPr>
        </p:nvSpPr>
        <p:spPr>
          <a:xfrm>
            <a:off x="755650" y="5183751"/>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24" name="Tijdelijke aanduiding voor afbeelding 65">
            <a:extLst>
              <a:ext uri="{FF2B5EF4-FFF2-40B4-BE49-F238E27FC236}">
                <a16:creationId xmlns:a16="http://schemas.microsoft.com/office/drawing/2014/main" id="{40E7FE1B-81AA-4D57-A470-4914C5DE257A}"/>
              </a:ext>
            </a:extLst>
          </p:cNvPr>
          <p:cNvSpPr>
            <a:spLocks noGrp="1"/>
          </p:cNvSpPr>
          <p:nvPr>
            <p:ph type="pic" sz="quarter" idx="36" hasCustomPrompt="1"/>
          </p:nvPr>
        </p:nvSpPr>
        <p:spPr>
          <a:xfrm>
            <a:off x="2906724" y="5183751"/>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25" name="Tijdelijke aanduiding voor afbeelding 65">
            <a:extLst>
              <a:ext uri="{FF2B5EF4-FFF2-40B4-BE49-F238E27FC236}">
                <a16:creationId xmlns:a16="http://schemas.microsoft.com/office/drawing/2014/main" id="{D4810DC4-4E2F-4B0D-88EA-49713EC28B61}"/>
              </a:ext>
            </a:extLst>
          </p:cNvPr>
          <p:cNvSpPr>
            <a:spLocks noGrp="1"/>
          </p:cNvSpPr>
          <p:nvPr>
            <p:ph type="pic" sz="quarter" idx="37" hasCustomPrompt="1"/>
          </p:nvPr>
        </p:nvSpPr>
        <p:spPr>
          <a:xfrm>
            <a:off x="5057799" y="5183751"/>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26" name="Tijdelijke aanduiding voor afbeelding 65">
            <a:extLst>
              <a:ext uri="{FF2B5EF4-FFF2-40B4-BE49-F238E27FC236}">
                <a16:creationId xmlns:a16="http://schemas.microsoft.com/office/drawing/2014/main" id="{C38C4235-7F22-4988-B598-0D97819CFE5D}"/>
              </a:ext>
            </a:extLst>
          </p:cNvPr>
          <p:cNvSpPr>
            <a:spLocks noGrp="1"/>
          </p:cNvSpPr>
          <p:nvPr>
            <p:ph type="pic" sz="quarter" idx="38" hasCustomPrompt="1"/>
          </p:nvPr>
        </p:nvSpPr>
        <p:spPr>
          <a:xfrm>
            <a:off x="7208875" y="5183751"/>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
        <p:nvSpPr>
          <p:cNvPr id="27" name="Tijdelijke aanduiding voor afbeelding 65">
            <a:extLst>
              <a:ext uri="{FF2B5EF4-FFF2-40B4-BE49-F238E27FC236}">
                <a16:creationId xmlns:a16="http://schemas.microsoft.com/office/drawing/2014/main" id="{F9CC71FE-8D91-41AA-BD80-0A48C4E294A3}"/>
              </a:ext>
            </a:extLst>
          </p:cNvPr>
          <p:cNvSpPr>
            <a:spLocks noGrp="1"/>
          </p:cNvSpPr>
          <p:nvPr>
            <p:ph type="pic" sz="quarter" idx="39" hasCustomPrompt="1"/>
          </p:nvPr>
        </p:nvSpPr>
        <p:spPr>
          <a:xfrm>
            <a:off x="9359950" y="5183751"/>
            <a:ext cx="1908050" cy="905011"/>
          </a:xfrm>
          <a:noFill/>
        </p:spPr>
        <p:txBody>
          <a:bodyPr tIns="720000">
            <a:normAutofit/>
          </a:bodyPr>
          <a:lstStyle>
            <a:lvl1pPr marL="0" indent="0" algn="ctr">
              <a:buNone/>
              <a:defRPr sz="800">
                <a:solidFill>
                  <a:schemeClr val="bg2">
                    <a:lumMod val="50000"/>
                  </a:schemeClr>
                </a:solidFill>
              </a:defRPr>
            </a:lvl1pPr>
          </a:lstStyle>
          <a:p>
            <a:r>
              <a:rPr lang="nl-NL"/>
              <a:t>Selecteer afbeelding</a:t>
            </a:r>
            <a:endParaRPr lang="nl-NL" dirty="0"/>
          </a:p>
        </p:txBody>
      </p:sp>
    </p:spTree>
    <p:extLst>
      <p:ext uri="{BB962C8B-B14F-4D97-AF65-F5344CB8AC3E}">
        <p14:creationId xmlns:p14="http://schemas.microsoft.com/office/powerpoint/2010/main" val="3169775882"/>
      </p:ext>
    </p:extLst>
  </p:cSld>
  <p:clrMapOvr>
    <a:masterClrMapping/>
  </p:clrMapOvr>
  <p:hf hdr="0"/>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Afbeelding met bol (Groen)">
    <p:spTree>
      <p:nvGrpSpPr>
        <p:cNvPr id="1" name=""/>
        <p:cNvGrpSpPr/>
        <p:nvPr/>
      </p:nvGrpSpPr>
      <p:grpSpPr>
        <a:xfrm>
          <a:off x="0" y="0"/>
          <a:ext cx="0" cy="0"/>
          <a:chOff x="0" y="0"/>
          <a:chExt cx="0" cy="0"/>
        </a:xfrm>
      </p:grpSpPr>
      <p:sp>
        <p:nvSpPr>
          <p:cNvPr id="11" name="Tijdelijke aanduiding voor afbeelding 65">
            <a:extLst>
              <a:ext uri="{FF2B5EF4-FFF2-40B4-BE49-F238E27FC236}">
                <a16:creationId xmlns:a16="http://schemas.microsoft.com/office/drawing/2014/main" id="{5DC787A1-4890-4BF0-AA41-7E5B60076E02}"/>
              </a:ext>
            </a:extLst>
          </p:cNvPr>
          <p:cNvSpPr>
            <a:spLocks noGrp="1"/>
          </p:cNvSpPr>
          <p:nvPr>
            <p:ph type="pic" sz="quarter" idx="19" hasCustomPrompt="1"/>
          </p:nvPr>
        </p:nvSpPr>
        <p:spPr>
          <a:xfrm>
            <a:off x="0" y="0"/>
            <a:ext cx="12192000" cy="6858000"/>
          </a:xfrm>
          <a:solidFill>
            <a:schemeClr val="bg1">
              <a:lumMod val="85000"/>
            </a:schemeClr>
          </a:solidFill>
        </p:spPr>
        <p:txBody>
          <a:bodyPr tIns="3780000">
            <a:normAutofit/>
          </a:bodyPr>
          <a:lstStyle>
            <a:lvl1pPr marL="0" indent="0" algn="ctr">
              <a:buNone/>
              <a:defRPr sz="2400">
                <a:solidFill>
                  <a:schemeClr val="bg2">
                    <a:lumMod val="50000"/>
                  </a:schemeClr>
                </a:solidFill>
              </a:defRPr>
            </a:lvl1pPr>
          </a:lstStyle>
          <a:p>
            <a:r>
              <a:rPr lang="nl-NL"/>
              <a:t>Selecteer afbeelding</a:t>
            </a:r>
            <a:endParaRPr lang="nl-NL" dirty="0"/>
          </a:p>
        </p:txBody>
      </p:sp>
      <p:sp>
        <p:nvSpPr>
          <p:cNvPr id="15" name="Tijdelijke aanduiding voor tekst 14">
            <a:extLst>
              <a:ext uri="{FF2B5EF4-FFF2-40B4-BE49-F238E27FC236}">
                <a16:creationId xmlns:a16="http://schemas.microsoft.com/office/drawing/2014/main" id="{B256FF6D-B760-43BA-B16F-E3D5015A3F29}"/>
              </a:ext>
            </a:extLst>
          </p:cNvPr>
          <p:cNvSpPr>
            <a:spLocks noGrp="1" noChangeAspect="1"/>
          </p:cNvSpPr>
          <p:nvPr>
            <p:ph type="body" sz="quarter" idx="20"/>
          </p:nvPr>
        </p:nvSpPr>
        <p:spPr>
          <a:xfrm>
            <a:off x="53" y="447038"/>
            <a:ext cx="5497409" cy="5943600"/>
          </a:xfrm>
          <a:custGeom>
            <a:avLst/>
            <a:gdLst>
              <a:gd name="connsiteX0" fmla="*/ 2525609 w 5497409"/>
              <a:gd name="connsiteY0" fmla="*/ 0 h 5943600"/>
              <a:gd name="connsiteX1" fmla="*/ 5497409 w 5497409"/>
              <a:gd name="connsiteY1" fmla="*/ 2971800 h 5943600"/>
              <a:gd name="connsiteX2" fmla="*/ 2525609 w 5497409"/>
              <a:gd name="connsiteY2" fmla="*/ 5943600 h 5943600"/>
              <a:gd name="connsiteX3" fmla="*/ 61346 w 5497409"/>
              <a:gd name="connsiteY3" fmla="*/ 4633362 h 5943600"/>
              <a:gd name="connsiteX4" fmla="*/ 0 w 5497409"/>
              <a:gd name="connsiteY4" fmla="*/ 4532384 h 5943600"/>
              <a:gd name="connsiteX5" fmla="*/ 0 w 5497409"/>
              <a:gd name="connsiteY5" fmla="*/ 1411217 h 5943600"/>
              <a:gd name="connsiteX6" fmla="*/ 61346 w 5497409"/>
              <a:gd name="connsiteY6" fmla="*/ 1310238 h 5943600"/>
              <a:gd name="connsiteX7" fmla="*/ 2525609 w 5497409"/>
              <a:gd name="connsiteY7" fmla="*/ 0 h 5943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497409" h="5943600">
                <a:moveTo>
                  <a:pt x="2525609" y="0"/>
                </a:moveTo>
                <a:cubicBezTo>
                  <a:pt x="4166889" y="0"/>
                  <a:pt x="5497409" y="1330520"/>
                  <a:pt x="5497409" y="2971800"/>
                </a:cubicBezTo>
                <a:cubicBezTo>
                  <a:pt x="5497409" y="4613080"/>
                  <a:pt x="4166889" y="5943600"/>
                  <a:pt x="2525609" y="5943600"/>
                </a:cubicBezTo>
                <a:cubicBezTo>
                  <a:pt x="1499809" y="5943600"/>
                  <a:pt x="595400" y="5423866"/>
                  <a:pt x="61346" y="4633362"/>
                </a:cubicBezTo>
                <a:lnTo>
                  <a:pt x="0" y="4532384"/>
                </a:lnTo>
                <a:lnTo>
                  <a:pt x="0" y="1411217"/>
                </a:lnTo>
                <a:lnTo>
                  <a:pt x="61346" y="1310238"/>
                </a:lnTo>
                <a:cubicBezTo>
                  <a:pt x="595400" y="519735"/>
                  <a:pt x="1499809" y="0"/>
                  <a:pt x="2525609" y="0"/>
                </a:cubicBezTo>
                <a:close/>
              </a:path>
            </a:pathLst>
          </a:custGeom>
          <a:gradFill flip="none" rotWithShape="1">
            <a:gsLst>
              <a:gs pos="0">
                <a:schemeClr val="accent4">
                  <a:alpha val="0"/>
                </a:schemeClr>
              </a:gs>
              <a:gs pos="100000">
                <a:schemeClr val="accent4"/>
              </a:gs>
            </a:gsLst>
            <a:lin ang="10800000" scaled="1"/>
            <a:tileRect/>
          </a:gradFill>
        </p:spPr>
        <p:txBody>
          <a:bodyPr vert="wordArtVert" wrap="square" rIns="6336000">
            <a:noAutofit/>
          </a:bodyPr>
          <a:lstStyle>
            <a:lvl1pPr marL="0" indent="0">
              <a:buNone/>
              <a:defRPr sz="100">
                <a:solidFill>
                  <a:srgbClr val="E6E6E6"/>
                </a:solidFill>
              </a:defRPr>
            </a:lvl1pPr>
          </a:lstStyle>
          <a:p>
            <a:pPr lvl="0"/>
            <a:r>
              <a:rPr lang="en-US"/>
              <a:t>Click to edit Master text styles</a:t>
            </a:r>
          </a:p>
        </p:txBody>
      </p:sp>
      <p:sp>
        <p:nvSpPr>
          <p:cNvPr id="3" name="Tijdelijke aanduiding voor datum 2">
            <a:extLst>
              <a:ext uri="{FF2B5EF4-FFF2-40B4-BE49-F238E27FC236}">
                <a16:creationId xmlns:a16="http://schemas.microsoft.com/office/drawing/2014/main" id="{72711AF3-2B55-481E-9ED2-5ACC1009CDAE}"/>
              </a:ext>
            </a:extLst>
          </p:cNvPr>
          <p:cNvSpPr>
            <a:spLocks noGrp="1"/>
          </p:cNvSpPr>
          <p:nvPr>
            <p:ph type="dt" sz="half" idx="21"/>
          </p:nvPr>
        </p:nvSpPr>
        <p:spPr>
          <a:xfrm>
            <a:off x="13143900" y="4157669"/>
            <a:ext cx="153888" cy="1485895"/>
          </a:xfrm>
        </p:spPr>
        <p:txBody>
          <a:bodyPr/>
          <a:lstStyle>
            <a:lvl1pPr>
              <a:defRPr>
                <a:solidFill>
                  <a:srgbClr val="E6E6E6"/>
                </a:solidFill>
              </a:defRPr>
            </a:lvl1pPr>
          </a:lstStyle>
          <a:p>
            <a:r>
              <a:rPr lang="nl-NL"/>
              <a:t> 28 november 2019</a:t>
            </a:r>
            <a:endParaRPr lang="nl-NL" dirty="0"/>
          </a:p>
        </p:txBody>
      </p:sp>
      <p:sp>
        <p:nvSpPr>
          <p:cNvPr id="7" name="Tijdelijke aanduiding voor voettekst 6">
            <a:extLst>
              <a:ext uri="{FF2B5EF4-FFF2-40B4-BE49-F238E27FC236}">
                <a16:creationId xmlns:a16="http://schemas.microsoft.com/office/drawing/2014/main" id="{4876A113-1D30-4087-9D42-E90369759F07}"/>
              </a:ext>
            </a:extLst>
          </p:cNvPr>
          <p:cNvSpPr>
            <a:spLocks noGrp="1"/>
          </p:cNvSpPr>
          <p:nvPr>
            <p:ph type="ftr" sz="quarter" idx="22"/>
          </p:nvPr>
        </p:nvSpPr>
        <p:spPr>
          <a:xfrm>
            <a:off x="12613272" y="541695"/>
            <a:ext cx="153888" cy="5101869"/>
          </a:xfrm>
        </p:spPr>
        <p:txBody>
          <a:bodyPr/>
          <a:lstStyle>
            <a:lvl1pPr>
              <a:defRPr>
                <a:solidFill>
                  <a:srgbClr val="E6E6E6"/>
                </a:solidFill>
              </a:defRPr>
            </a:lvl1pPr>
          </a:lstStyle>
          <a:p>
            <a:r>
              <a:rPr lang="nl-NL"/>
              <a:t>Voettekst van de presentatie</a:t>
            </a:r>
          </a:p>
        </p:txBody>
      </p:sp>
      <p:sp>
        <p:nvSpPr>
          <p:cNvPr id="8" name="Tijdelijke aanduiding voor dianummer 7">
            <a:extLst>
              <a:ext uri="{FF2B5EF4-FFF2-40B4-BE49-F238E27FC236}">
                <a16:creationId xmlns:a16="http://schemas.microsoft.com/office/drawing/2014/main" id="{81E34DD4-0E1C-4461-98C5-DDEC9922F5D9}"/>
              </a:ext>
            </a:extLst>
          </p:cNvPr>
          <p:cNvSpPr>
            <a:spLocks noGrp="1"/>
          </p:cNvSpPr>
          <p:nvPr>
            <p:ph type="sldNum" sz="quarter" idx="23"/>
          </p:nvPr>
        </p:nvSpPr>
        <p:spPr>
          <a:xfrm>
            <a:off x="1246706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
        <p:nvSpPr>
          <p:cNvPr id="4" name="Titel 3">
            <a:extLst>
              <a:ext uri="{FF2B5EF4-FFF2-40B4-BE49-F238E27FC236}">
                <a16:creationId xmlns:a16="http://schemas.microsoft.com/office/drawing/2014/main" id="{D7449E03-26AF-49A4-81EB-7C9E07304CA1}"/>
              </a:ext>
            </a:extLst>
          </p:cNvPr>
          <p:cNvSpPr>
            <a:spLocks noGrp="1"/>
          </p:cNvSpPr>
          <p:nvPr>
            <p:ph type="title"/>
          </p:nvPr>
        </p:nvSpPr>
        <p:spPr/>
        <p:txBody>
          <a:bodyPr/>
          <a:lstStyle>
            <a:lvl1pPr>
              <a:defRPr>
                <a:solidFill>
                  <a:schemeClr val="bg1"/>
                </a:solidFill>
              </a:defRPr>
            </a:lvl1pPr>
          </a:lstStyle>
          <a:p>
            <a:r>
              <a:rPr lang="en-US"/>
              <a:t>Click to edit Master title style</a:t>
            </a:r>
            <a:endParaRPr lang="en-GB"/>
          </a:p>
        </p:txBody>
      </p:sp>
    </p:spTree>
    <p:extLst>
      <p:ext uri="{BB962C8B-B14F-4D97-AF65-F5344CB8AC3E}">
        <p14:creationId xmlns:p14="http://schemas.microsoft.com/office/powerpoint/2010/main" val="1592111957"/>
      </p:ext>
    </p:extLst>
  </p:cSld>
  <p:clrMapOvr>
    <a:masterClrMapping/>
  </p:clrMapOvr>
  <p:hf hdr="0"/>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Afbeelding en accent (blauw)">
    <p:spTree>
      <p:nvGrpSpPr>
        <p:cNvPr id="1" name=""/>
        <p:cNvGrpSpPr/>
        <p:nvPr/>
      </p:nvGrpSpPr>
      <p:grpSpPr>
        <a:xfrm>
          <a:off x="0" y="0"/>
          <a:ext cx="0" cy="0"/>
          <a:chOff x="0" y="0"/>
          <a:chExt cx="0" cy="0"/>
        </a:xfrm>
      </p:grpSpPr>
      <p:sp>
        <p:nvSpPr>
          <p:cNvPr id="11" name="Tijdelijke aanduiding voor afbeelding 65">
            <a:extLst>
              <a:ext uri="{FF2B5EF4-FFF2-40B4-BE49-F238E27FC236}">
                <a16:creationId xmlns:a16="http://schemas.microsoft.com/office/drawing/2014/main" id="{5DC787A1-4890-4BF0-AA41-7E5B60076E02}"/>
              </a:ext>
            </a:extLst>
          </p:cNvPr>
          <p:cNvSpPr>
            <a:spLocks noGrp="1"/>
          </p:cNvSpPr>
          <p:nvPr>
            <p:ph type="pic" sz="quarter" idx="19" hasCustomPrompt="1"/>
          </p:nvPr>
        </p:nvSpPr>
        <p:spPr>
          <a:xfrm>
            <a:off x="0" y="0"/>
            <a:ext cx="12192000" cy="6858000"/>
          </a:xfrm>
          <a:solidFill>
            <a:schemeClr val="bg1">
              <a:lumMod val="85000"/>
            </a:schemeClr>
          </a:solidFill>
        </p:spPr>
        <p:txBody>
          <a:bodyPr tIns="3780000">
            <a:normAutofit/>
          </a:bodyPr>
          <a:lstStyle>
            <a:lvl1pPr marL="0" indent="0" algn="ctr">
              <a:buNone/>
              <a:defRPr sz="2400">
                <a:solidFill>
                  <a:schemeClr val="bg2">
                    <a:lumMod val="50000"/>
                  </a:schemeClr>
                </a:solidFill>
              </a:defRPr>
            </a:lvl1pPr>
          </a:lstStyle>
          <a:p>
            <a:r>
              <a:rPr lang="nl-NL" dirty="0"/>
              <a:t>Selecteer afbeelding</a:t>
            </a:r>
          </a:p>
        </p:txBody>
      </p:sp>
      <p:sp>
        <p:nvSpPr>
          <p:cNvPr id="12" name="Tijdelijke aanduiding voor tekst 11">
            <a:extLst>
              <a:ext uri="{FF2B5EF4-FFF2-40B4-BE49-F238E27FC236}">
                <a16:creationId xmlns:a16="http://schemas.microsoft.com/office/drawing/2014/main" id="{E4274EA9-4496-4404-9868-D64D2F1ABF62}"/>
              </a:ext>
            </a:extLst>
          </p:cNvPr>
          <p:cNvSpPr>
            <a:spLocks noGrp="1"/>
          </p:cNvSpPr>
          <p:nvPr>
            <p:ph type="body" sz="quarter" idx="20"/>
          </p:nvPr>
        </p:nvSpPr>
        <p:spPr>
          <a:xfrm>
            <a:off x="457726" y="4885884"/>
            <a:ext cx="7776000" cy="1057103"/>
          </a:xfrm>
          <a:solidFill>
            <a:schemeClr val="tx2"/>
          </a:solidFill>
        </p:spPr>
        <p:txBody>
          <a:bodyPr wrap="square" lIns="306000" tIns="576000" rIns="216000" bIns="288000">
            <a:spAutoFit/>
          </a:bodyPr>
          <a:lstStyle>
            <a:lvl1pPr marL="0" indent="0">
              <a:lnSpc>
                <a:spcPct val="100000"/>
              </a:lnSpc>
              <a:buNone/>
              <a:defRPr sz="1200">
                <a:solidFill>
                  <a:schemeClr val="bg1"/>
                </a:solidFill>
              </a:defRPr>
            </a:lvl1pPr>
          </a:lstStyle>
          <a:p>
            <a:pPr lvl="0"/>
            <a:r>
              <a:rPr lang="en-US"/>
              <a:t>Click to edit Master text styles</a:t>
            </a:r>
          </a:p>
        </p:txBody>
      </p:sp>
      <p:sp>
        <p:nvSpPr>
          <p:cNvPr id="3" name="Titel 2">
            <a:extLst>
              <a:ext uri="{FF2B5EF4-FFF2-40B4-BE49-F238E27FC236}">
                <a16:creationId xmlns:a16="http://schemas.microsoft.com/office/drawing/2014/main" id="{C4A118DB-D1B4-428A-8989-29D769389A04}"/>
              </a:ext>
            </a:extLst>
          </p:cNvPr>
          <p:cNvSpPr>
            <a:spLocks noGrp="1"/>
          </p:cNvSpPr>
          <p:nvPr>
            <p:ph type="title"/>
          </p:nvPr>
        </p:nvSpPr>
        <p:spPr>
          <a:xfrm>
            <a:off x="759923" y="5150561"/>
            <a:ext cx="7200000" cy="252000"/>
          </a:xfrm>
        </p:spPr>
        <p:txBody>
          <a:bodyPr wrap="none"/>
          <a:lstStyle>
            <a:lvl1pPr>
              <a:defRPr sz="1800" b="1">
                <a:solidFill>
                  <a:schemeClr val="bg1"/>
                </a:solidFill>
              </a:defRPr>
            </a:lvl1pPr>
          </a:lstStyle>
          <a:p>
            <a:r>
              <a:rPr lang="en-US"/>
              <a:t>Click to edit Master title style</a:t>
            </a:r>
            <a:endParaRPr lang="nl-NL" dirty="0"/>
          </a:p>
        </p:txBody>
      </p:sp>
      <p:sp>
        <p:nvSpPr>
          <p:cNvPr id="2" name="Tijdelijke aanduiding voor datum 1">
            <a:extLst>
              <a:ext uri="{FF2B5EF4-FFF2-40B4-BE49-F238E27FC236}">
                <a16:creationId xmlns:a16="http://schemas.microsoft.com/office/drawing/2014/main" id="{C2BE7A57-D121-4714-8A53-2C2146121931}"/>
              </a:ext>
            </a:extLst>
          </p:cNvPr>
          <p:cNvSpPr>
            <a:spLocks noGrp="1"/>
          </p:cNvSpPr>
          <p:nvPr>
            <p:ph type="dt" sz="half" idx="21"/>
          </p:nvPr>
        </p:nvSpPr>
        <p:spPr>
          <a:xfrm>
            <a:off x="13182000" y="4157669"/>
            <a:ext cx="153888" cy="1485895"/>
          </a:xfrm>
        </p:spPr>
        <p:txBody>
          <a:bodyPr/>
          <a:lstStyle>
            <a:lvl1pPr>
              <a:defRPr>
                <a:solidFill>
                  <a:srgbClr val="E6E6E6"/>
                </a:solidFill>
              </a:defRPr>
            </a:lvl1pPr>
          </a:lstStyle>
          <a:p>
            <a:r>
              <a:rPr lang="nl-NL"/>
              <a:t> 28 november 2019</a:t>
            </a:r>
            <a:endParaRPr lang="nl-NL" dirty="0"/>
          </a:p>
        </p:txBody>
      </p:sp>
      <p:sp>
        <p:nvSpPr>
          <p:cNvPr id="7" name="Tijdelijke aanduiding voor voettekst 6">
            <a:extLst>
              <a:ext uri="{FF2B5EF4-FFF2-40B4-BE49-F238E27FC236}">
                <a16:creationId xmlns:a16="http://schemas.microsoft.com/office/drawing/2014/main" id="{6C7F7593-F4BA-42C6-A380-DDE2C8EFDE6E}"/>
              </a:ext>
            </a:extLst>
          </p:cNvPr>
          <p:cNvSpPr>
            <a:spLocks noGrp="1"/>
          </p:cNvSpPr>
          <p:nvPr>
            <p:ph type="ftr" sz="quarter" idx="22"/>
          </p:nvPr>
        </p:nvSpPr>
        <p:spPr>
          <a:xfrm>
            <a:off x="12651372" y="541695"/>
            <a:ext cx="153888" cy="5101869"/>
          </a:xfrm>
        </p:spPr>
        <p:txBody>
          <a:bodyPr/>
          <a:lstStyle>
            <a:lvl1pPr>
              <a:defRPr>
                <a:solidFill>
                  <a:srgbClr val="E6E6E6"/>
                </a:solidFill>
              </a:defRPr>
            </a:lvl1pPr>
          </a:lstStyle>
          <a:p>
            <a:r>
              <a:rPr lang="nl-NL"/>
              <a:t>Voettekst van de presentatie</a:t>
            </a:r>
          </a:p>
        </p:txBody>
      </p:sp>
      <p:sp>
        <p:nvSpPr>
          <p:cNvPr id="8" name="Tijdelijke aanduiding voor dianummer 7">
            <a:extLst>
              <a:ext uri="{FF2B5EF4-FFF2-40B4-BE49-F238E27FC236}">
                <a16:creationId xmlns:a16="http://schemas.microsoft.com/office/drawing/2014/main" id="{DDBCD6E0-B215-4817-9034-DD97790855FB}"/>
              </a:ext>
            </a:extLst>
          </p:cNvPr>
          <p:cNvSpPr>
            <a:spLocks noGrp="1"/>
          </p:cNvSpPr>
          <p:nvPr>
            <p:ph type="sldNum" sz="quarter" idx="23"/>
          </p:nvPr>
        </p:nvSpPr>
        <p:spPr>
          <a:xfrm>
            <a:off x="1250516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Tree>
    <p:extLst>
      <p:ext uri="{BB962C8B-B14F-4D97-AF65-F5344CB8AC3E}">
        <p14:creationId xmlns:p14="http://schemas.microsoft.com/office/powerpoint/2010/main" val="216177762"/>
      </p:ext>
    </p:extLst>
  </p:cSld>
  <p:clrMapOvr>
    <a:masterClrMapping/>
  </p:clrMapOvr>
  <p:hf hdr="0"/>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Afbeelding en accent (groen)">
    <p:spTree>
      <p:nvGrpSpPr>
        <p:cNvPr id="1" name=""/>
        <p:cNvGrpSpPr/>
        <p:nvPr/>
      </p:nvGrpSpPr>
      <p:grpSpPr>
        <a:xfrm>
          <a:off x="0" y="0"/>
          <a:ext cx="0" cy="0"/>
          <a:chOff x="0" y="0"/>
          <a:chExt cx="0" cy="0"/>
        </a:xfrm>
      </p:grpSpPr>
      <p:sp>
        <p:nvSpPr>
          <p:cNvPr id="11" name="Tijdelijke aanduiding voor afbeelding 65">
            <a:extLst>
              <a:ext uri="{FF2B5EF4-FFF2-40B4-BE49-F238E27FC236}">
                <a16:creationId xmlns:a16="http://schemas.microsoft.com/office/drawing/2014/main" id="{5DC787A1-4890-4BF0-AA41-7E5B60076E02}"/>
              </a:ext>
            </a:extLst>
          </p:cNvPr>
          <p:cNvSpPr>
            <a:spLocks noGrp="1"/>
          </p:cNvSpPr>
          <p:nvPr>
            <p:ph type="pic" sz="quarter" idx="19" hasCustomPrompt="1"/>
          </p:nvPr>
        </p:nvSpPr>
        <p:spPr>
          <a:xfrm>
            <a:off x="0" y="0"/>
            <a:ext cx="12192000" cy="6858000"/>
          </a:xfrm>
          <a:solidFill>
            <a:schemeClr val="bg1">
              <a:lumMod val="85000"/>
            </a:schemeClr>
          </a:solidFill>
        </p:spPr>
        <p:txBody>
          <a:bodyPr tIns="3780000">
            <a:normAutofit/>
          </a:bodyPr>
          <a:lstStyle>
            <a:lvl1pPr marL="0" indent="0" algn="ctr">
              <a:buNone/>
              <a:defRPr sz="2400">
                <a:solidFill>
                  <a:schemeClr val="bg2">
                    <a:lumMod val="50000"/>
                  </a:schemeClr>
                </a:solidFill>
              </a:defRPr>
            </a:lvl1pPr>
          </a:lstStyle>
          <a:p>
            <a:r>
              <a:rPr lang="nl-NL" dirty="0"/>
              <a:t>Selecteer afbeelding</a:t>
            </a:r>
          </a:p>
        </p:txBody>
      </p:sp>
      <p:sp>
        <p:nvSpPr>
          <p:cNvPr id="12" name="Tijdelijke aanduiding voor tekst 11">
            <a:extLst>
              <a:ext uri="{FF2B5EF4-FFF2-40B4-BE49-F238E27FC236}">
                <a16:creationId xmlns:a16="http://schemas.microsoft.com/office/drawing/2014/main" id="{E4274EA9-4496-4404-9868-D64D2F1ABF62}"/>
              </a:ext>
            </a:extLst>
          </p:cNvPr>
          <p:cNvSpPr>
            <a:spLocks noGrp="1"/>
          </p:cNvSpPr>
          <p:nvPr>
            <p:ph type="body" sz="quarter" idx="20"/>
          </p:nvPr>
        </p:nvSpPr>
        <p:spPr>
          <a:xfrm>
            <a:off x="457726" y="4885884"/>
            <a:ext cx="7776000" cy="1057103"/>
          </a:xfrm>
          <a:solidFill>
            <a:schemeClr val="accent4"/>
          </a:solidFill>
        </p:spPr>
        <p:txBody>
          <a:bodyPr wrap="square" lIns="306000" tIns="576000" rIns="216000" bIns="288000">
            <a:spAutoFit/>
          </a:bodyPr>
          <a:lstStyle>
            <a:lvl1pPr marL="0" indent="0">
              <a:lnSpc>
                <a:spcPct val="100000"/>
              </a:lnSpc>
              <a:buNone/>
              <a:defRPr sz="1200">
                <a:solidFill>
                  <a:schemeClr val="bg1"/>
                </a:solidFill>
              </a:defRPr>
            </a:lvl1pPr>
          </a:lstStyle>
          <a:p>
            <a:pPr lvl="0"/>
            <a:r>
              <a:rPr lang="en-US"/>
              <a:t>Click to edit Master text styles</a:t>
            </a:r>
          </a:p>
        </p:txBody>
      </p:sp>
      <p:sp>
        <p:nvSpPr>
          <p:cNvPr id="3" name="Titel 2">
            <a:extLst>
              <a:ext uri="{FF2B5EF4-FFF2-40B4-BE49-F238E27FC236}">
                <a16:creationId xmlns:a16="http://schemas.microsoft.com/office/drawing/2014/main" id="{C4A118DB-D1B4-428A-8989-29D769389A04}"/>
              </a:ext>
            </a:extLst>
          </p:cNvPr>
          <p:cNvSpPr>
            <a:spLocks noGrp="1"/>
          </p:cNvSpPr>
          <p:nvPr>
            <p:ph type="title"/>
          </p:nvPr>
        </p:nvSpPr>
        <p:spPr>
          <a:xfrm>
            <a:off x="759923" y="5150561"/>
            <a:ext cx="7200000" cy="252000"/>
          </a:xfrm>
        </p:spPr>
        <p:txBody>
          <a:bodyPr wrap="none"/>
          <a:lstStyle>
            <a:lvl1pPr>
              <a:defRPr sz="1800" b="1">
                <a:solidFill>
                  <a:schemeClr val="bg1"/>
                </a:solidFill>
              </a:defRPr>
            </a:lvl1pPr>
          </a:lstStyle>
          <a:p>
            <a:r>
              <a:rPr lang="en-US"/>
              <a:t>Click to edit Master title style</a:t>
            </a:r>
            <a:endParaRPr lang="nl-NL" dirty="0"/>
          </a:p>
        </p:txBody>
      </p:sp>
      <p:sp>
        <p:nvSpPr>
          <p:cNvPr id="2" name="Tijdelijke aanduiding voor datum 1">
            <a:extLst>
              <a:ext uri="{FF2B5EF4-FFF2-40B4-BE49-F238E27FC236}">
                <a16:creationId xmlns:a16="http://schemas.microsoft.com/office/drawing/2014/main" id="{4924D0FF-5EBE-4860-837B-BFB572136BD6}"/>
              </a:ext>
            </a:extLst>
          </p:cNvPr>
          <p:cNvSpPr>
            <a:spLocks noGrp="1"/>
          </p:cNvSpPr>
          <p:nvPr>
            <p:ph type="dt" sz="half" idx="21"/>
          </p:nvPr>
        </p:nvSpPr>
        <p:spPr>
          <a:xfrm>
            <a:off x="13048650" y="4157669"/>
            <a:ext cx="153888" cy="1485895"/>
          </a:xfrm>
        </p:spPr>
        <p:txBody>
          <a:bodyPr/>
          <a:lstStyle>
            <a:lvl1pPr>
              <a:defRPr>
                <a:solidFill>
                  <a:srgbClr val="E6E6E6"/>
                </a:solidFill>
              </a:defRPr>
            </a:lvl1pPr>
          </a:lstStyle>
          <a:p>
            <a:r>
              <a:rPr lang="nl-NL"/>
              <a:t> 28 november 2019</a:t>
            </a:r>
            <a:endParaRPr lang="nl-NL" dirty="0"/>
          </a:p>
        </p:txBody>
      </p:sp>
      <p:sp>
        <p:nvSpPr>
          <p:cNvPr id="7" name="Tijdelijke aanduiding voor voettekst 6">
            <a:extLst>
              <a:ext uri="{FF2B5EF4-FFF2-40B4-BE49-F238E27FC236}">
                <a16:creationId xmlns:a16="http://schemas.microsoft.com/office/drawing/2014/main" id="{54CB1E06-8FF5-435E-8680-1F32B34785F7}"/>
              </a:ext>
            </a:extLst>
          </p:cNvPr>
          <p:cNvSpPr>
            <a:spLocks noGrp="1"/>
          </p:cNvSpPr>
          <p:nvPr>
            <p:ph type="ftr" sz="quarter" idx="22"/>
          </p:nvPr>
        </p:nvSpPr>
        <p:spPr>
          <a:xfrm>
            <a:off x="12518022" y="541695"/>
            <a:ext cx="153888" cy="5101869"/>
          </a:xfrm>
        </p:spPr>
        <p:txBody>
          <a:bodyPr/>
          <a:lstStyle>
            <a:lvl1pPr>
              <a:defRPr>
                <a:solidFill>
                  <a:srgbClr val="E6E6E6"/>
                </a:solidFill>
              </a:defRPr>
            </a:lvl1pPr>
          </a:lstStyle>
          <a:p>
            <a:r>
              <a:rPr lang="nl-NL"/>
              <a:t>Voettekst van de presentatie</a:t>
            </a:r>
          </a:p>
        </p:txBody>
      </p:sp>
      <p:sp>
        <p:nvSpPr>
          <p:cNvPr id="8" name="Tijdelijke aanduiding voor dianummer 7">
            <a:extLst>
              <a:ext uri="{FF2B5EF4-FFF2-40B4-BE49-F238E27FC236}">
                <a16:creationId xmlns:a16="http://schemas.microsoft.com/office/drawing/2014/main" id="{2A789FDD-DFC0-4340-8081-AD0F03E80E4D}"/>
              </a:ext>
            </a:extLst>
          </p:cNvPr>
          <p:cNvSpPr>
            <a:spLocks noGrp="1"/>
          </p:cNvSpPr>
          <p:nvPr>
            <p:ph type="sldNum" sz="quarter" idx="23"/>
          </p:nvPr>
        </p:nvSpPr>
        <p:spPr>
          <a:xfrm>
            <a:off x="1237181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Tree>
    <p:extLst>
      <p:ext uri="{BB962C8B-B14F-4D97-AF65-F5344CB8AC3E}">
        <p14:creationId xmlns:p14="http://schemas.microsoft.com/office/powerpoint/2010/main" val="20407920"/>
      </p:ext>
    </p:extLst>
  </p:cSld>
  <p:clrMapOvr>
    <a:masterClrMapping/>
  </p:clrMapOvr>
  <p:hf hdr="0"/>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Titel en Video">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a:xfrm>
            <a:off x="755650" y="541695"/>
            <a:ext cx="10517113" cy="504000"/>
          </a:xfrm>
        </p:spPr>
        <p:txBody>
          <a:bodyPr/>
          <a:lstStyle>
            <a:lvl1pPr>
              <a:defRPr>
                <a:solidFill>
                  <a:schemeClr val="bg1"/>
                </a:solidFill>
              </a:defRPr>
            </a:lvl1pPr>
          </a:lstStyle>
          <a:p>
            <a:r>
              <a:rPr lang="en-US"/>
              <a:t>Click to edit Master title style</a:t>
            </a:r>
            <a:endParaRPr lang="nl-NL" dirty="0"/>
          </a:p>
        </p:txBody>
      </p:sp>
      <p:sp>
        <p:nvSpPr>
          <p:cNvPr id="7" name="Tijdelijke aanduiding voor media 6">
            <a:extLst>
              <a:ext uri="{FF2B5EF4-FFF2-40B4-BE49-F238E27FC236}">
                <a16:creationId xmlns:a16="http://schemas.microsoft.com/office/drawing/2014/main" id="{CACA34B0-32E8-4B1A-8AE4-DF4F1DEA507C}"/>
              </a:ext>
            </a:extLst>
          </p:cNvPr>
          <p:cNvSpPr>
            <a:spLocks noGrp="1" noChangeAspect="1"/>
          </p:cNvSpPr>
          <p:nvPr>
            <p:ph type="media" sz="quarter" idx="13" hasCustomPrompt="1"/>
          </p:nvPr>
        </p:nvSpPr>
        <p:spPr>
          <a:xfrm>
            <a:off x="2035359" y="1513268"/>
            <a:ext cx="8128800" cy="4572000"/>
          </a:xfrm>
        </p:spPr>
        <p:txBody>
          <a:bodyPr tIns="2484000"/>
          <a:lstStyle>
            <a:lvl1pPr marL="0" indent="0" algn="ctr">
              <a:buNone/>
              <a:defRPr>
                <a:solidFill>
                  <a:schemeClr val="bg2">
                    <a:lumMod val="50000"/>
                  </a:schemeClr>
                </a:solidFill>
              </a:defRPr>
            </a:lvl1pPr>
          </a:lstStyle>
          <a:p>
            <a:r>
              <a:rPr lang="nl-NL" dirty="0"/>
              <a:t>Selecteer video</a:t>
            </a:r>
          </a:p>
        </p:txBody>
      </p:sp>
      <p:sp>
        <p:nvSpPr>
          <p:cNvPr id="3" name="Tijdelijke aanduiding voor datum 2">
            <a:extLst>
              <a:ext uri="{FF2B5EF4-FFF2-40B4-BE49-F238E27FC236}">
                <a16:creationId xmlns:a16="http://schemas.microsoft.com/office/drawing/2014/main" id="{C5BDAF44-690D-4351-8FD6-C1E9BED26CFA}"/>
              </a:ext>
            </a:extLst>
          </p:cNvPr>
          <p:cNvSpPr>
            <a:spLocks noGrp="1"/>
          </p:cNvSpPr>
          <p:nvPr>
            <p:ph type="dt" sz="half" idx="14"/>
          </p:nvPr>
        </p:nvSpPr>
        <p:spPr>
          <a:xfrm>
            <a:off x="12991500" y="4157669"/>
            <a:ext cx="153888" cy="1485895"/>
          </a:xfrm>
        </p:spPr>
        <p:txBody>
          <a:bodyPr/>
          <a:lstStyle>
            <a:lvl1pPr>
              <a:defRPr>
                <a:solidFill>
                  <a:srgbClr val="E6E6E6"/>
                </a:solidFill>
              </a:defRPr>
            </a:lvl1pPr>
          </a:lstStyle>
          <a:p>
            <a:r>
              <a:rPr lang="nl-NL"/>
              <a:t> 28 november 2019</a:t>
            </a:r>
            <a:endParaRPr lang="nl-NL" dirty="0"/>
          </a:p>
        </p:txBody>
      </p:sp>
      <p:sp>
        <p:nvSpPr>
          <p:cNvPr id="8" name="Tijdelijke aanduiding voor voettekst 7">
            <a:extLst>
              <a:ext uri="{FF2B5EF4-FFF2-40B4-BE49-F238E27FC236}">
                <a16:creationId xmlns:a16="http://schemas.microsoft.com/office/drawing/2014/main" id="{B3674169-AF61-4435-A283-A72FDC76FFFE}"/>
              </a:ext>
            </a:extLst>
          </p:cNvPr>
          <p:cNvSpPr>
            <a:spLocks noGrp="1"/>
          </p:cNvSpPr>
          <p:nvPr>
            <p:ph type="ftr" sz="quarter" idx="15"/>
          </p:nvPr>
        </p:nvSpPr>
        <p:spPr>
          <a:xfrm>
            <a:off x="12460872" y="541695"/>
            <a:ext cx="153888" cy="5101869"/>
          </a:xfrm>
        </p:spPr>
        <p:txBody>
          <a:bodyPr/>
          <a:lstStyle>
            <a:lvl1pPr>
              <a:defRPr>
                <a:solidFill>
                  <a:srgbClr val="E6E6E6"/>
                </a:solidFill>
              </a:defRPr>
            </a:lvl1pPr>
          </a:lstStyle>
          <a:p>
            <a:r>
              <a:rPr lang="nl-NL"/>
              <a:t>Voettekst van de presentatie</a:t>
            </a:r>
          </a:p>
        </p:txBody>
      </p:sp>
      <p:sp>
        <p:nvSpPr>
          <p:cNvPr id="9" name="Tijdelijke aanduiding voor dianummer 8">
            <a:extLst>
              <a:ext uri="{FF2B5EF4-FFF2-40B4-BE49-F238E27FC236}">
                <a16:creationId xmlns:a16="http://schemas.microsoft.com/office/drawing/2014/main" id="{D37B8B9B-1532-42C6-9518-5A4FFA46DAC3}"/>
              </a:ext>
            </a:extLst>
          </p:cNvPr>
          <p:cNvSpPr>
            <a:spLocks noGrp="1"/>
          </p:cNvSpPr>
          <p:nvPr>
            <p:ph type="sldNum" sz="quarter" idx="16"/>
          </p:nvPr>
        </p:nvSpPr>
        <p:spPr>
          <a:xfrm>
            <a:off x="1231466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Tree>
    <p:extLst>
      <p:ext uri="{BB962C8B-B14F-4D97-AF65-F5344CB8AC3E}">
        <p14:creationId xmlns:p14="http://schemas.microsoft.com/office/powerpoint/2010/main" val="3977010573"/>
      </p:ext>
    </p:extLst>
  </p:cSld>
  <p:clrMapOvr>
    <a:masterClrMapping/>
  </p:clrMapOvr>
  <p:hf hdr="0"/>
  <p:extLst>
    <p:ext uri="{DCECCB84-F9BA-43D5-87BE-67443E8EF086}">
      <p15:sldGuideLst xmlns:p15="http://schemas.microsoft.com/office/powerpoint/2012/main">
        <p15:guide id="1" pos="3613" userDrawn="1">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Video hele dia">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6B7026-F689-47F3-A380-2937BF2630EA}"/>
              </a:ext>
            </a:extLst>
          </p:cNvPr>
          <p:cNvSpPr>
            <a:spLocks noGrp="1"/>
          </p:cNvSpPr>
          <p:nvPr>
            <p:ph type="title"/>
          </p:nvPr>
        </p:nvSpPr>
        <p:spPr>
          <a:xfrm>
            <a:off x="755650" y="-582255"/>
            <a:ext cx="10517113" cy="504000"/>
          </a:xfrm>
        </p:spPr>
        <p:txBody>
          <a:bodyPr/>
          <a:lstStyle>
            <a:lvl1pPr>
              <a:defRPr>
                <a:solidFill>
                  <a:srgbClr val="E6E6E6"/>
                </a:solidFill>
              </a:defRPr>
            </a:lvl1pPr>
          </a:lstStyle>
          <a:p>
            <a:r>
              <a:rPr lang="en-US"/>
              <a:t>Click to edit Master title style</a:t>
            </a:r>
            <a:endParaRPr lang="nl-NL" dirty="0"/>
          </a:p>
        </p:txBody>
      </p:sp>
      <p:sp>
        <p:nvSpPr>
          <p:cNvPr id="7" name="Tijdelijke aanduiding voor media 6">
            <a:extLst>
              <a:ext uri="{FF2B5EF4-FFF2-40B4-BE49-F238E27FC236}">
                <a16:creationId xmlns:a16="http://schemas.microsoft.com/office/drawing/2014/main" id="{CACA34B0-32E8-4B1A-8AE4-DF4F1DEA507C}"/>
              </a:ext>
            </a:extLst>
          </p:cNvPr>
          <p:cNvSpPr>
            <a:spLocks noGrp="1" noChangeAspect="1"/>
          </p:cNvSpPr>
          <p:nvPr>
            <p:ph type="media" sz="quarter" idx="13" hasCustomPrompt="1"/>
          </p:nvPr>
        </p:nvSpPr>
        <p:spPr>
          <a:xfrm>
            <a:off x="0" y="-381"/>
            <a:ext cx="12192000" cy="6857325"/>
          </a:xfrm>
        </p:spPr>
        <p:txBody>
          <a:bodyPr tIns="2484000"/>
          <a:lstStyle>
            <a:lvl1pPr marL="0" indent="0" algn="ctr">
              <a:buNone/>
              <a:defRPr>
                <a:solidFill>
                  <a:schemeClr val="bg2">
                    <a:lumMod val="50000"/>
                  </a:schemeClr>
                </a:solidFill>
              </a:defRPr>
            </a:lvl1pPr>
          </a:lstStyle>
          <a:p>
            <a:r>
              <a:rPr lang="nl-NL" dirty="0"/>
              <a:t>Selecteer video</a:t>
            </a:r>
          </a:p>
        </p:txBody>
      </p:sp>
      <p:sp>
        <p:nvSpPr>
          <p:cNvPr id="3" name="Tijdelijke aanduiding voor datum 2">
            <a:extLst>
              <a:ext uri="{FF2B5EF4-FFF2-40B4-BE49-F238E27FC236}">
                <a16:creationId xmlns:a16="http://schemas.microsoft.com/office/drawing/2014/main" id="{944074A4-CF50-4C78-B45A-809AAE1C0D84}"/>
              </a:ext>
            </a:extLst>
          </p:cNvPr>
          <p:cNvSpPr>
            <a:spLocks noGrp="1"/>
          </p:cNvSpPr>
          <p:nvPr>
            <p:ph type="dt" sz="half" idx="14"/>
          </p:nvPr>
        </p:nvSpPr>
        <p:spPr>
          <a:xfrm>
            <a:off x="13029600" y="4157669"/>
            <a:ext cx="153888" cy="1485895"/>
          </a:xfrm>
        </p:spPr>
        <p:txBody>
          <a:bodyPr/>
          <a:lstStyle>
            <a:lvl1pPr>
              <a:defRPr>
                <a:solidFill>
                  <a:srgbClr val="E6E6E6"/>
                </a:solidFill>
              </a:defRPr>
            </a:lvl1pPr>
          </a:lstStyle>
          <a:p>
            <a:r>
              <a:rPr lang="nl-NL"/>
              <a:t> 28 november 2019</a:t>
            </a:r>
            <a:endParaRPr lang="nl-NL" dirty="0"/>
          </a:p>
        </p:txBody>
      </p:sp>
      <p:sp>
        <p:nvSpPr>
          <p:cNvPr id="8" name="Tijdelijke aanduiding voor voettekst 7">
            <a:extLst>
              <a:ext uri="{FF2B5EF4-FFF2-40B4-BE49-F238E27FC236}">
                <a16:creationId xmlns:a16="http://schemas.microsoft.com/office/drawing/2014/main" id="{22ABB8A6-5903-42F4-80B8-B80E7DE199AC}"/>
              </a:ext>
            </a:extLst>
          </p:cNvPr>
          <p:cNvSpPr>
            <a:spLocks noGrp="1"/>
          </p:cNvSpPr>
          <p:nvPr>
            <p:ph type="ftr" sz="quarter" idx="15"/>
          </p:nvPr>
        </p:nvSpPr>
        <p:spPr>
          <a:xfrm>
            <a:off x="12498972" y="541695"/>
            <a:ext cx="153888" cy="5101869"/>
          </a:xfrm>
        </p:spPr>
        <p:txBody>
          <a:bodyPr/>
          <a:lstStyle>
            <a:lvl1pPr>
              <a:defRPr>
                <a:solidFill>
                  <a:srgbClr val="E6E6E6"/>
                </a:solidFill>
              </a:defRPr>
            </a:lvl1pPr>
          </a:lstStyle>
          <a:p>
            <a:r>
              <a:rPr lang="nl-NL"/>
              <a:t>Voettekst van de presentatie</a:t>
            </a:r>
          </a:p>
        </p:txBody>
      </p:sp>
      <p:sp>
        <p:nvSpPr>
          <p:cNvPr id="9" name="Tijdelijke aanduiding voor dianummer 8">
            <a:extLst>
              <a:ext uri="{FF2B5EF4-FFF2-40B4-BE49-F238E27FC236}">
                <a16:creationId xmlns:a16="http://schemas.microsoft.com/office/drawing/2014/main" id="{D1603FA5-FFD5-4564-BBCA-638420254FDD}"/>
              </a:ext>
            </a:extLst>
          </p:cNvPr>
          <p:cNvSpPr>
            <a:spLocks noGrp="1"/>
          </p:cNvSpPr>
          <p:nvPr>
            <p:ph type="sldNum" sz="quarter" idx="16"/>
          </p:nvPr>
        </p:nvSpPr>
        <p:spPr>
          <a:xfrm>
            <a:off x="1235276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Tree>
    <p:extLst>
      <p:ext uri="{BB962C8B-B14F-4D97-AF65-F5344CB8AC3E}">
        <p14:creationId xmlns:p14="http://schemas.microsoft.com/office/powerpoint/2010/main" val="3010115876"/>
      </p:ext>
    </p:extLst>
  </p:cSld>
  <p:clrMapOvr>
    <a:masterClrMapping/>
  </p:clrMapOvr>
  <p:hf hdr="0"/>
  <p:extLst>
    <p:ext uri="{DCECCB84-F9BA-43D5-87BE-67443E8EF086}">
      <p15:sldGuideLst xmlns:p15="http://schemas.microsoft.com/office/powerpoint/2012/main">
        <p15:guide id="1" pos="3613">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Leeg">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C434A854-1FA0-4B51-9A92-125BD51041A3}"/>
              </a:ext>
            </a:extLst>
          </p:cNvPr>
          <p:cNvSpPr>
            <a:spLocks noGrp="1"/>
          </p:cNvSpPr>
          <p:nvPr>
            <p:ph type="title"/>
          </p:nvPr>
        </p:nvSpPr>
        <p:spPr>
          <a:xfrm>
            <a:off x="756000" y="-1260000"/>
            <a:ext cx="10512000" cy="936000"/>
          </a:xfrm>
        </p:spPr>
        <p:txBody>
          <a:bodyPr/>
          <a:lstStyle>
            <a:lvl1pPr>
              <a:defRPr>
                <a:solidFill>
                  <a:srgbClr val="E6E6E6"/>
                </a:solidFill>
              </a:defRPr>
            </a:lvl1pPr>
          </a:lstStyle>
          <a:p>
            <a:r>
              <a:rPr lang="en-US"/>
              <a:t>Click to edit Master title style</a:t>
            </a:r>
            <a:endParaRPr lang="de-DE" dirty="0"/>
          </a:p>
        </p:txBody>
      </p:sp>
      <p:sp>
        <p:nvSpPr>
          <p:cNvPr id="6" name="Tijdelijke aanduiding voor datum 5">
            <a:extLst>
              <a:ext uri="{FF2B5EF4-FFF2-40B4-BE49-F238E27FC236}">
                <a16:creationId xmlns:a16="http://schemas.microsoft.com/office/drawing/2014/main" id="{B3C54020-6274-482D-BF87-6C38C2F97774}"/>
              </a:ext>
            </a:extLst>
          </p:cNvPr>
          <p:cNvSpPr>
            <a:spLocks noGrp="1"/>
          </p:cNvSpPr>
          <p:nvPr>
            <p:ph type="dt" sz="half" idx="10"/>
          </p:nvPr>
        </p:nvSpPr>
        <p:spPr>
          <a:xfrm>
            <a:off x="13048650" y="4157669"/>
            <a:ext cx="153888" cy="1485895"/>
          </a:xfrm>
        </p:spPr>
        <p:txBody>
          <a:bodyPr/>
          <a:lstStyle>
            <a:lvl1pPr>
              <a:defRPr>
                <a:solidFill>
                  <a:srgbClr val="E6E6E6"/>
                </a:solidFill>
              </a:defRPr>
            </a:lvl1pPr>
          </a:lstStyle>
          <a:p>
            <a:r>
              <a:rPr lang="nl-NL"/>
              <a:t> 28 november 2019</a:t>
            </a:r>
            <a:endParaRPr lang="nl-NL" dirty="0"/>
          </a:p>
        </p:txBody>
      </p:sp>
      <p:sp>
        <p:nvSpPr>
          <p:cNvPr id="7" name="Tijdelijke aanduiding voor voettekst 6">
            <a:extLst>
              <a:ext uri="{FF2B5EF4-FFF2-40B4-BE49-F238E27FC236}">
                <a16:creationId xmlns:a16="http://schemas.microsoft.com/office/drawing/2014/main" id="{974C2B89-1B52-4DA9-B304-A626BCE888A4}"/>
              </a:ext>
            </a:extLst>
          </p:cNvPr>
          <p:cNvSpPr>
            <a:spLocks noGrp="1"/>
          </p:cNvSpPr>
          <p:nvPr>
            <p:ph type="ftr" sz="quarter" idx="11"/>
          </p:nvPr>
        </p:nvSpPr>
        <p:spPr>
          <a:xfrm>
            <a:off x="12518022" y="541695"/>
            <a:ext cx="153888" cy="5101869"/>
          </a:xfrm>
        </p:spPr>
        <p:txBody>
          <a:bodyPr/>
          <a:lstStyle>
            <a:lvl1pPr>
              <a:defRPr>
                <a:solidFill>
                  <a:srgbClr val="E6E6E6"/>
                </a:solidFill>
              </a:defRPr>
            </a:lvl1pPr>
          </a:lstStyle>
          <a:p>
            <a:r>
              <a:rPr lang="nl-NL"/>
              <a:t>Voettekst van de presentatie</a:t>
            </a:r>
          </a:p>
        </p:txBody>
      </p:sp>
      <p:sp>
        <p:nvSpPr>
          <p:cNvPr id="8" name="Tijdelijke aanduiding voor dianummer 7">
            <a:extLst>
              <a:ext uri="{FF2B5EF4-FFF2-40B4-BE49-F238E27FC236}">
                <a16:creationId xmlns:a16="http://schemas.microsoft.com/office/drawing/2014/main" id="{A8AA3559-A58B-438D-A544-F79B7A9C87CC}"/>
              </a:ext>
            </a:extLst>
          </p:cNvPr>
          <p:cNvSpPr>
            <a:spLocks noGrp="1"/>
          </p:cNvSpPr>
          <p:nvPr>
            <p:ph type="sldNum" sz="quarter" idx="12"/>
          </p:nvPr>
        </p:nvSpPr>
        <p:spPr>
          <a:xfrm>
            <a:off x="1237181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Tree>
    <p:extLst>
      <p:ext uri="{BB962C8B-B14F-4D97-AF65-F5344CB8AC3E}">
        <p14:creationId xmlns:p14="http://schemas.microsoft.com/office/powerpoint/2010/main" val="3196020416"/>
      </p:ext>
    </p:extLst>
  </p:cSld>
  <p:clrMapOvr>
    <a:masterClrMapping/>
  </p:clrMapOvr>
  <p:hf hdr="0"/>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Titeldia met rond element">
    <p:bg>
      <p:bgPr>
        <a:solidFill>
          <a:schemeClr val="tx2"/>
        </a:solidFill>
        <a:effectLst/>
      </p:bgPr>
    </p:bg>
    <p:spTree>
      <p:nvGrpSpPr>
        <p:cNvPr id="1" name=""/>
        <p:cNvGrpSpPr/>
        <p:nvPr/>
      </p:nvGrpSpPr>
      <p:grpSpPr>
        <a:xfrm>
          <a:off x="0" y="0"/>
          <a:ext cx="0" cy="0"/>
          <a:chOff x="0" y="0"/>
          <a:chExt cx="0" cy="0"/>
        </a:xfrm>
      </p:grpSpPr>
      <p:sp>
        <p:nvSpPr>
          <p:cNvPr id="12" name="Tijdelijke aanduiding voor tekst 11">
            <a:extLst>
              <a:ext uri="{FF2B5EF4-FFF2-40B4-BE49-F238E27FC236}">
                <a16:creationId xmlns:a16="http://schemas.microsoft.com/office/drawing/2014/main" id="{17861E45-7D0B-4CBE-BF29-EEB926363114}"/>
              </a:ext>
            </a:extLst>
          </p:cNvPr>
          <p:cNvSpPr>
            <a:spLocks noGrp="1"/>
          </p:cNvSpPr>
          <p:nvPr>
            <p:ph type="body" sz="quarter" idx="13" hasCustomPrompt="1"/>
          </p:nvPr>
        </p:nvSpPr>
        <p:spPr>
          <a:xfrm>
            <a:off x="7236000" y="5295900"/>
            <a:ext cx="4513088" cy="788988"/>
          </a:xfrm>
        </p:spPr>
        <p:txBody>
          <a:bodyPr>
            <a:noAutofit/>
          </a:bodyPr>
          <a:lstStyle>
            <a:lvl1pPr marL="0" indent="0">
              <a:buNone/>
              <a:defRPr sz="1200" b="0">
                <a:solidFill>
                  <a:schemeClr val="bg1"/>
                </a:solidFill>
              </a:defRPr>
            </a:lvl1pPr>
          </a:lstStyle>
          <a:p>
            <a:pPr lvl="0"/>
            <a:r>
              <a:rPr lang="nl-NL" dirty="0"/>
              <a:t>Naam Achternaam</a:t>
            </a:r>
          </a:p>
        </p:txBody>
      </p:sp>
      <p:sp>
        <p:nvSpPr>
          <p:cNvPr id="3" name="Ondertitel 2">
            <a:extLst>
              <a:ext uri="{FF2B5EF4-FFF2-40B4-BE49-F238E27FC236}">
                <a16:creationId xmlns:a16="http://schemas.microsoft.com/office/drawing/2014/main" id="{5B0A17F5-F68D-450E-924D-50BE1E84C574}"/>
              </a:ext>
            </a:extLst>
          </p:cNvPr>
          <p:cNvSpPr>
            <a:spLocks noGrp="1"/>
          </p:cNvSpPr>
          <p:nvPr>
            <p:ph type="subTitle" idx="1"/>
          </p:nvPr>
        </p:nvSpPr>
        <p:spPr>
          <a:xfrm>
            <a:off x="7236000" y="3854640"/>
            <a:ext cx="4513088" cy="676275"/>
          </a:xfrm>
        </p:spPr>
        <p:txBody>
          <a:bodyPr/>
          <a:lstStyle>
            <a:lvl1pPr marL="0" indent="0" algn="l">
              <a:spcBef>
                <a:spcPts val="0"/>
              </a:spcBef>
              <a:buNone/>
              <a:defRPr sz="24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NL" dirty="0"/>
          </a:p>
        </p:txBody>
      </p:sp>
      <p:sp>
        <p:nvSpPr>
          <p:cNvPr id="4" name="Tijdelijke aanduiding voor datum 3">
            <a:extLst>
              <a:ext uri="{FF2B5EF4-FFF2-40B4-BE49-F238E27FC236}">
                <a16:creationId xmlns:a16="http://schemas.microsoft.com/office/drawing/2014/main" id="{4FB69FD9-1A34-44C5-BB96-B626ABE7D68E}"/>
              </a:ext>
            </a:extLst>
          </p:cNvPr>
          <p:cNvSpPr>
            <a:spLocks noGrp="1"/>
          </p:cNvSpPr>
          <p:nvPr>
            <p:ph type="dt" sz="half" idx="10"/>
          </p:nvPr>
        </p:nvSpPr>
        <p:spPr>
          <a:xfrm>
            <a:off x="7236000" y="6264000"/>
            <a:ext cx="2340000" cy="184666"/>
          </a:xfrm>
        </p:spPr>
        <p:txBody>
          <a:bodyPr vert="horz"/>
          <a:lstStyle>
            <a:lvl1pPr>
              <a:defRPr sz="1000" b="0">
                <a:solidFill>
                  <a:schemeClr val="bg1"/>
                </a:solidFill>
              </a:defRPr>
            </a:lvl1pPr>
          </a:lstStyle>
          <a:p>
            <a:r>
              <a:rPr lang="nl-NL"/>
              <a:t> 28 november 2019</a:t>
            </a:r>
            <a:endParaRPr lang="nl-NL" dirty="0"/>
          </a:p>
        </p:txBody>
      </p:sp>
      <p:sp>
        <p:nvSpPr>
          <p:cNvPr id="5" name="Tijdelijke aanduiding voor voettekst 4">
            <a:extLst>
              <a:ext uri="{FF2B5EF4-FFF2-40B4-BE49-F238E27FC236}">
                <a16:creationId xmlns:a16="http://schemas.microsoft.com/office/drawing/2014/main" id="{D005FF67-098D-42EF-9DDB-0B34D97B16B8}"/>
              </a:ext>
            </a:extLst>
          </p:cNvPr>
          <p:cNvSpPr>
            <a:spLocks noGrp="1"/>
          </p:cNvSpPr>
          <p:nvPr>
            <p:ph type="ftr" sz="quarter" idx="11"/>
          </p:nvPr>
        </p:nvSpPr>
        <p:spPr>
          <a:xfrm>
            <a:off x="12473572" y="684000"/>
            <a:ext cx="153888" cy="3786017"/>
          </a:xfrm>
        </p:spPr>
        <p:txBody>
          <a:bodyPr/>
          <a:lstStyle>
            <a:lvl1pPr>
              <a:defRPr>
                <a:solidFill>
                  <a:srgbClr val="E6E6E6"/>
                </a:solidFill>
              </a:defRPr>
            </a:lvl1pPr>
          </a:lstStyle>
          <a:p>
            <a:r>
              <a:rPr lang="nl-NL"/>
              <a:t>Voettekst van de presentatie</a:t>
            </a:r>
          </a:p>
        </p:txBody>
      </p:sp>
      <p:sp>
        <p:nvSpPr>
          <p:cNvPr id="6" name="Tijdelijke aanduiding voor dianummer 5">
            <a:extLst>
              <a:ext uri="{FF2B5EF4-FFF2-40B4-BE49-F238E27FC236}">
                <a16:creationId xmlns:a16="http://schemas.microsoft.com/office/drawing/2014/main" id="{BD7F641E-4810-428B-93B4-F028FBE4AE4E}"/>
              </a:ext>
            </a:extLst>
          </p:cNvPr>
          <p:cNvSpPr>
            <a:spLocks noGrp="1"/>
          </p:cNvSpPr>
          <p:nvPr>
            <p:ph type="sldNum" sz="quarter" idx="12"/>
          </p:nvPr>
        </p:nvSpPr>
        <p:spPr>
          <a:xfrm>
            <a:off x="1232736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
        <p:nvSpPr>
          <p:cNvPr id="9" name="Titel 8">
            <a:extLst>
              <a:ext uri="{FF2B5EF4-FFF2-40B4-BE49-F238E27FC236}">
                <a16:creationId xmlns:a16="http://schemas.microsoft.com/office/drawing/2014/main" id="{A77695BF-4150-4BB7-8197-EF140D44835B}"/>
              </a:ext>
            </a:extLst>
          </p:cNvPr>
          <p:cNvSpPr>
            <a:spLocks noGrp="1"/>
          </p:cNvSpPr>
          <p:nvPr>
            <p:ph type="title"/>
          </p:nvPr>
        </p:nvSpPr>
        <p:spPr>
          <a:xfrm>
            <a:off x="7236000" y="1766078"/>
            <a:ext cx="4516033" cy="1990582"/>
          </a:xfrm>
        </p:spPr>
        <p:txBody>
          <a:bodyPr anchor="b" anchorCtr="0"/>
          <a:lstStyle>
            <a:lvl1pPr>
              <a:lnSpc>
                <a:spcPct val="90000"/>
              </a:lnSpc>
              <a:defRPr b="1">
                <a:solidFill>
                  <a:schemeClr val="bg1"/>
                </a:solidFill>
              </a:defRPr>
            </a:lvl1pPr>
          </a:lstStyle>
          <a:p>
            <a:r>
              <a:rPr lang="en-US"/>
              <a:t>Click to edit Master title style</a:t>
            </a:r>
            <a:endParaRPr lang="de-DE" dirty="0"/>
          </a:p>
        </p:txBody>
      </p:sp>
      <p:pic>
        <p:nvPicPr>
          <p:cNvPr id="11" name="Deltares_Logo_groot_wit">
            <a:extLst>
              <a:ext uri="{FF2B5EF4-FFF2-40B4-BE49-F238E27FC236}">
                <a16:creationId xmlns:a16="http://schemas.microsoft.com/office/drawing/2014/main" id="{07BC8CE6-4B06-4C93-9DE2-B3D24820A42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576000" y="180000"/>
            <a:ext cx="2340000" cy="760500"/>
          </a:xfrm>
          <a:prstGeom prst="rect">
            <a:avLst/>
          </a:prstGeom>
        </p:spPr>
      </p:pic>
      <p:sp>
        <p:nvSpPr>
          <p:cNvPr id="8" name="Ovaal 7">
            <a:extLst>
              <a:ext uri="{FF2B5EF4-FFF2-40B4-BE49-F238E27FC236}">
                <a16:creationId xmlns:a16="http://schemas.microsoft.com/office/drawing/2014/main" id="{EA007BEC-B68F-4D17-A66D-5C87F079B473}"/>
              </a:ext>
            </a:extLst>
          </p:cNvPr>
          <p:cNvSpPr>
            <a:spLocks noChangeAspect="1"/>
          </p:cNvSpPr>
          <p:nvPr userDrawn="1"/>
        </p:nvSpPr>
        <p:spPr>
          <a:xfrm>
            <a:off x="465064" y="455811"/>
            <a:ext cx="5943600" cy="5943600"/>
          </a:xfrm>
          <a:prstGeom prst="ellipse">
            <a:avLst/>
          </a:prstGeom>
          <a:gradFill flip="none" rotWithShape="1">
            <a:gsLst>
              <a:gs pos="0">
                <a:schemeClr val="accent2">
                  <a:alpha val="0"/>
                </a:schemeClr>
              </a:gs>
              <a:gs pos="100000">
                <a:schemeClr val="accent2"/>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18" name="Enabling_deltalife_wit">
            <a:extLst>
              <a:ext uri="{FF2B5EF4-FFF2-40B4-BE49-F238E27FC236}">
                <a16:creationId xmlns:a16="http://schemas.microsoft.com/office/drawing/2014/main" id="{CC1AB181-2C98-49C8-B934-9DA01A71070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09600" y="5947200"/>
            <a:ext cx="3175200" cy="755731"/>
          </a:xfrm>
          <a:prstGeom prst="rect">
            <a:avLst/>
          </a:prstGeom>
        </p:spPr>
      </p:pic>
    </p:spTree>
    <p:extLst>
      <p:ext uri="{BB962C8B-B14F-4D97-AF65-F5344CB8AC3E}">
        <p14:creationId xmlns:p14="http://schemas.microsoft.com/office/powerpoint/2010/main" val="1987625546"/>
      </p:ext>
    </p:extLst>
  </p:cSld>
  <p:clrMapOvr>
    <a:masterClrMapping/>
  </p:clrMapOvr>
  <p:hf hdr="0"/>
  <p:extLst>
    <p:ext uri="{DCECCB84-F9BA-43D5-87BE-67443E8EF086}">
      <p15:sldGuideLst xmlns:p15="http://schemas.microsoft.com/office/powerpoint/2012/main">
        <p15:guide id="1" pos="2026" userDrawn="1">
          <p15:clr>
            <a:srgbClr val="FBAE40"/>
          </p15:clr>
        </p15:guide>
        <p15:guide id="2" orient="horz" pos="2160" userDrawn="1">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Intro">
    <p:bg>
      <p:bgPr>
        <a:solidFill>
          <a:schemeClr val="accent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E1469F-AEAC-4175-9A1D-5C42D26898E2}"/>
              </a:ext>
            </a:extLst>
          </p:cNvPr>
          <p:cNvSpPr>
            <a:spLocks noGrp="1"/>
          </p:cNvSpPr>
          <p:nvPr>
            <p:ph type="title"/>
          </p:nvPr>
        </p:nvSpPr>
        <p:spPr>
          <a:xfrm>
            <a:off x="756000" y="-1224000"/>
            <a:ext cx="10512000" cy="936000"/>
          </a:xfrm>
        </p:spPr>
        <p:txBody>
          <a:bodyPr/>
          <a:lstStyle>
            <a:lvl1pPr>
              <a:defRPr>
                <a:solidFill>
                  <a:srgbClr val="E6E6E6"/>
                </a:solidFill>
              </a:defRPr>
            </a:lvl1pPr>
          </a:lstStyle>
          <a:p>
            <a:r>
              <a:rPr lang="en-US"/>
              <a:t>Click to edit Master title style</a:t>
            </a:r>
            <a:endParaRPr lang="de-DE"/>
          </a:p>
        </p:txBody>
      </p:sp>
      <p:sp>
        <p:nvSpPr>
          <p:cNvPr id="12" name="Freeform 5">
            <a:extLst>
              <a:ext uri="{FF2B5EF4-FFF2-40B4-BE49-F238E27FC236}">
                <a16:creationId xmlns:a16="http://schemas.microsoft.com/office/drawing/2014/main" id="{9EEDD8EA-AAF4-4299-BA58-9F889FEC3A5D}"/>
              </a:ext>
            </a:extLst>
          </p:cNvPr>
          <p:cNvSpPr>
            <a:spLocks noChangeAspect="1" noEditPoints="1"/>
          </p:cNvSpPr>
          <p:nvPr userDrawn="1"/>
        </p:nvSpPr>
        <p:spPr bwMode="auto">
          <a:xfrm>
            <a:off x="5106991" y="3235762"/>
            <a:ext cx="1980000" cy="387338"/>
          </a:xfrm>
          <a:custGeom>
            <a:avLst/>
            <a:gdLst>
              <a:gd name="T0" fmla="*/ 840 w 13524"/>
              <a:gd name="T1" fmla="*/ 0 h 2648"/>
              <a:gd name="T2" fmla="*/ 0 w 13524"/>
              <a:gd name="T3" fmla="*/ 160 h 2648"/>
              <a:gd name="T4" fmla="*/ 728 w 13524"/>
              <a:gd name="T5" fmla="*/ 2648 h 2648"/>
              <a:gd name="T6" fmla="*/ 1624 w 13524"/>
              <a:gd name="T7" fmla="*/ 1304 h 2648"/>
              <a:gd name="T8" fmla="*/ 504 w 13524"/>
              <a:gd name="T9" fmla="*/ 2204 h 2648"/>
              <a:gd name="T10" fmla="*/ 808 w 13524"/>
              <a:gd name="T11" fmla="*/ 416 h 2648"/>
              <a:gd name="T12" fmla="*/ 2432 w 13524"/>
              <a:gd name="T13" fmla="*/ 1664 h 2648"/>
              <a:gd name="T14" fmla="*/ 4016 w 13524"/>
              <a:gd name="T15" fmla="*/ 2544 h 2648"/>
              <a:gd name="T16" fmla="*/ 3472 w 13524"/>
              <a:gd name="T17" fmla="*/ 2264 h 2648"/>
              <a:gd name="T18" fmla="*/ 3912 w 13524"/>
              <a:gd name="T19" fmla="*/ 1728 h 2648"/>
              <a:gd name="T20" fmla="*/ 4136 w 13524"/>
              <a:gd name="T21" fmla="*/ 1504 h 2648"/>
              <a:gd name="T22" fmla="*/ 2432 w 13524"/>
              <a:gd name="T23" fmla="*/ 1664 h 2648"/>
              <a:gd name="T24" fmla="*/ 3640 w 13524"/>
              <a:gd name="T25" fmla="*/ 1400 h 2648"/>
              <a:gd name="T26" fmla="*/ 3320 w 13524"/>
              <a:gd name="T27" fmla="*/ 1016 h 2648"/>
              <a:gd name="T28" fmla="*/ 4728 w 13524"/>
              <a:gd name="T29" fmla="*/ 8 h 2648"/>
              <a:gd name="T30" fmla="*/ 4504 w 13524"/>
              <a:gd name="T31" fmla="*/ 2016 h 2648"/>
              <a:gd name="T32" fmla="*/ 5336 w 13524"/>
              <a:gd name="T33" fmla="*/ 2596 h 2648"/>
              <a:gd name="T34" fmla="*/ 5168 w 13524"/>
              <a:gd name="T35" fmla="*/ 2256 h 2648"/>
              <a:gd name="T36" fmla="*/ 5000 w 13524"/>
              <a:gd name="T37" fmla="*/ 8 h 2648"/>
              <a:gd name="T38" fmla="*/ 5872 w 13524"/>
              <a:gd name="T39" fmla="*/ 8 h 2648"/>
              <a:gd name="T40" fmla="*/ 5648 w 13524"/>
              <a:gd name="T41" fmla="*/ 2016 h 2648"/>
              <a:gd name="T42" fmla="*/ 6600 w 13524"/>
              <a:gd name="T43" fmla="*/ 2596 h 2648"/>
              <a:gd name="T44" fmla="*/ 6368 w 13524"/>
              <a:gd name="T45" fmla="*/ 2248 h 2648"/>
              <a:gd name="T46" fmla="*/ 6136 w 13524"/>
              <a:gd name="T47" fmla="*/ 1072 h 2648"/>
              <a:gd name="T48" fmla="*/ 6600 w 13524"/>
              <a:gd name="T49" fmla="*/ 920 h 2648"/>
              <a:gd name="T50" fmla="*/ 6136 w 13524"/>
              <a:gd name="T51" fmla="*/ 688 h 2648"/>
              <a:gd name="T52" fmla="*/ 6840 w 13524"/>
              <a:gd name="T53" fmla="*/ 1744 h 2648"/>
              <a:gd name="T54" fmla="*/ 8608 w 13524"/>
              <a:gd name="T55" fmla="*/ 2504 h 2648"/>
              <a:gd name="T56" fmla="*/ 7920 w 13524"/>
              <a:gd name="T57" fmla="*/ 648 h 2648"/>
              <a:gd name="T58" fmla="*/ 7352 w 13524"/>
              <a:gd name="T59" fmla="*/ 1696 h 2648"/>
              <a:gd name="T60" fmla="*/ 8120 w 13524"/>
              <a:gd name="T61" fmla="*/ 1060 h 2648"/>
              <a:gd name="T62" fmla="*/ 7808 w 13524"/>
              <a:gd name="T63" fmla="*/ 2264 h 2648"/>
              <a:gd name="T64" fmla="*/ 9112 w 13524"/>
              <a:gd name="T65" fmla="*/ 2608 h 2648"/>
              <a:gd name="T66" fmla="*/ 9608 w 13524"/>
              <a:gd name="T67" fmla="*/ 1440 h 2648"/>
              <a:gd name="T68" fmla="*/ 9896 w 13524"/>
              <a:gd name="T69" fmla="*/ 1072 h 2648"/>
              <a:gd name="T70" fmla="*/ 10112 w 13524"/>
              <a:gd name="T71" fmla="*/ 688 h 2648"/>
              <a:gd name="T72" fmla="*/ 9112 w 13524"/>
              <a:gd name="T73" fmla="*/ 1440 h 2648"/>
              <a:gd name="T74" fmla="*/ 10224 w 13524"/>
              <a:gd name="T75" fmla="*/ 1664 h 2648"/>
              <a:gd name="T76" fmla="*/ 11808 w 13524"/>
              <a:gd name="T77" fmla="*/ 2544 h 2648"/>
              <a:gd name="T78" fmla="*/ 11264 w 13524"/>
              <a:gd name="T79" fmla="*/ 2264 h 2648"/>
              <a:gd name="T80" fmla="*/ 11704 w 13524"/>
              <a:gd name="T81" fmla="*/ 1728 h 2648"/>
              <a:gd name="T82" fmla="*/ 11928 w 13524"/>
              <a:gd name="T83" fmla="*/ 1504 h 2648"/>
              <a:gd name="T84" fmla="*/ 10224 w 13524"/>
              <a:gd name="T85" fmla="*/ 1664 h 2648"/>
              <a:gd name="T86" fmla="*/ 11432 w 13524"/>
              <a:gd name="T87" fmla="*/ 1400 h 2648"/>
              <a:gd name="T88" fmla="*/ 11112 w 13524"/>
              <a:gd name="T89" fmla="*/ 1016 h 2648"/>
              <a:gd name="T90" fmla="*/ 13012 w 13524"/>
              <a:gd name="T91" fmla="*/ 2064 h 2648"/>
              <a:gd name="T92" fmla="*/ 12284 w 13524"/>
              <a:gd name="T93" fmla="*/ 2208 h 2648"/>
              <a:gd name="T94" fmla="*/ 12672 w 13524"/>
              <a:gd name="T95" fmla="*/ 2648 h 2648"/>
              <a:gd name="T96" fmla="*/ 12736 w 13524"/>
              <a:gd name="T97" fmla="*/ 1216 h 2648"/>
              <a:gd name="T98" fmla="*/ 13200 w 13524"/>
              <a:gd name="T99" fmla="*/ 1028 h 2648"/>
              <a:gd name="T100" fmla="*/ 13400 w 13524"/>
              <a:gd name="T101" fmla="*/ 680 h 2648"/>
              <a:gd name="T102" fmla="*/ 12232 w 13524"/>
              <a:gd name="T103" fmla="*/ 1264 h 26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13524" h="2648">
                <a:moveTo>
                  <a:pt x="2160" y="1264"/>
                </a:moveTo>
                <a:cubicBezTo>
                  <a:pt x="2160" y="368"/>
                  <a:pt x="1656" y="0"/>
                  <a:pt x="840" y="0"/>
                </a:cubicBezTo>
                <a:cubicBezTo>
                  <a:pt x="584" y="0"/>
                  <a:pt x="336" y="0"/>
                  <a:pt x="208" y="8"/>
                </a:cubicBezTo>
                <a:cubicBezTo>
                  <a:pt x="80" y="16"/>
                  <a:pt x="0" y="32"/>
                  <a:pt x="0" y="160"/>
                </a:cubicBezTo>
                <a:cubicBezTo>
                  <a:pt x="0" y="2608"/>
                  <a:pt x="0" y="2608"/>
                  <a:pt x="0" y="2608"/>
                </a:cubicBezTo>
                <a:cubicBezTo>
                  <a:pt x="0" y="2608"/>
                  <a:pt x="344" y="2648"/>
                  <a:pt x="728" y="2648"/>
                </a:cubicBezTo>
                <a:cubicBezTo>
                  <a:pt x="1560" y="2648"/>
                  <a:pt x="2160" y="2160"/>
                  <a:pt x="2160" y="1264"/>
                </a:cubicBezTo>
                <a:close/>
                <a:moveTo>
                  <a:pt x="1624" y="1304"/>
                </a:moveTo>
                <a:cubicBezTo>
                  <a:pt x="1624" y="1880"/>
                  <a:pt x="1272" y="2224"/>
                  <a:pt x="776" y="2224"/>
                </a:cubicBezTo>
                <a:cubicBezTo>
                  <a:pt x="616" y="2224"/>
                  <a:pt x="504" y="2204"/>
                  <a:pt x="504" y="2204"/>
                </a:cubicBezTo>
                <a:cubicBezTo>
                  <a:pt x="504" y="428"/>
                  <a:pt x="504" y="428"/>
                  <a:pt x="504" y="428"/>
                </a:cubicBezTo>
                <a:cubicBezTo>
                  <a:pt x="504" y="428"/>
                  <a:pt x="648" y="416"/>
                  <a:pt x="808" y="416"/>
                </a:cubicBezTo>
                <a:cubicBezTo>
                  <a:pt x="1384" y="416"/>
                  <a:pt x="1624" y="728"/>
                  <a:pt x="1624" y="1304"/>
                </a:cubicBezTo>
                <a:close/>
                <a:moveTo>
                  <a:pt x="2432" y="1664"/>
                </a:moveTo>
                <a:cubicBezTo>
                  <a:pt x="2432" y="2320"/>
                  <a:pt x="2752" y="2648"/>
                  <a:pt x="3408" y="2648"/>
                </a:cubicBezTo>
                <a:cubicBezTo>
                  <a:pt x="3680" y="2648"/>
                  <a:pt x="3888" y="2592"/>
                  <a:pt x="4016" y="2544"/>
                </a:cubicBezTo>
                <a:cubicBezTo>
                  <a:pt x="4016" y="2168"/>
                  <a:pt x="4016" y="2168"/>
                  <a:pt x="4016" y="2168"/>
                </a:cubicBezTo>
                <a:cubicBezTo>
                  <a:pt x="3888" y="2216"/>
                  <a:pt x="3664" y="2264"/>
                  <a:pt x="3472" y="2264"/>
                </a:cubicBezTo>
                <a:cubicBezTo>
                  <a:pt x="3120" y="2264"/>
                  <a:pt x="2928" y="2080"/>
                  <a:pt x="2928" y="1728"/>
                </a:cubicBezTo>
                <a:cubicBezTo>
                  <a:pt x="3912" y="1728"/>
                  <a:pt x="3912" y="1728"/>
                  <a:pt x="3912" y="1728"/>
                </a:cubicBezTo>
                <a:cubicBezTo>
                  <a:pt x="4072" y="1728"/>
                  <a:pt x="4136" y="1688"/>
                  <a:pt x="4136" y="1576"/>
                </a:cubicBezTo>
                <a:cubicBezTo>
                  <a:pt x="4136" y="1504"/>
                  <a:pt x="4136" y="1504"/>
                  <a:pt x="4136" y="1504"/>
                </a:cubicBezTo>
                <a:cubicBezTo>
                  <a:pt x="4136" y="1024"/>
                  <a:pt x="3880" y="648"/>
                  <a:pt x="3336" y="648"/>
                </a:cubicBezTo>
                <a:cubicBezTo>
                  <a:pt x="2760" y="648"/>
                  <a:pt x="2432" y="1088"/>
                  <a:pt x="2432" y="1664"/>
                </a:cubicBezTo>
                <a:close/>
                <a:moveTo>
                  <a:pt x="3320" y="1016"/>
                </a:moveTo>
                <a:cubicBezTo>
                  <a:pt x="3528" y="1016"/>
                  <a:pt x="3640" y="1160"/>
                  <a:pt x="3640" y="1400"/>
                </a:cubicBezTo>
                <a:cubicBezTo>
                  <a:pt x="2936" y="1400"/>
                  <a:pt x="2936" y="1400"/>
                  <a:pt x="2936" y="1400"/>
                </a:cubicBezTo>
                <a:cubicBezTo>
                  <a:pt x="2968" y="1160"/>
                  <a:pt x="3112" y="1016"/>
                  <a:pt x="3320" y="1016"/>
                </a:cubicBezTo>
                <a:close/>
                <a:moveTo>
                  <a:pt x="5000" y="8"/>
                </a:moveTo>
                <a:cubicBezTo>
                  <a:pt x="4728" y="8"/>
                  <a:pt x="4728" y="8"/>
                  <a:pt x="4728" y="8"/>
                </a:cubicBezTo>
                <a:cubicBezTo>
                  <a:pt x="4568" y="8"/>
                  <a:pt x="4504" y="48"/>
                  <a:pt x="4504" y="160"/>
                </a:cubicBezTo>
                <a:cubicBezTo>
                  <a:pt x="4504" y="2016"/>
                  <a:pt x="4504" y="2016"/>
                  <a:pt x="4504" y="2016"/>
                </a:cubicBezTo>
                <a:cubicBezTo>
                  <a:pt x="4504" y="2464"/>
                  <a:pt x="4640" y="2648"/>
                  <a:pt x="5008" y="2648"/>
                </a:cubicBezTo>
                <a:cubicBezTo>
                  <a:pt x="5184" y="2648"/>
                  <a:pt x="5336" y="2596"/>
                  <a:pt x="5336" y="2596"/>
                </a:cubicBezTo>
                <a:cubicBezTo>
                  <a:pt x="5336" y="2232"/>
                  <a:pt x="5336" y="2232"/>
                  <a:pt x="5336" y="2232"/>
                </a:cubicBezTo>
                <a:cubicBezTo>
                  <a:pt x="5336" y="2232"/>
                  <a:pt x="5248" y="2256"/>
                  <a:pt x="5168" y="2256"/>
                </a:cubicBezTo>
                <a:cubicBezTo>
                  <a:pt x="5068" y="2256"/>
                  <a:pt x="5000" y="2208"/>
                  <a:pt x="5000" y="2000"/>
                </a:cubicBezTo>
                <a:lnTo>
                  <a:pt x="5000" y="8"/>
                </a:lnTo>
                <a:close/>
                <a:moveTo>
                  <a:pt x="6136" y="8"/>
                </a:moveTo>
                <a:cubicBezTo>
                  <a:pt x="5872" y="8"/>
                  <a:pt x="5872" y="8"/>
                  <a:pt x="5872" y="8"/>
                </a:cubicBezTo>
                <a:cubicBezTo>
                  <a:pt x="5712" y="8"/>
                  <a:pt x="5648" y="48"/>
                  <a:pt x="5648" y="160"/>
                </a:cubicBezTo>
                <a:cubicBezTo>
                  <a:pt x="5648" y="2016"/>
                  <a:pt x="5648" y="2016"/>
                  <a:pt x="5648" y="2016"/>
                </a:cubicBezTo>
                <a:cubicBezTo>
                  <a:pt x="5648" y="2464"/>
                  <a:pt x="5792" y="2648"/>
                  <a:pt x="6208" y="2648"/>
                </a:cubicBezTo>
                <a:cubicBezTo>
                  <a:pt x="6432" y="2648"/>
                  <a:pt x="6600" y="2596"/>
                  <a:pt x="6600" y="2596"/>
                </a:cubicBezTo>
                <a:cubicBezTo>
                  <a:pt x="6600" y="2216"/>
                  <a:pt x="6600" y="2216"/>
                  <a:pt x="6600" y="2216"/>
                </a:cubicBezTo>
                <a:cubicBezTo>
                  <a:pt x="6600" y="2216"/>
                  <a:pt x="6480" y="2248"/>
                  <a:pt x="6368" y="2248"/>
                </a:cubicBezTo>
                <a:cubicBezTo>
                  <a:pt x="6224" y="2248"/>
                  <a:pt x="6136" y="2176"/>
                  <a:pt x="6136" y="1936"/>
                </a:cubicBezTo>
                <a:cubicBezTo>
                  <a:pt x="6136" y="1072"/>
                  <a:pt x="6136" y="1072"/>
                  <a:pt x="6136" y="1072"/>
                </a:cubicBezTo>
                <a:cubicBezTo>
                  <a:pt x="6376" y="1072"/>
                  <a:pt x="6376" y="1072"/>
                  <a:pt x="6376" y="1072"/>
                </a:cubicBezTo>
                <a:cubicBezTo>
                  <a:pt x="6536" y="1072"/>
                  <a:pt x="6600" y="1032"/>
                  <a:pt x="6600" y="920"/>
                </a:cubicBezTo>
                <a:cubicBezTo>
                  <a:pt x="6600" y="688"/>
                  <a:pt x="6600" y="688"/>
                  <a:pt x="6600" y="688"/>
                </a:cubicBezTo>
                <a:cubicBezTo>
                  <a:pt x="6136" y="688"/>
                  <a:pt x="6136" y="688"/>
                  <a:pt x="6136" y="688"/>
                </a:cubicBezTo>
                <a:lnTo>
                  <a:pt x="6136" y="8"/>
                </a:lnTo>
                <a:close/>
                <a:moveTo>
                  <a:pt x="6840" y="1744"/>
                </a:moveTo>
                <a:cubicBezTo>
                  <a:pt x="6840" y="2400"/>
                  <a:pt x="7256" y="2648"/>
                  <a:pt x="7768" y="2648"/>
                </a:cubicBezTo>
                <a:cubicBezTo>
                  <a:pt x="8088" y="2648"/>
                  <a:pt x="8416" y="2584"/>
                  <a:pt x="8608" y="2504"/>
                </a:cubicBezTo>
                <a:cubicBezTo>
                  <a:pt x="8608" y="752"/>
                  <a:pt x="8608" y="752"/>
                  <a:pt x="8608" y="752"/>
                </a:cubicBezTo>
                <a:cubicBezTo>
                  <a:pt x="8416" y="696"/>
                  <a:pt x="8176" y="648"/>
                  <a:pt x="7920" y="648"/>
                </a:cubicBezTo>
                <a:cubicBezTo>
                  <a:pt x="7248" y="648"/>
                  <a:pt x="6840" y="1088"/>
                  <a:pt x="6840" y="1744"/>
                </a:cubicBezTo>
                <a:close/>
                <a:moveTo>
                  <a:pt x="7352" y="1696"/>
                </a:moveTo>
                <a:cubicBezTo>
                  <a:pt x="7352" y="1232"/>
                  <a:pt x="7584" y="1032"/>
                  <a:pt x="7872" y="1032"/>
                </a:cubicBezTo>
                <a:cubicBezTo>
                  <a:pt x="8016" y="1032"/>
                  <a:pt x="8120" y="1060"/>
                  <a:pt x="8120" y="1060"/>
                </a:cubicBezTo>
                <a:cubicBezTo>
                  <a:pt x="8120" y="2216"/>
                  <a:pt x="8120" y="2216"/>
                  <a:pt x="8120" y="2216"/>
                </a:cubicBezTo>
                <a:cubicBezTo>
                  <a:pt x="8120" y="2216"/>
                  <a:pt x="8016" y="2264"/>
                  <a:pt x="7808" y="2264"/>
                </a:cubicBezTo>
                <a:cubicBezTo>
                  <a:pt x="7488" y="2264"/>
                  <a:pt x="7352" y="2048"/>
                  <a:pt x="7352" y="1696"/>
                </a:cubicBezTo>
                <a:close/>
                <a:moveTo>
                  <a:pt x="9112" y="2608"/>
                </a:moveTo>
                <a:cubicBezTo>
                  <a:pt x="9608" y="2608"/>
                  <a:pt x="9608" y="2608"/>
                  <a:pt x="9608" y="2608"/>
                </a:cubicBezTo>
                <a:cubicBezTo>
                  <a:pt x="9608" y="1440"/>
                  <a:pt x="9608" y="1440"/>
                  <a:pt x="9608" y="1440"/>
                </a:cubicBezTo>
                <a:cubicBezTo>
                  <a:pt x="9608" y="1168"/>
                  <a:pt x="9680" y="1072"/>
                  <a:pt x="9872" y="1072"/>
                </a:cubicBezTo>
                <a:cubicBezTo>
                  <a:pt x="9896" y="1072"/>
                  <a:pt x="9896" y="1072"/>
                  <a:pt x="9896" y="1072"/>
                </a:cubicBezTo>
                <a:cubicBezTo>
                  <a:pt x="10040" y="1072"/>
                  <a:pt x="10112" y="1048"/>
                  <a:pt x="10112" y="920"/>
                </a:cubicBezTo>
                <a:cubicBezTo>
                  <a:pt x="10112" y="688"/>
                  <a:pt x="10112" y="688"/>
                  <a:pt x="10112" y="688"/>
                </a:cubicBezTo>
                <a:cubicBezTo>
                  <a:pt x="9808" y="688"/>
                  <a:pt x="9808" y="688"/>
                  <a:pt x="9808" y="688"/>
                </a:cubicBezTo>
                <a:cubicBezTo>
                  <a:pt x="9264" y="688"/>
                  <a:pt x="9112" y="1024"/>
                  <a:pt x="9112" y="1440"/>
                </a:cubicBezTo>
                <a:lnTo>
                  <a:pt x="9112" y="2608"/>
                </a:lnTo>
                <a:close/>
                <a:moveTo>
                  <a:pt x="10224" y="1664"/>
                </a:moveTo>
                <a:cubicBezTo>
                  <a:pt x="10224" y="2320"/>
                  <a:pt x="10544" y="2648"/>
                  <a:pt x="11200" y="2648"/>
                </a:cubicBezTo>
                <a:cubicBezTo>
                  <a:pt x="11472" y="2648"/>
                  <a:pt x="11680" y="2592"/>
                  <a:pt x="11808" y="2544"/>
                </a:cubicBezTo>
                <a:cubicBezTo>
                  <a:pt x="11808" y="2168"/>
                  <a:pt x="11808" y="2168"/>
                  <a:pt x="11808" y="2168"/>
                </a:cubicBezTo>
                <a:cubicBezTo>
                  <a:pt x="11680" y="2216"/>
                  <a:pt x="11456" y="2264"/>
                  <a:pt x="11264" y="2264"/>
                </a:cubicBezTo>
                <a:cubicBezTo>
                  <a:pt x="10912" y="2264"/>
                  <a:pt x="10720" y="2080"/>
                  <a:pt x="10720" y="1728"/>
                </a:cubicBezTo>
                <a:cubicBezTo>
                  <a:pt x="11704" y="1728"/>
                  <a:pt x="11704" y="1728"/>
                  <a:pt x="11704" y="1728"/>
                </a:cubicBezTo>
                <a:cubicBezTo>
                  <a:pt x="11864" y="1728"/>
                  <a:pt x="11928" y="1688"/>
                  <a:pt x="11928" y="1576"/>
                </a:cubicBezTo>
                <a:cubicBezTo>
                  <a:pt x="11928" y="1504"/>
                  <a:pt x="11928" y="1504"/>
                  <a:pt x="11928" y="1504"/>
                </a:cubicBezTo>
                <a:cubicBezTo>
                  <a:pt x="11928" y="1024"/>
                  <a:pt x="11672" y="648"/>
                  <a:pt x="11128" y="648"/>
                </a:cubicBezTo>
                <a:cubicBezTo>
                  <a:pt x="10552" y="648"/>
                  <a:pt x="10224" y="1088"/>
                  <a:pt x="10224" y="1664"/>
                </a:cubicBezTo>
                <a:close/>
                <a:moveTo>
                  <a:pt x="11112" y="1016"/>
                </a:moveTo>
                <a:cubicBezTo>
                  <a:pt x="11320" y="1016"/>
                  <a:pt x="11432" y="1160"/>
                  <a:pt x="11432" y="1400"/>
                </a:cubicBezTo>
                <a:cubicBezTo>
                  <a:pt x="10728" y="1400"/>
                  <a:pt x="10728" y="1400"/>
                  <a:pt x="10728" y="1400"/>
                </a:cubicBezTo>
                <a:cubicBezTo>
                  <a:pt x="10760" y="1160"/>
                  <a:pt x="10904" y="1016"/>
                  <a:pt x="11112" y="1016"/>
                </a:cubicBezTo>
                <a:close/>
                <a:moveTo>
                  <a:pt x="12232" y="1264"/>
                </a:moveTo>
                <a:cubicBezTo>
                  <a:pt x="12232" y="1904"/>
                  <a:pt x="13012" y="1728"/>
                  <a:pt x="13012" y="2064"/>
                </a:cubicBezTo>
                <a:cubicBezTo>
                  <a:pt x="13012" y="2192"/>
                  <a:pt x="12888" y="2264"/>
                  <a:pt x="12696" y="2264"/>
                </a:cubicBezTo>
                <a:cubicBezTo>
                  <a:pt x="12552" y="2264"/>
                  <a:pt x="12396" y="2240"/>
                  <a:pt x="12284" y="2208"/>
                </a:cubicBezTo>
                <a:cubicBezTo>
                  <a:pt x="12276" y="2608"/>
                  <a:pt x="12276" y="2608"/>
                  <a:pt x="12276" y="2608"/>
                </a:cubicBezTo>
                <a:cubicBezTo>
                  <a:pt x="12388" y="2632"/>
                  <a:pt x="12528" y="2648"/>
                  <a:pt x="12672" y="2648"/>
                </a:cubicBezTo>
                <a:cubicBezTo>
                  <a:pt x="13184" y="2648"/>
                  <a:pt x="13524" y="2400"/>
                  <a:pt x="13524" y="2016"/>
                </a:cubicBezTo>
                <a:cubicBezTo>
                  <a:pt x="13524" y="1392"/>
                  <a:pt x="12736" y="1520"/>
                  <a:pt x="12736" y="1216"/>
                </a:cubicBezTo>
                <a:cubicBezTo>
                  <a:pt x="12736" y="1088"/>
                  <a:pt x="12848" y="1024"/>
                  <a:pt x="13024" y="1024"/>
                </a:cubicBezTo>
                <a:cubicBezTo>
                  <a:pt x="13088" y="1024"/>
                  <a:pt x="13152" y="1028"/>
                  <a:pt x="13200" y="1028"/>
                </a:cubicBezTo>
                <a:cubicBezTo>
                  <a:pt x="13312" y="1028"/>
                  <a:pt x="13400" y="1008"/>
                  <a:pt x="13400" y="816"/>
                </a:cubicBezTo>
                <a:cubicBezTo>
                  <a:pt x="13400" y="680"/>
                  <a:pt x="13400" y="680"/>
                  <a:pt x="13400" y="680"/>
                </a:cubicBezTo>
                <a:cubicBezTo>
                  <a:pt x="13400" y="680"/>
                  <a:pt x="13224" y="648"/>
                  <a:pt x="13048" y="648"/>
                </a:cubicBezTo>
                <a:cubicBezTo>
                  <a:pt x="12504" y="648"/>
                  <a:pt x="12232" y="928"/>
                  <a:pt x="12232" y="1264"/>
                </a:cubicBezTo>
                <a:close/>
              </a:path>
            </a:pathLst>
          </a:custGeom>
          <a:solidFill>
            <a:schemeClr val="bg1"/>
          </a:solidFill>
          <a:ln w="3175"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de-DE"/>
          </a:p>
        </p:txBody>
      </p:sp>
      <p:sp>
        <p:nvSpPr>
          <p:cNvPr id="6" name="Tijdelijke aanduiding voor datum 5">
            <a:extLst>
              <a:ext uri="{FF2B5EF4-FFF2-40B4-BE49-F238E27FC236}">
                <a16:creationId xmlns:a16="http://schemas.microsoft.com/office/drawing/2014/main" id="{EEA063B1-D1BB-422B-A945-0E0BF929B8EC}"/>
              </a:ext>
            </a:extLst>
          </p:cNvPr>
          <p:cNvSpPr>
            <a:spLocks noGrp="1"/>
          </p:cNvSpPr>
          <p:nvPr>
            <p:ph type="dt" sz="half" idx="10"/>
          </p:nvPr>
        </p:nvSpPr>
        <p:spPr>
          <a:xfrm>
            <a:off x="13029600" y="4157669"/>
            <a:ext cx="153888" cy="1485895"/>
          </a:xfrm>
        </p:spPr>
        <p:txBody>
          <a:bodyPr/>
          <a:lstStyle>
            <a:lvl1pPr>
              <a:defRPr>
                <a:solidFill>
                  <a:srgbClr val="E6E6E6"/>
                </a:solidFill>
              </a:defRPr>
            </a:lvl1pPr>
          </a:lstStyle>
          <a:p>
            <a:r>
              <a:rPr lang="nl-NL"/>
              <a:t> 28 november 2019</a:t>
            </a:r>
            <a:endParaRPr lang="nl-NL" dirty="0"/>
          </a:p>
        </p:txBody>
      </p:sp>
      <p:sp>
        <p:nvSpPr>
          <p:cNvPr id="7" name="Tijdelijke aanduiding voor voettekst 6">
            <a:extLst>
              <a:ext uri="{FF2B5EF4-FFF2-40B4-BE49-F238E27FC236}">
                <a16:creationId xmlns:a16="http://schemas.microsoft.com/office/drawing/2014/main" id="{CA897A52-D4CF-4702-BCED-5706FDE743C0}"/>
              </a:ext>
            </a:extLst>
          </p:cNvPr>
          <p:cNvSpPr>
            <a:spLocks noGrp="1"/>
          </p:cNvSpPr>
          <p:nvPr>
            <p:ph type="ftr" sz="quarter" idx="11"/>
          </p:nvPr>
        </p:nvSpPr>
        <p:spPr>
          <a:xfrm>
            <a:off x="12498972" y="541695"/>
            <a:ext cx="153888" cy="5101869"/>
          </a:xfrm>
        </p:spPr>
        <p:txBody>
          <a:bodyPr/>
          <a:lstStyle>
            <a:lvl1pPr>
              <a:defRPr>
                <a:solidFill>
                  <a:srgbClr val="E6E6E6"/>
                </a:solidFill>
              </a:defRPr>
            </a:lvl1pPr>
          </a:lstStyle>
          <a:p>
            <a:r>
              <a:rPr lang="nl-NL"/>
              <a:t>Voettekst van de presentatie</a:t>
            </a:r>
          </a:p>
        </p:txBody>
      </p:sp>
      <p:sp>
        <p:nvSpPr>
          <p:cNvPr id="8" name="Tijdelijke aanduiding voor dianummer 7">
            <a:extLst>
              <a:ext uri="{FF2B5EF4-FFF2-40B4-BE49-F238E27FC236}">
                <a16:creationId xmlns:a16="http://schemas.microsoft.com/office/drawing/2014/main" id="{335B6879-93B0-4CA7-BCA9-D4FA9240C2BC}"/>
              </a:ext>
            </a:extLst>
          </p:cNvPr>
          <p:cNvSpPr>
            <a:spLocks noGrp="1"/>
          </p:cNvSpPr>
          <p:nvPr>
            <p:ph type="sldNum" sz="quarter" idx="12"/>
          </p:nvPr>
        </p:nvSpPr>
        <p:spPr>
          <a:xfrm>
            <a:off x="1235276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pic>
        <p:nvPicPr>
          <p:cNvPr id="9" name="Enabling_deltalife_wit">
            <a:extLst>
              <a:ext uri="{FF2B5EF4-FFF2-40B4-BE49-F238E27FC236}">
                <a16:creationId xmlns:a16="http://schemas.microsoft.com/office/drawing/2014/main" id="{A4EF4C13-16AE-4FBA-9B9D-2EEA812DFAB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09600" y="5947200"/>
            <a:ext cx="3175200" cy="755731"/>
          </a:xfrm>
          <a:prstGeom prst="rect">
            <a:avLst/>
          </a:prstGeom>
        </p:spPr>
      </p:pic>
    </p:spTree>
    <p:extLst>
      <p:ext uri="{BB962C8B-B14F-4D97-AF65-F5344CB8AC3E}">
        <p14:creationId xmlns:p14="http://schemas.microsoft.com/office/powerpoint/2010/main" val="358748526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hf hdr="0"/>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Intro (met animatie)">
    <p:bg>
      <p:bgPr>
        <a:solidFill>
          <a:schemeClr val="accent1"/>
        </a:solidFill>
        <a:effectLst/>
      </p:bgPr>
    </p:bg>
    <p:spTree>
      <p:nvGrpSpPr>
        <p:cNvPr id="1" name=""/>
        <p:cNvGrpSpPr/>
        <p:nvPr/>
      </p:nvGrpSpPr>
      <p:grpSpPr>
        <a:xfrm>
          <a:off x="0" y="0"/>
          <a:ext cx="0" cy="0"/>
          <a:chOff x="0" y="0"/>
          <a:chExt cx="0" cy="0"/>
        </a:xfrm>
      </p:grpSpPr>
      <p:sp>
        <p:nvSpPr>
          <p:cNvPr id="9" name="Circle Blue">
            <a:extLst>
              <a:ext uri="{FF2B5EF4-FFF2-40B4-BE49-F238E27FC236}">
                <a16:creationId xmlns:a16="http://schemas.microsoft.com/office/drawing/2014/main" id="{E67129F5-F9B1-464C-B563-6456865CCFF2}"/>
              </a:ext>
            </a:extLst>
          </p:cNvPr>
          <p:cNvSpPr>
            <a:spLocks noChangeAspect="1"/>
          </p:cNvSpPr>
          <p:nvPr userDrawn="1"/>
        </p:nvSpPr>
        <p:spPr>
          <a:xfrm>
            <a:off x="4384800" y="1580400"/>
            <a:ext cx="3564000" cy="3564000"/>
          </a:xfrm>
          <a:prstGeom prst="ellipse">
            <a:avLst/>
          </a:prstGeom>
          <a:gradFill flip="none" rotWithShape="1">
            <a:gsLst>
              <a:gs pos="0">
                <a:schemeClr val="accent3"/>
              </a:gs>
              <a:gs pos="100000">
                <a:schemeClr val="accent3">
                  <a:alpha val="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Circle Green">
            <a:extLst>
              <a:ext uri="{FF2B5EF4-FFF2-40B4-BE49-F238E27FC236}">
                <a16:creationId xmlns:a16="http://schemas.microsoft.com/office/drawing/2014/main" id="{9D1A10F2-6EA4-4646-94AB-D1971B8790AC}"/>
              </a:ext>
            </a:extLst>
          </p:cNvPr>
          <p:cNvSpPr>
            <a:spLocks noChangeAspect="1"/>
          </p:cNvSpPr>
          <p:nvPr userDrawn="1"/>
        </p:nvSpPr>
        <p:spPr>
          <a:xfrm>
            <a:off x="4240800" y="1796400"/>
            <a:ext cx="3564000" cy="3564000"/>
          </a:xfrm>
          <a:prstGeom prst="ellipse">
            <a:avLst/>
          </a:prstGeom>
          <a:gradFill flip="none" rotWithShape="1">
            <a:gsLst>
              <a:gs pos="0">
                <a:schemeClr val="accent4">
                  <a:alpha val="0"/>
                </a:schemeClr>
              </a:gs>
              <a:gs pos="100000">
                <a:schemeClr val="accent6"/>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Rechthoek 2">
            <a:extLst>
              <a:ext uri="{FF2B5EF4-FFF2-40B4-BE49-F238E27FC236}">
                <a16:creationId xmlns:a16="http://schemas.microsoft.com/office/drawing/2014/main" id="{E1DF8627-4105-4921-8328-8A3BE55CDA89}"/>
              </a:ext>
            </a:extLst>
          </p:cNvPr>
          <p:cNvSpPr/>
          <p:nvPr userDrawn="1"/>
        </p:nvSpPr>
        <p:spPr>
          <a:xfrm>
            <a:off x="3123210" y="985652"/>
            <a:ext cx="7030193" cy="477388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el 1">
            <a:extLst>
              <a:ext uri="{FF2B5EF4-FFF2-40B4-BE49-F238E27FC236}">
                <a16:creationId xmlns:a16="http://schemas.microsoft.com/office/drawing/2014/main" id="{F4E1469F-AEAC-4175-9A1D-5C42D26898E2}"/>
              </a:ext>
            </a:extLst>
          </p:cNvPr>
          <p:cNvSpPr>
            <a:spLocks noGrp="1"/>
          </p:cNvSpPr>
          <p:nvPr>
            <p:ph type="title"/>
          </p:nvPr>
        </p:nvSpPr>
        <p:spPr>
          <a:xfrm>
            <a:off x="756000" y="-1224000"/>
            <a:ext cx="10512000" cy="936000"/>
          </a:xfrm>
        </p:spPr>
        <p:txBody>
          <a:bodyPr/>
          <a:lstStyle>
            <a:lvl1pPr>
              <a:defRPr>
                <a:solidFill>
                  <a:srgbClr val="E6E6E6"/>
                </a:solidFill>
              </a:defRPr>
            </a:lvl1pPr>
          </a:lstStyle>
          <a:p>
            <a:r>
              <a:rPr lang="en-US"/>
              <a:t>Click to edit Master title style</a:t>
            </a:r>
            <a:endParaRPr lang="de-DE"/>
          </a:p>
        </p:txBody>
      </p:sp>
      <p:sp>
        <p:nvSpPr>
          <p:cNvPr id="12" name="Freeform 5">
            <a:extLst>
              <a:ext uri="{FF2B5EF4-FFF2-40B4-BE49-F238E27FC236}">
                <a16:creationId xmlns:a16="http://schemas.microsoft.com/office/drawing/2014/main" id="{9EEDD8EA-AAF4-4299-BA58-9F889FEC3A5D}"/>
              </a:ext>
            </a:extLst>
          </p:cNvPr>
          <p:cNvSpPr>
            <a:spLocks noChangeAspect="1" noEditPoints="1"/>
          </p:cNvSpPr>
          <p:nvPr userDrawn="1"/>
        </p:nvSpPr>
        <p:spPr bwMode="auto">
          <a:xfrm>
            <a:off x="5106991" y="3235762"/>
            <a:ext cx="1980000" cy="387338"/>
          </a:xfrm>
          <a:custGeom>
            <a:avLst/>
            <a:gdLst>
              <a:gd name="T0" fmla="*/ 840 w 13524"/>
              <a:gd name="T1" fmla="*/ 0 h 2648"/>
              <a:gd name="T2" fmla="*/ 0 w 13524"/>
              <a:gd name="T3" fmla="*/ 160 h 2648"/>
              <a:gd name="T4" fmla="*/ 728 w 13524"/>
              <a:gd name="T5" fmla="*/ 2648 h 2648"/>
              <a:gd name="T6" fmla="*/ 1624 w 13524"/>
              <a:gd name="T7" fmla="*/ 1304 h 2648"/>
              <a:gd name="T8" fmla="*/ 504 w 13524"/>
              <a:gd name="T9" fmla="*/ 2204 h 2648"/>
              <a:gd name="T10" fmla="*/ 808 w 13524"/>
              <a:gd name="T11" fmla="*/ 416 h 2648"/>
              <a:gd name="T12" fmla="*/ 2432 w 13524"/>
              <a:gd name="T13" fmla="*/ 1664 h 2648"/>
              <a:gd name="T14" fmla="*/ 4016 w 13524"/>
              <a:gd name="T15" fmla="*/ 2544 h 2648"/>
              <a:gd name="T16" fmla="*/ 3472 w 13524"/>
              <a:gd name="T17" fmla="*/ 2264 h 2648"/>
              <a:gd name="T18" fmla="*/ 3912 w 13524"/>
              <a:gd name="T19" fmla="*/ 1728 h 2648"/>
              <a:gd name="T20" fmla="*/ 4136 w 13524"/>
              <a:gd name="T21" fmla="*/ 1504 h 2648"/>
              <a:gd name="T22" fmla="*/ 2432 w 13524"/>
              <a:gd name="T23" fmla="*/ 1664 h 2648"/>
              <a:gd name="T24" fmla="*/ 3640 w 13524"/>
              <a:gd name="T25" fmla="*/ 1400 h 2648"/>
              <a:gd name="T26" fmla="*/ 3320 w 13524"/>
              <a:gd name="T27" fmla="*/ 1016 h 2648"/>
              <a:gd name="T28" fmla="*/ 4728 w 13524"/>
              <a:gd name="T29" fmla="*/ 8 h 2648"/>
              <a:gd name="T30" fmla="*/ 4504 w 13524"/>
              <a:gd name="T31" fmla="*/ 2016 h 2648"/>
              <a:gd name="T32" fmla="*/ 5336 w 13524"/>
              <a:gd name="T33" fmla="*/ 2596 h 2648"/>
              <a:gd name="T34" fmla="*/ 5168 w 13524"/>
              <a:gd name="T35" fmla="*/ 2256 h 2648"/>
              <a:gd name="T36" fmla="*/ 5000 w 13524"/>
              <a:gd name="T37" fmla="*/ 8 h 2648"/>
              <a:gd name="T38" fmla="*/ 5872 w 13524"/>
              <a:gd name="T39" fmla="*/ 8 h 2648"/>
              <a:gd name="T40" fmla="*/ 5648 w 13524"/>
              <a:gd name="T41" fmla="*/ 2016 h 2648"/>
              <a:gd name="T42" fmla="*/ 6600 w 13524"/>
              <a:gd name="T43" fmla="*/ 2596 h 2648"/>
              <a:gd name="T44" fmla="*/ 6368 w 13524"/>
              <a:gd name="T45" fmla="*/ 2248 h 2648"/>
              <a:gd name="T46" fmla="*/ 6136 w 13524"/>
              <a:gd name="T47" fmla="*/ 1072 h 2648"/>
              <a:gd name="T48" fmla="*/ 6600 w 13524"/>
              <a:gd name="T49" fmla="*/ 920 h 2648"/>
              <a:gd name="T50" fmla="*/ 6136 w 13524"/>
              <a:gd name="T51" fmla="*/ 688 h 2648"/>
              <a:gd name="T52" fmla="*/ 6840 w 13524"/>
              <a:gd name="T53" fmla="*/ 1744 h 2648"/>
              <a:gd name="T54" fmla="*/ 8608 w 13524"/>
              <a:gd name="T55" fmla="*/ 2504 h 2648"/>
              <a:gd name="T56" fmla="*/ 7920 w 13524"/>
              <a:gd name="T57" fmla="*/ 648 h 2648"/>
              <a:gd name="T58" fmla="*/ 7352 w 13524"/>
              <a:gd name="T59" fmla="*/ 1696 h 2648"/>
              <a:gd name="T60" fmla="*/ 8120 w 13524"/>
              <a:gd name="T61" fmla="*/ 1060 h 2648"/>
              <a:gd name="T62" fmla="*/ 7808 w 13524"/>
              <a:gd name="T63" fmla="*/ 2264 h 2648"/>
              <a:gd name="T64" fmla="*/ 9112 w 13524"/>
              <a:gd name="T65" fmla="*/ 2608 h 2648"/>
              <a:gd name="T66" fmla="*/ 9608 w 13524"/>
              <a:gd name="T67" fmla="*/ 1440 h 2648"/>
              <a:gd name="T68" fmla="*/ 9896 w 13524"/>
              <a:gd name="T69" fmla="*/ 1072 h 2648"/>
              <a:gd name="T70" fmla="*/ 10112 w 13524"/>
              <a:gd name="T71" fmla="*/ 688 h 2648"/>
              <a:gd name="T72" fmla="*/ 9112 w 13524"/>
              <a:gd name="T73" fmla="*/ 1440 h 2648"/>
              <a:gd name="T74" fmla="*/ 10224 w 13524"/>
              <a:gd name="T75" fmla="*/ 1664 h 2648"/>
              <a:gd name="T76" fmla="*/ 11808 w 13524"/>
              <a:gd name="T77" fmla="*/ 2544 h 2648"/>
              <a:gd name="T78" fmla="*/ 11264 w 13524"/>
              <a:gd name="T79" fmla="*/ 2264 h 2648"/>
              <a:gd name="T80" fmla="*/ 11704 w 13524"/>
              <a:gd name="T81" fmla="*/ 1728 h 2648"/>
              <a:gd name="T82" fmla="*/ 11928 w 13524"/>
              <a:gd name="T83" fmla="*/ 1504 h 2648"/>
              <a:gd name="T84" fmla="*/ 10224 w 13524"/>
              <a:gd name="T85" fmla="*/ 1664 h 2648"/>
              <a:gd name="T86" fmla="*/ 11432 w 13524"/>
              <a:gd name="T87" fmla="*/ 1400 h 2648"/>
              <a:gd name="T88" fmla="*/ 11112 w 13524"/>
              <a:gd name="T89" fmla="*/ 1016 h 2648"/>
              <a:gd name="T90" fmla="*/ 13012 w 13524"/>
              <a:gd name="T91" fmla="*/ 2064 h 2648"/>
              <a:gd name="T92" fmla="*/ 12284 w 13524"/>
              <a:gd name="T93" fmla="*/ 2208 h 2648"/>
              <a:gd name="T94" fmla="*/ 12672 w 13524"/>
              <a:gd name="T95" fmla="*/ 2648 h 2648"/>
              <a:gd name="T96" fmla="*/ 12736 w 13524"/>
              <a:gd name="T97" fmla="*/ 1216 h 2648"/>
              <a:gd name="T98" fmla="*/ 13200 w 13524"/>
              <a:gd name="T99" fmla="*/ 1028 h 2648"/>
              <a:gd name="T100" fmla="*/ 13400 w 13524"/>
              <a:gd name="T101" fmla="*/ 680 h 2648"/>
              <a:gd name="T102" fmla="*/ 12232 w 13524"/>
              <a:gd name="T103" fmla="*/ 1264 h 26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13524" h="2648">
                <a:moveTo>
                  <a:pt x="2160" y="1264"/>
                </a:moveTo>
                <a:cubicBezTo>
                  <a:pt x="2160" y="368"/>
                  <a:pt x="1656" y="0"/>
                  <a:pt x="840" y="0"/>
                </a:cubicBezTo>
                <a:cubicBezTo>
                  <a:pt x="584" y="0"/>
                  <a:pt x="336" y="0"/>
                  <a:pt x="208" y="8"/>
                </a:cubicBezTo>
                <a:cubicBezTo>
                  <a:pt x="80" y="16"/>
                  <a:pt x="0" y="32"/>
                  <a:pt x="0" y="160"/>
                </a:cubicBezTo>
                <a:cubicBezTo>
                  <a:pt x="0" y="2608"/>
                  <a:pt x="0" y="2608"/>
                  <a:pt x="0" y="2608"/>
                </a:cubicBezTo>
                <a:cubicBezTo>
                  <a:pt x="0" y="2608"/>
                  <a:pt x="344" y="2648"/>
                  <a:pt x="728" y="2648"/>
                </a:cubicBezTo>
                <a:cubicBezTo>
                  <a:pt x="1560" y="2648"/>
                  <a:pt x="2160" y="2160"/>
                  <a:pt x="2160" y="1264"/>
                </a:cubicBezTo>
                <a:close/>
                <a:moveTo>
                  <a:pt x="1624" y="1304"/>
                </a:moveTo>
                <a:cubicBezTo>
                  <a:pt x="1624" y="1880"/>
                  <a:pt x="1272" y="2224"/>
                  <a:pt x="776" y="2224"/>
                </a:cubicBezTo>
                <a:cubicBezTo>
                  <a:pt x="616" y="2224"/>
                  <a:pt x="504" y="2204"/>
                  <a:pt x="504" y="2204"/>
                </a:cubicBezTo>
                <a:cubicBezTo>
                  <a:pt x="504" y="428"/>
                  <a:pt x="504" y="428"/>
                  <a:pt x="504" y="428"/>
                </a:cubicBezTo>
                <a:cubicBezTo>
                  <a:pt x="504" y="428"/>
                  <a:pt x="648" y="416"/>
                  <a:pt x="808" y="416"/>
                </a:cubicBezTo>
                <a:cubicBezTo>
                  <a:pt x="1384" y="416"/>
                  <a:pt x="1624" y="728"/>
                  <a:pt x="1624" y="1304"/>
                </a:cubicBezTo>
                <a:close/>
                <a:moveTo>
                  <a:pt x="2432" y="1664"/>
                </a:moveTo>
                <a:cubicBezTo>
                  <a:pt x="2432" y="2320"/>
                  <a:pt x="2752" y="2648"/>
                  <a:pt x="3408" y="2648"/>
                </a:cubicBezTo>
                <a:cubicBezTo>
                  <a:pt x="3680" y="2648"/>
                  <a:pt x="3888" y="2592"/>
                  <a:pt x="4016" y="2544"/>
                </a:cubicBezTo>
                <a:cubicBezTo>
                  <a:pt x="4016" y="2168"/>
                  <a:pt x="4016" y="2168"/>
                  <a:pt x="4016" y="2168"/>
                </a:cubicBezTo>
                <a:cubicBezTo>
                  <a:pt x="3888" y="2216"/>
                  <a:pt x="3664" y="2264"/>
                  <a:pt x="3472" y="2264"/>
                </a:cubicBezTo>
                <a:cubicBezTo>
                  <a:pt x="3120" y="2264"/>
                  <a:pt x="2928" y="2080"/>
                  <a:pt x="2928" y="1728"/>
                </a:cubicBezTo>
                <a:cubicBezTo>
                  <a:pt x="3912" y="1728"/>
                  <a:pt x="3912" y="1728"/>
                  <a:pt x="3912" y="1728"/>
                </a:cubicBezTo>
                <a:cubicBezTo>
                  <a:pt x="4072" y="1728"/>
                  <a:pt x="4136" y="1688"/>
                  <a:pt x="4136" y="1576"/>
                </a:cubicBezTo>
                <a:cubicBezTo>
                  <a:pt x="4136" y="1504"/>
                  <a:pt x="4136" y="1504"/>
                  <a:pt x="4136" y="1504"/>
                </a:cubicBezTo>
                <a:cubicBezTo>
                  <a:pt x="4136" y="1024"/>
                  <a:pt x="3880" y="648"/>
                  <a:pt x="3336" y="648"/>
                </a:cubicBezTo>
                <a:cubicBezTo>
                  <a:pt x="2760" y="648"/>
                  <a:pt x="2432" y="1088"/>
                  <a:pt x="2432" y="1664"/>
                </a:cubicBezTo>
                <a:close/>
                <a:moveTo>
                  <a:pt x="3320" y="1016"/>
                </a:moveTo>
                <a:cubicBezTo>
                  <a:pt x="3528" y="1016"/>
                  <a:pt x="3640" y="1160"/>
                  <a:pt x="3640" y="1400"/>
                </a:cubicBezTo>
                <a:cubicBezTo>
                  <a:pt x="2936" y="1400"/>
                  <a:pt x="2936" y="1400"/>
                  <a:pt x="2936" y="1400"/>
                </a:cubicBezTo>
                <a:cubicBezTo>
                  <a:pt x="2968" y="1160"/>
                  <a:pt x="3112" y="1016"/>
                  <a:pt x="3320" y="1016"/>
                </a:cubicBezTo>
                <a:close/>
                <a:moveTo>
                  <a:pt x="5000" y="8"/>
                </a:moveTo>
                <a:cubicBezTo>
                  <a:pt x="4728" y="8"/>
                  <a:pt x="4728" y="8"/>
                  <a:pt x="4728" y="8"/>
                </a:cubicBezTo>
                <a:cubicBezTo>
                  <a:pt x="4568" y="8"/>
                  <a:pt x="4504" y="48"/>
                  <a:pt x="4504" y="160"/>
                </a:cubicBezTo>
                <a:cubicBezTo>
                  <a:pt x="4504" y="2016"/>
                  <a:pt x="4504" y="2016"/>
                  <a:pt x="4504" y="2016"/>
                </a:cubicBezTo>
                <a:cubicBezTo>
                  <a:pt x="4504" y="2464"/>
                  <a:pt x="4640" y="2648"/>
                  <a:pt x="5008" y="2648"/>
                </a:cubicBezTo>
                <a:cubicBezTo>
                  <a:pt x="5184" y="2648"/>
                  <a:pt x="5336" y="2596"/>
                  <a:pt x="5336" y="2596"/>
                </a:cubicBezTo>
                <a:cubicBezTo>
                  <a:pt x="5336" y="2232"/>
                  <a:pt x="5336" y="2232"/>
                  <a:pt x="5336" y="2232"/>
                </a:cubicBezTo>
                <a:cubicBezTo>
                  <a:pt x="5336" y="2232"/>
                  <a:pt x="5248" y="2256"/>
                  <a:pt x="5168" y="2256"/>
                </a:cubicBezTo>
                <a:cubicBezTo>
                  <a:pt x="5068" y="2256"/>
                  <a:pt x="5000" y="2208"/>
                  <a:pt x="5000" y="2000"/>
                </a:cubicBezTo>
                <a:lnTo>
                  <a:pt x="5000" y="8"/>
                </a:lnTo>
                <a:close/>
                <a:moveTo>
                  <a:pt x="6136" y="8"/>
                </a:moveTo>
                <a:cubicBezTo>
                  <a:pt x="5872" y="8"/>
                  <a:pt x="5872" y="8"/>
                  <a:pt x="5872" y="8"/>
                </a:cubicBezTo>
                <a:cubicBezTo>
                  <a:pt x="5712" y="8"/>
                  <a:pt x="5648" y="48"/>
                  <a:pt x="5648" y="160"/>
                </a:cubicBezTo>
                <a:cubicBezTo>
                  <a:pt x="5648" y="2016"/>
                  <a:pt x="5648" y="2016"/>
                  <a:pt x="5648" y="2016"/>
                </a:cubicBezTo>
                <a:cubicBezTo>
                  <a:pt x="5648" y="2464"/>
                  <a:pt x="5792" y="2648"/>
                  <a:pt x="6208" y="2648"/>
                </a:cubicBezTo>
                <a:cubicBezTo>
                  <a:pt x="6432" y="2648"/>
                  <a:pt x="6600" y="2596"/>
                  <a:pt x="6600" y="2596"/>
                </a:cubicBezTo>
                <a:cubicBezTo>
                  <a:pt x="6600" y="2216"/>
                  <a:pt x="6600" y="2216"/>
                  <a:pt x="6600" y="2216"/>
                </a:cubicBezTo>
                <a:cubicBezTo>
                  <a:pt x="6600" y="2216"/>
                  <a:pt x="6480" y="2248"/>
                  <a:pt x="6368" y="2248"/>
                </a:cubicBezTo>
                <a:cubicBezTo>
                  <a:pt x="6224" y="2248"/>
                  <a:pt x="6136" y="2176"/>
                  <a:pt x="6136" y="1936"/>
                </a:cubicBezTo>
                <a:cubicBezTo>
                  <a:pt x="6136" y="1072"/>
                  <a:pt x="6136" y="1072"/>
                  <a:pt x="6136" y="1072"/>
                </a:cubicBezTo>
                <a:cubicBezTo>
                  <a:pt x="6376" y="1072"/>
                  <a:pt x="6376" y="1072"/>
                  <a:pt x="6376" y="1072"/>
                </a:cubicBezTo>
                <a:cubicBezTo>
                  <a:pt x="6536" y="1072"/>
                  <a:pt x="6600" y="1032"/>
                  <a:pt x="6600" y="920"/>
                </a:cubicBezTo>
                <a:cubicBezTo>
                  <a:pt x="6600" y="688"/>
                  <a:pt x="6600" y="688"/>
                  <a:pt x="6600" y="688"/>
                </a:cubicBezTo>
                <a:cubicBezTo>
                  <a:pt x="6136" y="688"/>
                  <a:pt x="6136" y="688"/>
                  <a:pt x="6136" y="688"/>
                </a:cubicBezTo>
                <a:lnTo>
                  <a:pt x="6136" y="8"/>
                </a:lnTo>
                <a:close/>
                <a:moveTo>
                  <a:pt x="6840" y="1744"/>
                </a:moveTo>
                <a:cubicBezTo>
                  <a:pt x="6840" y="2400"/>
                  <a:pt x="7256" y="2648"/>
                  <a:pt x="7768" y="2648"/>
                </a:cubicBezTo>
                <a:cubicBezTo>
                  <a:pt x="8088" y="2648"/>
                  <a:pt x="8416" y="2584"/>
                  <a:pt x="8608" y="2504"/>
                </a:cubicBezTo>
                <a:cubicBezTo>
                  <a:pt x="8608" y="752"/>
                  <a:pt x="8608" y="752"/>
                  <a:pt x="8608" y="752"/>
                </a:cubicBezTo>
                <a:cubicBezTo>
                  <a:pt x="8416" y="696"/>
                  <a:pt x="8176" y="648"/>
                  <a:pt x="7920" y="648"/>
                </a:cubicBezTo>
                <a:cubicBezTo>
                  <a:pt x="7248" y="648"/>
                  <a:pt x="6840" y="1088"/>
                  <a:pt x="6840" y="1744"/>
                </a:cubicBezTo>
                <a:close/>
                <a:moveTo>
                  <a:pt x="7352" y="1696"/>
                </a:moveTo>
                <a:cubicBezTo>
                  <a:pt x="7352" y="1232"/>
                  <a:pt x="7584" y="1032"/>
                  <a:pt x="7872" y="1032"/>
                </a:cubicBezTo>
                <a:cubicBezTo>
                  <a:pt x="8016" y="1032"/>
                  <a:pt x="8120" y="1060"/>
                  <a:pt x="8120" y="1060"/>
                </a:cubicBezTo>
                <a:cubicBezTo>
                  <a:pt x="8120" y="2216"/>
                  <a:pt x="8120" y="2216"/>
                  <a:pt x="8120" y="2216"/>
                </a:cubicBezTo>
                <a:cubicBezTo>
                  <a:pt x="8120" y="2216"/>
                  <a:pt x="8016" y="2264"/>
                  <a:pt x="7808" y="2264"/>
                </a:cubicBezTo>
                <a:cubicBezTo>
                  <a:pt x="7488" y="2264"/>
                  <a:pt x="7352" y="2048"/>
                  <a:pt x="7352" y="1696"/>
                </a:cubicBezTo>
                <a:close/>
                <a:moveTo>
                  <a:pt x="9112" y="2608"/>
                </a:moveTo>
                <a:cubicBezTo>
                  <a:pt x="9608" y="2608"/>
                  <a:pt x="9608" y="2608"/>
                  <a:pt x="9608" y="2608"/>
                </a:cubicBezTo>
                <a:cubicBezTo>
                  <a:pt x="9608" y="1440"/>
                  <a:pt x="9608" y="1440"/>
                  <a:pt x="9608" y="1440"/>
                </a:cubicBezTo>
                <a:cubicBezTo>
                  <a:pt x="9608" y="1168"/>
                  <a:pt x="9680" y="1072"/>
                  <a:pt x="9872" y="1072"/>
                </a:cubicBezTo>
                <a:cubicBezTo>
                  <a:pt x="9896" y="1072"/>
                  <a:pt x="9896" y="1072"/>
                  <a:pt x="9896" y="1072"/>
                </a:cubicBezTo>
                <a:cubicBezTo>
                  <a:pt x="10040" y="1072"/>
                  <a:pt x="10112" y="1048"/>
                  <a:pt x="10112" y="920"/>
                </a:cubicBezTo>
                <a:cubicBezTo>
                  <a:pt x="10112" y="688"/>
                  <a:pt x="10112" y="688"/>
                  <a:pt x="10112" y="688"/>
                </a:cubicBezTo>
                <a:cubicBezTo>
                  <a:pt x="9808" y="688"/>
                  <a:pt x="9808" y="688"/>
                  <a:pt x="9808" y="688"/>
                </a:cubicBezTo>
                <a:cubicBezTo>
                  <a:pt x="9264" y="688"/>
                  <a:pt x="9112" y="1024"/>
                  <a:pt x="9112" y="1440"/>
                </a:cubicBezTo>
                <a:lnTo>
                  <a:pt x="9112" y="2608"/>
                </a:lnTo>
                <a:close/>
                <a:moveTo>
                  <a:pt x="10224" y="1664"/>
                </a:moveTo>
                <a:cubicBezTo>
                  <a:pt x="10224" y="2320"/>
                  <a:pt x="10544" y="2648"/>
                  <a:pt x="11200" y="2648"/>
                </a:cubicBezTo>
                <a:cubicBezTo>
                  <a:pt x="11472" y="2648"/>
                  <a:pt x="11680" y="2592"/>
                  <a:pt x="11808" y="2544"/>
                </a:cubicBezTo>
                <a:cubicBezTo>
                  <a:pt x="11808" y="2168"/>
                  <a:pt x="11808" y="2168"/>
                  <a:pt x="11808" y="2168"/>
                </a:cubicBezTo>
                <a:cubicBezTo>
                  <a:pt x="11680" y="2216"/>
                  <a:pt x="11456" y="2264"/>
                  <a:pt x="11264" y="2264"/>
                </a:cubicBezTo>
                <a:cubicBezTo>
                  <a:pt x="10912" y="2264"/>
                  <a:pt x="10720" y="2080"/>
                  <a:pt x="10720" y="1728"/>
                </a:cubicBezTo>
                <a:cubicBezTo>
                  <a:pt x="11704" y="1728"/>
                  <a:pt x="11704" y="1728"/>
                  <a:pt x="11704" y="1728"/>
                </a:cubicBezTo>
                <a:cubicBezTo>
                  <a:pt x="11864" y="1728"/>
                  <a:pt x="11928" y="1688"/>
                  <a:pt x="11928" y="1576"/>
                </a:cubicBezTo>
                <a:cubicBezTo>
                  <a:pt x="11928" y="1504"/>
                  <a:pt x="11928" y="1504"/>
                  <a:pt x="11928" y="1504"/>
                </a:cubicBezTo>
                <a:cubicBezTo>
                  <a:pt x="11928" y="1024"/>
                  <a:pt x="11672" y="648"/>
                  <a:pt x="11128" y="648"/>
                </a:cubicBezTo>
                <a:cubicBezTo>
                  <a:pt x="10552" y="648"/>
                  <a:pt x="10224" y="1088"/>
                  <a:pt x="10224" y="1664"/>
                </a:cubicBezTo>
                <a:close/>
                <a:moveTo>
                  <a:pt x="11112" y="1016"/>
                </a:moveTo>
                <a:cubicBezTo>
                  <a:pt x="11320" y="1016"/>
                  <a:pt x="11432" y="1160"/>
                  <a:pt x="11432" y="1400"/>
                </a:cubicBezTo>
                <a:cubicBezTo>
                  <a:pt x="10728" y="1400"/>
                  <a:pt x="10728" y="1400"/>
                  <a:pt x="10728" y="1400"/>
                </a:cubicBezTo>
                <a:cubicBezTo>
                  <a:pt x="10760" y="1160"/>
                  <a:pt x="10904" y="1016"/>
                  <a:pt x="11112" y="1016"/>
                </a:cubicBezTo>
                <a:close/>
                <a:moveTo>
                  <a:pt x="12232" y="1264"/>
                </a:moveTo>
                <a:cubicBezTo>
                  <a:pt x="12232" y="1904"/>
                  <a:pt x="13012" y="1728"/>
                  <a:pt x="13012" y="2064"/>
                </a:cubicBezTo>
                <a:cubicBezTo>
                  <a:pt x="13012" y="2192"/>
                  <a:pt x="12888" y="2264"/>
                  <a:pt x="12696" y="2264"/>
                </a:cubicBezTo>
                <a:cubicBezTo>
                  <a:pt x="12552" y="2264"/>
                  <a:pt x="12396" y="2240"/>
                  <a:pt x="12284" y="2208"/>
                </a:cubicBezTo>
                <a:cubicBezTo>
                  <a:pt x="12276" y="2608"/>
                  <a:pt x="12276" y="2608"/>
                  <a:pt x="12276" y="2608"/>
                </a:cubicBezTo>
                <a:cubicBezTo>
                  <a:pt x="12388" y="2632"/>
                  <a:pt x="12528" y="2648"/>
                  <a:pt x="12672" y="2648"/>
                </a:cubicBezTo>
                <a:cubicBezTo>
                  <a:pt x="13184" y="2648"/>
                  <a:pt x="13524" y="2400"/>
                  <a:pt x="13524" y="2016"/>
                </a:cubicBezTo>
                <a:cubicBezTo>
                  <a:pt x="13524" y="1392"/>
                  <a:pt x="12736" y="1520"/>
                  <a:pt x="12736" y="1216"/>
                </a:cubicBezTo>
                <a:cubicBezTo>
                  <a:pt x="12736" y="1088"/>
                  <a:pt x="12848" y="1024"/>
                  <a:pt x="13024" y="1024"/>
                </a:cubicBezTo>
                <a:cubicBezTo>
                  <a:pt x="13088" y="1024"/>
                  <a:pt x="13152" y="1028"/>
                  <a:pt x="13200" y="1028"/>
                </a:cubicBezTo>
                <a:cubicBezTo>
                  <a:pt x="13312" y="1028"/>
                  <a:pt x="13400" y="1008"/>
                  <a:pt x="13400" y="816"/>
                </a:cubicBezTo>
                <a:cubicBezTo>
                  <a:pt x="13400" y="680"/>
                  <a:pt x="13400" y="680"/>
                  <a:pt x="13400" y="680"/>
                </a:cubicBezTo>
                <a:cubicBezTo>
                  <a:pt x="13400" y="680"/>
                  <a:pt x="13224" y="648"/>
                  <a:pt x="13048" y="648"/>
                </a:cubicBezTo>
                <a:cubicBezTo>
                  <a:pt x="12504" y="648"/>
                  <a:pt x="12232" y="928"/>
                  <a:pt x="12232" y="1264"/>
                </a:cubicBezTo>
                <a:close/>
              </a:path>
            </a:pathLst>
          </a:custGeom>
          <a:solidFill>
            <a:schemeClr val="bg1"/>
          </a:solidFill>
          <a:ln w="3175"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de-DE"/>
          </a:p>
        </p:txBody>
      </p:sp>
      <p:sp>
        <p:nvSpPr>
          <p:cNvPr id="6" name="Tijdelijke aanduiding voor datum 5">
            <a:extLst>
              <a:ext uri="{FF2B5EF4-FFF2-40B4-BE49-F238E27FC236}">
                <a16:creationId xmlns:a16="http://schemas.microsoft.com/office/drawing/2014/main" id="{EEA063B1-D1BB-422B-A945-0E0BF929B8EC}"/>
              </a:ext>
            </a:extLst>
          </p:cNvPr>
          <p:cNvSpPr>
            <a:spLocks noGrp="1"/>
          </p:cNvSpPr>
          <p:nvPr>
            <p:ph type="dt" sz="half" idx="10"/>
          </p:nvPr>
        </p:nvSpPr>
        <p:spPr>
          <a:xfrm>
            <a:off x="13029600" y="4157669"/>
            <a:ext cx="153888" cy="1485895"/>
          </a:xfrm>
        </p:spPr>
        <p:txBody>
          <a:bodyPr/>
          <a:lstStyle>
            <a:lvl1pPr>
              <a:defRPr>
                <a:solidFill>
                  <a:srgbClr val="E6E6E6"/>
                </a:solidFill>
              </a:defRPr>
            </a:lvl1pPr>
          </a:lstStyle>
          <a:p>
            <a:r>
              <a:rPr lang="nl-NL"/>
              <a:t> 28 november 2019</a:t>
            </a:r>
            <a:endParaRPr lang="nl-NL" dirty="0"/>
          </a:p>
        </p:txBody>
      </p:sp>
      <p:sp>
        <p:nvSpPr>
          <p:cNvPr id="7" name="Tijdelijke aanduiding voor voettekst 6">
            <a:extLst>
              <a:ext uri="{FF2B5EF4-FFF2-40B4-BE49-F238E27FC236}">
                <a16:creationId xmlns:a16="http://schemas.microsoft.com/office/drawing/2014/main" id="{CA897A52-D4CF-4702-BCED-5706FDE743C0}"/>
              </a:ext>
            </a:extLst>
          </p:cNvPr>
          <p:cNvSpPr>
            <a:spLocks noGrp="1"/>
          </p:cNvSpPr>
          <p:nvPr>
            <p:ph type="ftr" sz="quarter" idx="11"/>
          </p:nvPr>
        </p:nvSpPr>
        <p:spPr>
          <a:xfrm>
            <a:off x="12498972" y="541695"/>
            <a:ext cx="153888" cy="5101869"/>
          </a:xfrm>
        </p:spPr>
        <p:txBody>
          <a:bodyPr/>
          <a:lstStyle>
            <a:lvl1pPr>
              <a:defRPr>
                <a:solidFill>
                  <a:srgbClr val="E6E6E6"/>
                </a:solidFill>
              </a:defRPr>
            </a:lvl1pPr>
          </a:lstStyle>
          <a:p>
            <a:r>
              <a:rPr lang="nl-NL"/>
              <a:t>Voettekst van de presentatie</a:t>
            </a:r>
          </a:p>
        </p:txBody>
      </p:sp>
      <p:sp>
        <p:nvSpPr>
          <p:cNvPr id="8" name="Tijdelijke aanduiding voor dianummer 7">
            <a:extLst>
              <a:ext uri="{FF2B5EF4-FFF2-40B4-BE49-F238E27FC236}">
                <a16:creationId xmlns:a16="http://schemas.microsoft.com/office/drawing/2014/main" id="{335B6879-93B0-4CA7-BCA9-D4FA9240C2BC}"/>
              </a:ext>
            </a:extLst>
          </p:cNvPr>
          <p:cNvSpPr>
            <a:spLocks noGrp="1"/>
          </p:cNvSpPr>
          <p:nvPr>
            <p:ph type="sldNum" sz="quarter" idx="12"/>
          </p:nvPr>
        </p:nvSpPr>
        <p:spPr>
          <a:xfrm>
            <a:off x="1235276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pic>
        <p:nvPicPr>
          <p:cNvPr id="11" name="Enabling_deltalife_wit">
            <a:extLst>
              <a:ext uri="{FF2B5EF4-FFF2-40B4-BE49-F238E27FC236}">
                <a16:creationId xmlns:a16="http://schemas.microsoft.com/office/drawing/2014/main" id="{F6979AE7-8CDB-45F8-88A4-AC18A1F0E54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09600" y="5947200"/>
            <a:ext cx="3175200" cy="755731"/>
          </a:xfrm>
          <a:prstGeom prst="rect">
            <a:avLst/>
          </a:prstGeom>
        </p:spPr>
      </p:pic>
    </p:spTree>
    <p:extLst>
      <p:ext uri="{BB962C8B-B14F-4D97-AF65-F5344CB8AC3E}">
        <p14:creationId xmlns:p14="http://schemas.microsoft.com/office/powerpoint/2010/main" val="1318408229"/>
      </p:ext>
    </p:extLst>
  </p:cSld>
  <p:clrMapOvr>
    <a:masterClrMapping/>
  </p:clrMapOvr>
  <mc:AlternateContent xmlns:mc="http://schemas.openxmlformats.org/markup-compatibility/2006" xmlns:p14="http://schemas.microsoft.com/office/powerpoint/2010/main">
    <mc:Choice Requires="p14">
      <p:transition spd="slow" p14:dur="2000" advClick="0" advTm="3000"/>
    </mc:Choice>
    <mc:Fallback xmlns="">
      <p:transition spd="slow" advClick="0" advTm="3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xit" presetSubtype="0" fill="hold" grpId="0" nodeType="afterEffect">
                                  <p:stCondLst>
                                    <p:cond delay="500"/>
                                  </p:stCondLst>
                                  <p:childTnLst>
                                    <p:animEffect transition="out" filter="fade">
                                      <p:cBhvr>
                                        <p:cTn id="6" dur="3000"/>
                                        <p:tgtEl>
                                          <p:spTgt spid="12"/>
                                        </p:tgtEl>
                                      </p:cBhvr>
                                    </p:animEffect>
                                    <p:set>
                                      <p:cBhvr>
                                        <p:cTn id="7" dur="1" fill="hold">
                                          <p:stCondLst>
                                            <p:cond delay="2999"/>
                                          </p:stCondLst>
                                        </p:cTn>
                                        <p:tgtEl>
                                          <p:spTgt spid="12"/>
                                        </p:tgtEl>
                                        <p:attrNameLst>
                                          <p:attrName>style.visibility</p:attrName>
                                        </p:attrNameLst>
                                      </p:cBhvr>
                                      <p:to>
                                        <p:strVal val="hidden"/>
                                      </p:to>
                                    </p:set>
                                  </p:childTnLst>
                                </p:cTn>
                              </p:par>
                              <p:par>
                                <p:cTn id="8" presetID="10" presetClass="exit" presetSubtype="0" fill="hold" grpId="0" nodeType="withEffect">
                                  <p:stCondLst>
                                    <p:cond delay="0"/>
                                  </p:stCondLst>
                                  <p:childTnLst>
                                    <p:animEffect transition="out" filter="fade">
                                      <p:cBhvr>
                                        <p:cTn id="9" dur="1000"/>
                                        <p:tgtEl>
                                          <p:spTgt spid="3"/>
                                        </p:tgtEl>
                                      </p:cBhvr>
                                    </p:animEffect>
                                    <p:set>
                                      <p:cBhvr>
                                        <p:cTn id="10" dur="1" fill="hold">
                                          <p:stCondLst>
                                            <p:cond delay="999"/>
                                          </p:stCondLst>
                                        </p:cTn>
                                        <p:tgtEl>
                                          <p:spTgt spid="3"/>
                                        </p:tgtEl>
                                        <p:attrNameLst>
                                          <p:attrName>style.visibility</p:attrName>
                                        </p:attrNameLst>
                                      </p:cBhvr>
                                      <p:to>
                                        <p:strVal val="hidden"/>
                                      </p:to>
                                    </p:set>
                                  </p:childTnLst>
                                </p:cTn>
                              </p:par>
                              <p:par>
                                <p:cTn id="11" presetID="42" presetClass="path" presetSubtype="0" accel="50000" decel="50000" fill="hold" grpId="0" nodeType="withEffect">
                                  <p:stCondLst>
                                    <p:cond delay="500"/>
                                  </p:stCondLst>
                                  <p:childTnLst>
                                    <p:animMotion origin="layout" path="M -2.08333E-7 7.40741E-7 L -0.0332 0.06042 " pathEditMode="relative" rAng="0" ptsTypes="AA">
                                      <p:cBhvr>
                                        <p:cTn id="12" dur="2000" fill="hold"/>
                                        <p:tgtEl>
                                          <p:spTgt spid="10"/>
                                        </p:tgtEl>
                                        <p:attrNameLst>
                                          <p:attrName>ppt_x</p:attrName>
                                          <p:attrName>ppt_y</p:attrName>
                                        </p:attrNameLst>
                                      </p:cBhvr>
                                      <p:rCtr x="-1667" y="3009"/>
                                    </p:animMotion>
                                  </p:childTnLst>
                                </p:cTn>
                              </p:par>
                              <p:par>
                                <p:cTn id="13" presetID="8" presetClass="emph" presetSubtype="0" fill="hold" grpId="1" nodeType="withEffect">
                                  <p:stCondLst>
                                    <p:cond delay="500"/>
                                  </p:stCondLst>
                                  <p:childTnLst>
                                    <p:animRot by="-5400000">
                                      <p:cBhvr>
                                        <p:cTn id="14" dur="2000" fill="hold"/>
                                        <p:tgtEl>
                                          <p:spTgt spid="10"/>
                                        </p:tgtEl>
                                        <p:attrNameLst>
                                          <p:attrName>r</p:attrName>
                                        </p:attrNameLst>
                                      </p:cBhvr>
                                    </p:animRot>
                                  </p:childTnLst>
                                </p:cTn>
                              </p:par>
                              <p:par>
                                <p:cTn id="15" presetID="42" presetClass="path" presetSubtype="0" accel="50000" decel="50000" fill="hold" grpId="0" nodeType="withEffect">
                                  <p:stCondLst>
                                    <p:cond delay="500"/>
                                  </p:stCondLst>
                                  <p:childTnLst>
                                    <p:animMotion origin="layout" path="M 8.33333E-7 2.22222E-6 L 0.04115 -0.07477 " pathEditMode="relative" rAng="0" ptsTypes="AA">
                                      <p:cBhvr>
                                        <p:cTn id="16" dur="2000" fill="hold"/>
                                        <p:tgtEl>
                                          <p:spTgt spid="9"/>
                                        </p:tgtEl>
                                        <p:attrNameLst>
                                          <p:attrName>ppt_x</p:attrName>
                                          <p:attrName>ppt_y</p:attrName>
                                        </p:attrNameLst>
                                      </p:cBhvr>
                                      <p:rCtr x="2057" y="-3750"/>
                                    </p:animMotion>
                                  </p:childTnLst>
                                </p:cTn>
                              </p:par>
                              <p:par>
                                <p:cTn id="17" presetID="8" presetClass="emph" presetSubtype="0" fill="hold" grpId="1" nodeType="withEffect">
                                  <p:stCondLst>
                                    <p:cond delay="500"/>
                                  </p:stCondLst>
                                  <p:childTnLst>
                                    <p:animRot by="-5400000">
                                      <p:cBhvr>
                                        <p:cTn id="18" dur="2000" fill="hold"/>
                                        <p:tgtEl>
                                          <p:spTgt spid="9"/>
                                        </p:tgtEl>
                                        <p:attrNameLst>
                                          <p:attrName>r</p:attrName>
                                        </p:attrNameLst>
                                      </p:cBhvr>
                                    </p:animRot>
                                  </p:childTnLst>
                                </p:cTn>
                              </p:par>
                              <p:par>
                                <p:cTn id="19" presetID="10" presetClass="exit" presetSubtype="0" fill="hold" grpId="3" nodeType="withEffect">
                                  <p:stCondLst>
                                    <p:cond delay="3000"/>
                                  </p:stCondLst>
                                  <p:childTnLst>
                                    <p:animEffect transition="out" filter="fade">
                                      <p:cBhvr>
                                        <p:cTn id="20" dur="1000"/>
                                        <p:tgtEl>
                                          <p:spTgt spid="9"/>
                                        </p:tgtEl>
                                      </p:cBhvr>
                                    </p:animEffect>
                                    <p:set>
                                      <p:cBhvr>
                                        <p:cTn id="21" dur="1" fill="hold">
                                          <p:stCondLst>
                                            <p:cond delay="999"/>
                                          </p:stCondLst>
                                        </p:cTn>
                                        <p:tgtEl>
                                          <p:spTgt spid="9"/>
                                        </p:tgtEl>
                                        <p:attrNameLst>
                                          <p:attrName>style.visibility</p:attrName>
                                        </p:attrNameLst>
                                      </p:cBhvr>
                                      <p:to>
                                        <p:strVal val="hidden"/>
                                      </p:to>
                                    </p:set>
                                  </p:childTnLst>
                                </p:cTn>
                              </p:par>
                              <p:par>
                                <p:cTn id="22" presetID="10" presetClass="exit" presetSubtype="0" fill="hold" grpId="3" nodeType="withEffect">
                                  <p:stCondLst>
                                    <p:cond delay="3000"/>
                                  </p:stCondLst>
                                  <p:childTnLst>
                                    <p:animEffect transition="out" filter="fade">
                                      <p:cBhvr>
                                        <p:cTn id="23" dur="1000"/>
                                        <p:tgtEl>
                                          <p:spTgt spid="10"/>
                                        </p:tgtEl>
                                      </p:cBhvr>
                                    </p:animEffect>
                                    <p:set>
                                      <p:cBhvr>
                                        <p:cTn id="24" dur="1" fill="hold">
                                          <p:stCondLst>
                                            <p:cond delay="999"/>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9" grpId="3" animBg="1"/>
      <p:bldP spid="10" grpId="0" animBg="1"/>
      <p:bldP spid="10" grpId="1" animBg="1"/>
      <p:bldP spid="10" grpId="3" animBg="1"/>
      <p:bldP spid="3" grpId="0" animBg="1"/>
      <p:bldP spid="12" grpId="0" animBg="1"/>
    </p:bldLst>
  </p:timing>
  <p:hf hdr="0"/>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Contact">
    <p:spTree>
      <p:nvGrpSpPr>
        <p:cNvPr id="1" name=""/>
        <p:cNvGrpSpPr/>
        <p:nvPr/>
      </p:nvGrpSpPr>
      <p:grpSpPr>
        <a:xfrm>
          <a:off x="0" y="0"/>
          <a:ext cx="0" cy="0"/>
          <a:chOff x="0" y="0"/>
          <a:chExt cx="0" cy="0"/>
        </a:xfrm>
      </p:grpSpPr>
      <p:sp>
        <p:nvSpPr>
          <p:cNvPr id="10" name="Tijdelijke aanduiding voor afbeelding 65">
            <a:extLst>
              <a:ext uri="{FF2B5EF4-FFF2-40B4-BE49-F238E27FC236}">
                <a16:creationId xmlns:a16="http://schemas.microsoft.com/office/drawing/2014/main" id="{D8C9B7F8-6288-4D09-BD88-8006B973F31A}"/>
              </a:ext>
            </a:extLst>
          </p:cNvPr>
          <p:cNvSpPr>
            <a:spLocks noGrp="1"/>
          </p:cNvSpPr>
          <p:nvPr>
            <p:ph type="pic" sz="quarter" idx="19" hasCustomPrompt="1"/>
          </p:nvPr>
        </p:nvSpPr>
        <p:spPr>
          <a:xfrm>
            <a:off x="755650" y="2820473"/>
            <a:ext cx="11436350" cy="4037527"/>
          </a:xfrm>
          <a:blipFill>
            <a:blip r:embed="rId2"/>
            <a:stretch>
              <a:fillRect/>
            </a:stretch>
          </a:blipFill>
        </p:spPr>
        <p:txBody>
          <a:bodyPr tIns="2340000"/>
          <a:lstStyle>
            <a:lvl1pPr marL="0" indent="0" algn="ctr">
              <a:buNone/>
              <a:defRPr sz="1400">
                <a:solidFill>
                  <a:schemeClr val="bg2">
                    <a:lumMod val="50000"/>
                  </a:schemeClr>
                </a:solidFill>
              </a:defRPr>
            </a:lvl1pPr>
          </a:lstStyle>
          <a:p>
            <a:r>
              <a:rPr lang="nl-NL" dirty="0"/>
              <a:t>Selecteer afbeelding</a:t>
            </a:r>
          </a:p>
        </p:txBody>
      </p:sp>
      <p:sp>
        <p:nvSpPr>
          <p:cNvPr id="6" name="Titel 5">
            <a:extLst>
              <a:ext uri="{FF2B5EF4-FFF2-40B4-BE49-F238E27FC236}">
                <a16:creationId xmlns:a16="http://schemas.microsoft.com/office/drawing/2014/main" id="{DB90DCA0-4985-4FE6-A3E0-A65236F17A2C}"/>
              </a:ext>
            </a:extLst>
          </p:cNvPr>
          <p:cNvSpPr>
            <a:spLocks noGrp="1"/>
          </p:cNvSpPr>
          <p:nvPr>
            <p:ph type="title"/>
          </p:nvPr>
        </p:nvSpPr>
        <p:spPr/>
        <p:txBody>
          <a:bodyPr/>
          <a:lstStyle/>
          <a:p>
            <a:r>
              <a:rPr lang="en-US"/>
              <a:t>Click to edit Master title style</a:t>
            </a:r>
            <a:endParaRPr lang="nl-NL"/>
          </a:p>
        </p:txBody>
      </p:sp>
      <p:sp>
        <p:nvSpPr>
          <p:cNvPr id="29" name="Tekstvak 28">
            <a:hlinkClick r:id="rId3"/>
            <a:extLst>
              <a:ext uri="{FF2B5EF4-FFF2-40B4-BE49-F238E27FC236}">
                <a16:creationId xmlns:a16="http://schemas.microsoft.com/office/drawing/2014/main" id="{C731B5EA-6866-4EBE-8138-DEC893F2E2E3}"/>
              </a:ext>
            </a:extLst>
          </p:cNvPr>
          <p:cNvSpPr txBox="1"/>
          <p:nvPr userDrawn="1"/>
        </p:nvSpPr>
        <p:spPr>
          <a:xfrm>
            <a:off x="1260000" y="2267999"/>
            <a:ext cx="1949618" cy="276999"/>
          </a:xfrm>
          <a:prstGeom prst="rect">
            <a:avLst/>
          </a:prstGeom>
          <a:noFill/>
        </p:spPr>
        <p:txBody>
          <a:bodyPr wrap="square" lIns="0" tIns="0" rIns="0" bIns="0" rtlCol="0">
            <a:spAutoFit/>
          </a:bodyPr>
          <a:lstStyle/>
          <a:p>
            <a:r>
              <a:rPr lang="en-GB" sz="1800" noProof="1">
                <a:solidFill>
                  <a:schemeClr val="tx2"/>
                </a:solidFill>
              </a:rPr>
              <a:t>info@deltares.nl</a:t>
            </a:r>
          </a:p>
        </p:txBody>
      </p:sp>
      <p:sp>
        <p:nvSpPr>
          <p:cNvPr id="30" name="Tekstvak 29">
            <a:hlinkClick r:id="rId4"/>
            <a:extLst>
              <a:ext uri="{FF2B5EF4-FFF2-40B4-BE49-F238E27FC236}">
                <a16:creationId xmlns:a16="http://schemas.microsoft.com/office/drawing/2014/main" id="{B2A41075-9E8D-4E25-B2BA-1D1DD506088A}"/>
              </a:ext>
            </a:extLst>
          </p:cNvPr>
          <p:cNvSpPr txBox="1"/>
          <p:nvPr userDrawn="1"/>
        </p:nvSpPr>
        <p:spPr>
          <a:xfrm>
            <a:off x="4212000" y="1763999"/>
            <a:ext cx="1871662" cy="276999"/>
          </a:xfrm>
          <a:prstGeom prst="rect">
            <a:avLst/>
          </a:prstGeom>
          <a:noFill/>
        </p:spPr>
        <p:txBody>
          <a:bodyPr wrap="square" lIns="0" tIns="0" rIns="0" bIns="0" rtlCol="0">
            <a:spAutoFit/>
          </a:bodyPr>
          <a:lstStyle/>
          <a:p>
            <a:r>
              <a:rPr lang="en-GB" sz="1800" noProof="1">
                <a:solidFill>
                  <a:schemeClr val="tx2"/>
                </a:solidFill>
              </a:rPr>
              <a:t>@deltares</a:t>
            </a:r>
          </a:p>
        </p:txBody>
      </p:sp>
      <p:sp>
        <p:nvSpPr>
          <p:cNvPr id="31" name="Tekstvak 30">
            <a:hlinkClick r:id="rId5"/>
            <a:extLst>
              <a:ext uri="{FF2B5EF4-FFF2-40B4-BE49-F238E27FC236}">
                <a16:creationId xmlns:a16="http://schemas.microsoft.com/office/drawing/2014/main" id="{58C063EF-2783-4DB8-8B62-49C28C8695C5}"/>
              </a:ext>
            </a:extLst>
          </p:cNvPr>
          <p:cNvSpPr txBox="1"/>
          <p:nvPr userDrawn="1"/>
        </p:nvSpPr>
        <p:spPr>
          <a:xfrm>
            <a:off x="6912000" y="1763999"/>
            <a:ext cx="4344426" cy="276999"/>
          </a:xfrm>
          <a:prstGeom prst="rect">
            <a:avLst/>
          </a:prstGeom>
          <a:noFill/>
        </p:spPr>
        <p:txBody>
          <a:bodyPr wrap="square" lIns="0" tIns="0" rIns="0" bIns="0" rtlCol="0">
            <a:spAutoFit/>
          </a:bodyPr>
          <a:lstStyle/>
          <a:p>
            <a:r>
              <a:rPr lang="en-GB" sz="1800" noProof="1">
                <a:solidFill>
                  <a:schemeClr val="tx2"/>
                </a:solidFill>
              </a:rPr>
              <a:t>linkedin.com/company/deltares</a:t>
            </a:r>
          </a:p>
        </p:txBody>
      </p:sp>
      <p:sp>
        <p:nvSpPr>
          <p:cNvPr id="32" name="Tekstvak 31">
            <a:hlinkClick r:id="rId6"/>
            <a:extLst>
              <a:ext uri="{FF2B5EF4-FFF2-40B4-BE49-F238E27FC236}">
                <a16:creationId xmlns:a16="http://schemas.microsoft.com/office/drawing/2014/main" id="{5F163D96-77E3-420C-8665-5CE311574B20}"/>
              </a:ext>
            </a:extLst>
          </p:cNvPr>
          <p:cNvSpPr txBox="1"/>
          <p:nvPr userDrawn="1"/>
        </p:nvSpPr>
        <p:spPr>
          <a:xfrm>
            <a:off x="1260000" y="1763999"/>
            <a:ext cx="1949618" cy="276999"/>
          </a:xfrm>
          <a:prstGeom prst="rect">
            <a:avLst/>
          </a:prstGeom>
          <a:noFill/>
        </p:spPr>
        <p:txBody>
          <a:bodyPr wrap="square" lIns="0" tIns="0" rIns="0" bIns="0" rtlCol="0">
            <a:spAutoFit/>
          </a:bodyPr>
          <a:lstStyle/>
          <a:p>
            <a:r>
              <a:rPr lang="en-GB" sz="1800" noProof="1">
                <a:solidFill>
                  <a:schemeClr val="tx2"/>
                </a:solidFill>
              </a:rPr>
              <a:t>www.deltares.nl</a:t>
            </a:r>
          </a:p>
        </p:txBody>
      </p:sp>
      <p:sp>
        <p:nvSpPr>
          <p:cNvPr id="33" name="Tekstvak 32">
            <a:hlinkClick r:id="rId7"/>
            <a:extLst>
              <a:ext uri="{FF2B5EF4-FFF2-40B4-BE49-F238E27FC236}">
                <a16:creationId xmlns:a16="http://schemas.microsoft.com/office/drawing/2014/main" id="{3B4E325A-D4A5-415E-A8C3-FF4A98631369}"/>
              </a:ext>
            </a:extLst>
          </p:cNvPr>
          <p:cNvSpPr txBox="1"/>
          <p:nvPr userDrawn="1"/>
        </p:nvSpPr>
        <p:spPr>
          <a:xfrm>
            <a:off x="4212000" y="2267999"/>
            <a:ext cx="1871662" cy="276999"/>
          </a:xfrm>
          <a:prstGeom prst="rect">
            <a:avLst/>
          </a:prstGeom>
          <a:noFill/>
        </p:spPr>
        <p:txBody>
          <a:bodyPr wrap="square" lIns="0" tIns="0" rIns="0" bIns="0" rtlCol="0">
            <a:spAutoFit/>
          </a:bodyPr>
          <a:lstStyle/>
          <a:p>
            <a:r>
              <a:rPr lang="en-GB" sz="1800" noProof="1">
                <a:solidFill>
                  <a:schemeClr val="tx2"/>
                </a:solidFill>
              </a:rPr>
              <a:t>@deltares</a:t>
            </a:r>
          </a:p>
        </p:txBody>
      </p:sp>
      <p:sp>
        <p:nvSpPr>
          <p:cNvPr id="34" name="Tekstvak 33">
            <a:hlinkClick r:id="rId8"/>
            <a:extLst>
              <a:ext uri="{FF2B5EF4-FFF2-40B4-BE49-F238E27FC236}">
                <a16:creationId xmlns:a16="http://schemas.microsoft.com/office/drawing/2014/main" id="{052934D0-6B1B-4AB9-8002-224050C7A1A1}"/>
              </a:ext>
            </a:extLst>
          </p:cNvPr>
          <p:cNvSpPr txBox="1"/>
          <p:nvPr userDrawn="1"/>
        </p:nvSpPr>
        <p:spPr>
          <a:xfrm>
            <a:off x="6912000" y="2267999"/>
            <a:ext cx="4344426" cy="276999"/>
          </a:xfrm>
          <a:prstGeom prst="rect">
            <a:avLst/>
          </a:prstGeom>
          <a:noFill/>
        </p:spPr>
        <p:txBody>
          <a:bodyPr wrap="square" lIns="0" tIns="0" rIns="0" bIns="0" rtlCol="0">
            <a:spAutoFit/>
          </a:bodyPr>
          <a:lstStyle/>
          <a:p>
            <a:r>
              <a:rPr lang="en-GB" sz="1800" noProof="1">
                <a:solidFill>
                  <a:schemeClr val="tx2"/>
                </a:solidFill>
              </a:rPr>
              <a:t>facebook.com/deltaresNL</a:t>
            </a:r>
          </a:p>
        </p:txBody>
      </p:sp>
      <p:sp>
        <p:nvSpPr>
          <p:cNvPr id="17" name="Tijdelijke aanduiding voor tekst 61">
            <a:extLst>
              <a:ext uri="{FF2B5EF4-FFF2-40B4-BE49-F238E27FC236}">
                <a16:creationId xmlns:a16="http://schemas.microsoft.com/office/drawing/2014/main" id="{3D815638-2A87-40E4-BC3A-FB4D1E25ACB0}"/>
              </a:ext>
            </a:extLst>
          </p:cNvPr>
          <p:cNvSpPr>
            <a:spLocks noGrp="1" noChangeAspect="1"/>
          </p:cNvSpPr>
          <p:nvPr>
            <p:ph type="body" sz="quarter" idx="18"/>
          </p:nvPr>
        </p:nvSpPr>
        <p:spPr>
          <a:xfrm>
            <a:off x="9531707" y="5835881"/>
            <a:ext cx="2340000" cy="758729"/>
          </a:xfrm>
          <a:blipFill>
            <a:blip r:embed="rId9" cstate="print">
              <a:extLst>
                <a:ext uri="{28A0092B-C50C-407E-A947-70E740481C1C}">
                  <a14:useLocalDpi xmlns:a14="http://schemas.microsoft.com/office/drawing/2010/main"/>
                </a:ext>
              </a:extLst>
            </a:blip>
            <a:stretch>
              <a:fillRect/>
            </a:stretch>
          </a:blipFill>
        </p:spPr>
        <p:txBody>
          <a:bodyPr vert="horz" lIns="3240000" rIns="0"/>
          <a:lstStyle>
            <a:lvl1pPr marL="0" indent="0">
              <a:buNone/>
              <a:defRPr sz="100">
                <a:solidFill>
                  <a:srgbClr val="E6E6E6"/>
                </a:solidFill>
              </a:defRPr>
            </a:lvl1pPr>
          </a:lstStyle>
          <a:p>
            <a:pPr lvl="0"/>
            <a:r>
              <a:rPr lang="en-US"/>
              <a:t>Click to edit Master text styles</a:t>
            </a:r>
          </a:p>
        </p:txBody>
      </p:sp>
      <p:pic>
        <p:nvPicPr>
          <p:cNvPr id="7" name="Graphic 6">
            <a:hlinkClick r:id="rId6"/>
            <a:extLst>
              <a:ext uri="{FF2B5EF4-FFF2-40B4-BE49-F238E27FC236}">
                <a16:creationId xmlns:a16="http://schemas.microsoft.com/office/drawing/2014/main" id="{0D7005BD-5B17-436C-95BF-D53FCBDA0540}"/>
              </a:ext>
            </a:extLst>
          </p:cNvPr>
          <p:cNvPicPr>
            <a:picLocks noChangeAspect="1"/>
          </p:cNvPicPr>
          <p:nvPr userDrawn="1"/>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756000" y="1764000"/>
            <a:ext cx="306000" cy="306000"/>
          </a:xfrm>
          <a:prstGeom prst="rect">
            <a:avLst/>
          </a:prstGeom>
        </p:spPr>
      </p:pic>
      <p:pic>
        <p:nvPicPr>
          <p:cNvPr id="9" name="Graphic 8">
            <a:hlinkClick r:id="rId5"/>
            <a:extLst>
              <a:ext uri="{FF2B5EF4-FFF2-40B4-BE49-F238E27FC236}">
                <a16:creationId xmlns:a16="http://schemas.microsoft.com/office/drawing/2014/main" id="{48ED5D6E-BB00-4DF8-8A4A-B64CCA320013}"/>
              </a:ext>
            </a:extLst>
          </p:cNvPr>
          <p:cNvPicPr>
            <a:picLocks noChangeAspect="1"/>
          </p:cNvPicPr>
          <p:nvPr userDrawn="1"/>
        </p:nvPicPr>
        <p:blipFill>
          <a:blip r:embed="rId12">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a:off x="6408000" y="1764000"/>
            <a:ext cx="306000" cy="306000"/>
          </a:xfrm>
          <a:prstGeom prst="rect">
            <a:avLst/>
          </a:prstGeom>
        </p:spPr>
      </p:pic>
      <p:pic>
        <p:nvPicPr>
          <p:cNvPr id="12" name="Graphic 11">
            <a:hlinkClick r:id="rId3"/>
            <a:extLst>
              <a:ext uri="{FF2B5EF4-FFF2-40B4-BE49-F238E27FC236}">
                <a16:creationId xmlns:a16="http://schemas.microsoft.com/office/drawing/2014/main" id="{3D248AEC-10A5-4B7E-BF95-2E949619BACB}"/>
              </a:ext>
            </a:extLst>
          </p:cNvPr>
          <p:cNvPicPr>
            <a:picLocks noChangeAspect="1"/>
          </p:cNvPicPr>
          <p:nvPr userDrawn="1"/>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756000" y="2268000"/>
            <a:ext cx="306000" cy="306000"/>
          </a:xfrm>
          <a:prstGeom prst="rect">
            <a:avLst/>
          </a:prstGeom>
        </p:spPr>
      </p:pic>
      <p:pic>
        <p:nvPicPr>
          <p:cNvPr id="16" name="Graphic 15">
            <a:hlinkClick r:id="rId8"/>
            <a:extLst>
              <a:ext uri="{FF2B5EF4-FFF2-40B4-BE49-F238E27FC236}">
                <a16:creationId xmlns:a16="http://schemas.microsoft.com/office/drawing/2014/main" id="{54EB740A-0F53-4E1C-8587-DA2F01870ADD}"/>
              </a:ext>
            </a:extLst>
          </p:cNvPr>
          <p:cNvPicPr>
            <a:picLocks noChangeAspect="1"/>
          </p:cNvPicPr>
          <p:nvPr userDrawn="1"/>
        </p:nvPicPr>
        <p:blipFill>
          <a:blip r:embed="rId16">
            <a:extLst>
              <a:ext uri="{28A0092B-C50C-407E-A947-70E740481C1C}">
                <a14:useLocalDpi xmlns:a14="http://schemas.microsoft.com/office/drawing/2010/main" val="0"/>
              </a:ext>
              <a:ext uri="{96DAC541-7B7A-43D3-8B79-37D633B846F1}">
                <asvg:svgBlip xmlns:asvg="http://schemas.microsoft.com/office/drawing/2016/SVG/main" r:embed="rId17"/>
              </a:ext>
            </a:extLst>
          </a:blip>
          <a:stretch>
            <a:fillRect/>
          </a:stretch>
        </p:blipFill>
        <p:spPr>
          <a:xfrm>
            <a:off x="6408000" y="2268000"/>
            <a:ext cx="306000" cy="306000"/>
          </a:xfrm>
          <a:prstGeom prst="rect">
            <a:avLst/>
          </a:prstGeom>
        </p:spPr>
      </p:pic>
      <p:pic>
        <p:nvPicPr>
          <p:cNvPr id="19" name="Graphic 18">
            <a:hlinkClick r:id="rId4"/>
            <a:extLst>
              <a:ext uri="{FF2B5EF4-FFF2-40B4-BE49-F238E27FC236}">
                <a16:creationId xmlns:a16="http://schemas.microsoft.com/office/drawing/2014/main" id="{3C2A80C3-6754-49BB-AE1D-787E3C8B82C9}"/>
              </a:ext>
            </a:extLst>
          </p:cNvPr>
          <p:cNvPicPr>
            <a:picLocks noChangeAspect="1"/>
          </p:cNvPicPr>
          <p:nvPr userDrawn="1"/>
        </p:nvPicPr>
        <p:blipFill>
          <a:blip r:embed="rId18">
            <a:extLst>
              <a:ext uri="{28A0092B-C50C-407E-A947-70E740481C1C}">
                <a14:useLocalDpi xmlns:a14="http://schemas.microsoft.com/office/drawing/2010/main" val="0"/>
              </a:ext>
              <a:ext uri="{96DAC541-7B7A-43D3-8B79-37D633B846F1}">
                <asvg:svgBlip xmlns:asvg="http://schemas.microsoft.com/office/drawing/2016/SVG/main" r:embed="rId19"/>
              </a:ext>
            </a:extLst>
          </a:blip>
          <a:stretch>
            <a:fillRect/>
          </a:stretch>
        </p:blipFill>
        <p:spPr>
          <a:xfrm>
            <a:off x="3708000" y="1764000"/>
            <a:ext cx="306000" cy="306000"/>
          </a:xfrm>
          <a:prstGeom prst="rect">
            <a:avLst/>
          </a:prstGeom>
        </p:spPr>
      </p:pic>
      <p:pic>
        <p:nvPicPr>
          <p:cNvPr id="44" name="Graphic 43">
            <a:hlinkClick r:id="rId7"/>
            <a:extLst>
              <a:ext uri="{FF2B5EF4-FFF2-40B4-BE49-F238E27FC236}">
                <a16:creationId xmlns:a16="http://schemas.microsoft.com/office/drawing/2014/main" id="{7232CAEC-F3CE-4040-A772-F8A6B9302514}"/>
              </a:ext>
            </a:extLst>
          </p:cNvPr>
          <p:cNvPicPr>
            <a:picLocks noChangeAspect="1"/>
          </p:cNvPicPr>
          <p:nvPr userDrawn="1"/>
        </p:nvPicPr>
        <p:blipFill>
          <a:blip r:embed="rId20">
            <a:extLst>
              <a:ext uri="{28A0092B-C50C-407E-A947-70E740481C1C}">
                <a14:useLocalDpi xmlns:a14="http://schemas.microsoft.com/office/drawing/2010/main" val="0"/>
              </a:ext>
              <a:ext uri="{96DAC541-7B7A-43D3-8B79-37D633B846F1}">
                <asvg:svgBlip xmlns:asvg="http://schemas.microsoft.com/office/drawing/2016/SVG/main" r:embed="rId21"/>
              </a:ext>
            </a:extLst>
          </a:blip>
          <a:stretch>
            <a:fillRect/>
          </a:stretch>
        </p:blipFill>
        <p:spPr>
          <a:xfrm>
            <a:off x="3708000" y="2268000"/>
            <a:ext cx="306000" cy="306000"/>
          </a:xfrm>
          <a:prstGeom prst="rect">
            <a:avLst/>
          </a:prstGeom>
        </p:spPr>
      </p:pic>
      <p:sp>
        <p:nvSpPr>
          <p:cNvPr id="22" name="Tijdelijke aanduiding voor tekst 21">
            <a:extLst>
              <a:ext uri="{FF2B5EF4-FFF2-40B4-BE49-F238E27FC236}">
                <a16:creationId xmlns:a16="http://schemas.microsoft.com/office/drawing/2014/main" id="{4416EE60-04E7-4A49-88D4-1122BC4AF7D8}"/>
              </a:ext>
            </a:extLst>
          </p:cNvPr>
          <p:cNvSpPr>
            <a:spLocks noGrp="1" noChangeAspect="1"/>
          </p:cNvSpPr>
          <p:nvPr>
            <p:ph type="body" sz="quarter" idx="20"/>
          </p:nvPr>
        </p:nvSpPr>
        <p:spPr>
          <a:xfrm>
            <a:off x="755650" y="3288888"/>
            <a:ext cx="2863850" cy="3096290"/>
          </a:xfrm>
          <a:custGeom>
            <a:avLst/>
            <a:gdLst>
              <a:gd name="connsiteX0" fmla="*/ 2525609 w 5497409"/>
              <a:gd name="connsiteY0" fmla="*/ 0 h 5943600"/>
              <a:gd name="connsiteX1" fmla="*/ 5497409 w 5497409"/>
              <a:gd name="connsiteY1" fmla="*/ 2971800 h 5943600"/>
              <a:gd name="connsiteX2" fmla="*/ 2525609 w 5497409"/>
              <a:gd name="connsiteY2" fmla="*/ 5943600 h 5943600"/>
              <a:gd name="connsiteX3" fmla="*/ 61346 w 5497409"/>
              <a:gd name="connsiteY3" fmla="*/ 4633362 h 5943600"/>
              <a:gd name="connsiteX4" fmla="*/ 0 w 5497409"/>
              <a:gd name="connsiteY4" fmla="*/ 4532384 h 5943600"/>
              <a:gd name="connsiteX5" fmla="*/ 0 w 5497409"/>
              <a:gd name="connsiteY5" fmla="*/ 1411217 h 5943600"/>
              <a:gd name="connsiteX6" fmla="*/ 61346 w 5497409"/>
              <a:gd name="connsiteY6" fmla="*/ 1310238 h 5943600"/>
              <a:gd name="connsiteX7" fmla="*/ 2525609 w 5497409"/>
              <a:gd name="connsiteY7" fmla="*/ 0 h 5943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497409" h="5943600">
                <a:moveTo>
                  <a:pt x="2525609" y="0"/>
                </a:moveTo>
                <a:cubicBezTo>
                  <a:pt x="4166889" y="0"/>
                  <a:pt x="5497409" y="1330520"/>
                  <a:pt x="5497409" y="2971800"/>
                </a:cubicBezTo>
                <a:cubicBezTo>
                  <a:pt x="5497409" y="4613080"/>
                  <a:pt x="4166889" y="5943600"/>
                  <a:pt x="2525609" y="5943600"/>
                </a:cubicBezTo>
                <a:cubicBezTo>
                  <a:pt x="1499809" y="5943600"/>
                  <a:pt x="595400" y="5423866"/>
                  <a:pt x="61346" y="4633362"/>
                </a:cubicBezTo>
                <a:lnTo>
                  <a:pt x="0" y="4532384"/>
                </a:lnTo>
                <a:lnTo>
                  <a:pt x="0" y="1411217"/>
                </a:lnTo>
                <a:lnTo>
                  <a:pt x="61346" y="1310238"/>
                </a:lnTo>
                <a:cubicBezTo>
                  <a:pt x="595400" y="519735"/>
                  <a:pt x="1499809" y="0"/>
                  <a:pt x="2525609" y="0"/>
                </a:cubicBezTo>
                <a:close/>
              </a:path>
            </a:pathLst>
          </a:custGeom>
          <a:gradFill flip="none" rotWithShape="1">
            <a:gsLst>
              <a:gs pos="0">
                <a:schemeClr val="accent4">
                  <a:alpha val="0"/>
                </a:schemeClr>
              </a:gs>
              <a:gs pos="100000">
                <a:schemeClr val="accent4"/>
              </a:gs>
            </a:gsLst>
            <a:lin ang="10800000" scaled="1"/>
            <a:tileRect/>
          </a:gradFill>
        </p:spPr>
        <p:txBody>
          <a:bodyPr vert="wordArtVert" wrap="square" rIns="6336000">
            <a:noAutofit/>
          </a:bodyPr>
          <a:lstStyle>
            <a:lvl1pPr marL="0" indent="0">
              <a:buNone/>
              <a:defRPr sz="100">
                <a:solidFill>
                  <a:srgbClr val="E6E6E6"/>
                </a:solidFill>
              </a:defRPr>
            </a:lvl1pPr>
          </a:lstStyle>
          <a:p>
            <a:pPr lvl="0"/>
            <a:r>
              <a:rPr lang="en-US"/>
              <a:t>Click to edit Master text styles</a:t>
            </a:r>
          </a:p>
        </p:txBody>
      </p:sp>
      <p:sp>
        <p:nvSpPr>
          <p:cNvPr id="2" name="Tijdelijke aanduiding voor datum 1">
            <a:extLst>
              <a:ext uri="{FF2B5EF4-FFF2-40B4-BE49-F238E27FC236}">
                <a16:creationId xmlns:a16="http://schemas.microsoft.com/office/drawing/2014/main" id="{930A32AC-B6B9-49DA-96CB-8FA7566F258D}"/>
              </a:ext>
            </a:extLst>
          </p:cNvPr>
          <p:cNvSpPr>
            <a:spLocks noGrp="1"/>
          </p:cNvSpPr>
          <p:nvPr>
            <p:ph type="dt" sz="half" idx="21"/>
          </p:nvPr>
        </p:nvSpPr>
        <p:spPr>
          <a:xfrm>
            <a:off x="13086750" y="4157669"/>
            <a:ext cx="153888" cy="1485895"/>
          </a:xfrm>
        </p:spPr>
        <p:txBody>
          <a:bodyPr/>
          <a:lstStyle>
            <a:lvl1pPr>
              <a:defRPr>
                <a:solidFill>
                  <a:srgbClr val="E6E6E6"/>
                </a:solidFill>
              </a:defRPr>
            </a:lvl1pPr>
          </a:lstStyle>
          <a:p>
            <a:r>
              <a:rPr lang="nl-NL"/>
              <a:t> 28 november 2019</a:t>
            </a:r>
            <a:endParaRPr lang="nl-NL" dirty="0"/>
          </a:p>
        </p:txBody>
      </p:sp>
      <p:sp>
        <p:nvSpPr>
          <p:cNvPr id="8" name="Tijdelijke aanduiding voor voettekst 7">
            <a:extLst>
              <a:ext uri="{FF2B5EF4-FFF2-40B4-BE49-F238E27FC236}">
                <a16:creationId xmlns:a16="http://schemas.microsoft.com/office/drawing/2014/main" id="{65B33C15-FA3F-4488-B605-FD2E5912A649}"/>
              </a:ext>
            </a:extLst>
          </p:cNvPr>
          <p:cNvSpPr>
            <a:spLocks noGrp="1"/>
          </p:cNvSpPr>
          <p:nvPr>
            <p:ph type="ftr" sz="quarter" idx="22"/>
          </p:nvPr>
        </p:nvSpPr>
        <p:spPr>
          <a:xfrm>
            <a:off x="12556122" y="541695"/>
            <a:ext cx="153888" cy="5101869"/>
          </a:xfrm>
        </p:spPr>
        <p:txBody>
          <a:bodyPr/>
          <a:lstStyle>
            <a:lvl1pPr>
              <a:defRPr>
                <a:solidFill>
                  <a:srgbClr val="E6E6E6"/>
                </a:solidFill>
              </a:defRPr>
            </a:lvl1pPr>
          </a:lstStyle>
          <a:p>
            <a:r>
              <a:rPr lang="nl-NL"/>
              <a:t>Voettekst van de presentatie</a:t>
            </a:r>
          </a:p>
        </p:txBody>
      </p:sp>
      <p:sp>
        <p:nvSpPr>
          <p:cNvPr id="11" name="Tijdelijke aanduiding voor dianummer 10">
            <a:extLst>
              <a:ext uri="{FF2B5EF4-FFF2-40B4-BE49-F238E27FC236}">
                <a16:creationId xmlns:a16="http://schemas.microsoft.com/office/drawing/2014/main" id="{7A43FF58-601A-486A-BC3C-8646024C2466}"/>
              </a:ext>
            </a:extLst>
          </p:cNvPr>
          <p:cNvSpPr>
            <a:spLocks noGrp="1"/>
          </p:cNvSpPr>
          <p:nvPr>
            <p:ph type="sldNum" sz="quarter" idx="23"/>
          </p:nvPr>
        </p:nvSpPr>
        <p:spPr>
          <a:xfrm>
            <a:off x="1240991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Tree>
    <p:extLst>
      <p:ext uri="{BB962C8B-B14F-4D97-AF65-F5344CB8AC3E}">
        <p14:creationId xmlns:p14="http://schemas.microsoft.com/office/powerpoint/2010/main" val="2052552378"/>
      </p:ext>
    </p:extLst>
  </p:cSld>
  <p:clrMapOvr>
    <a:masterClrMapping/>
  </p:clrMapOvr>
  <p:hf hdr="0"/>
  <p:extLst>
    <p:ext uri="{DCECCB84-F9BA-43D5-87BE-67443E8EF086}">
      <p15:sldGuideLst xmlns:p15="http://schemas.microsoft.com/office/powerpoint/2012/main">
        <p15:guide id="1" orient="horz" pos="3045" userDrawn="1">
          <p15:clr>
            <a:srgbClr val="FBAE40"/>
          </p15:clr>
        </p15:guide>
        <p15:guide id="2" orient="horz" pos="2058" userDrawn="1">
          <p15:clr>
            <a:srgbClr val="FBAE40"/>
          </p15:clr>
        </p15:guide>
        <p15:guide id="3" orient="horz" pos="4026" userDrawn="1">
          <p15:clr>
            <a:srgbClr val="FBAE40"/>
          </p15:clr>
        </p15:guide>
        <p15:guide id="4" pos="4044" userDrawn="1">
          <p15:clr>
            <a:srgbClr val="FBAE40"/>
          </p15:clr>
        </p15:guide>
        <p15:guide id="5" pos="4362" userDrawn="1">
          <p15:clr>
            <a:srgbClr val="FBAE40"/>
          </p15:clr>
        </p15:guide>
        <p15:guide id="6" pos="2661" userDrawn="1">
          <p15:clr>
            <a:srgbClr val="FBAE40"/>
          </p15:clr>
        </p15:guide>
        <p15:guide id="7" pos="2343" userDrawn="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Contact (Vrij invulbaar)">
    <p:spTree>
      <p:nvGrpSpPr>
        <p:cNvPr id="1" name=""/>
        <p:cNvGrpSpPr/>
        <p:nvPr/>
      </p:nvGrpSpPr>
      <p:grpSpPr>
        <a:xfrm>
          <a:off x="0" y="0"/>
          <a:ext cx="0" cy="0"/>
          <a:chOff x="0" y="0"/>
          <a:chExt cx="0" cy="0"/>
        </a:xfrm>
      </p:grpSpPr>
      <p:sp>
        <p:nvSpPr>
          <p:cNvPr id="10" name="Tijdelijke aanduiding voor afbeelding 65">
            <a:extLst>
              <a:ext uri="{FF2B5EF4-FFF2-40B4-BE49-F238E27FC236}">
                <a16:creationId xmlns:a16="http://schemas.microsoft.com/office/drawing/2014/main" id="{D8C9B7F8-6288-4D09-BD88-8006B973F31A}"/>
              </a:ext>
            </a:extLst>
          </p:cNvPr>
          <p:cNvSpPr>
            <a:spLocks noGrp="1"/>
          </p:cNvSpPr>
          <p:nvPr>
            <p:ph type="pic" sz="quarter" idx="19" hasCustomPrompt="1"/>
          </p:nvPr>
        </p:nvSpPr>
        <p:spPr>
          <a:xfrm>
            <a:off x="755650" y="2820473"/>
            <a:ext cx="11436350" cy="4037527"/>
          </a:xfrm>
          <a:blipFill>
            <a:blip r:embed="rId2"/>
            <a:stretch>
              <a:fillRect/>
            </a:stretch>
          </a:blipFill>
        </p:spPr>
        <p:txBody>
          <a:bodyPr tIns="2340000"/>
          <a:lstStyle>
            <a:lvl1pPr marL="0" indent="0" algn="ctr">
              <a:buNone/>
              <a:defRPr sz="1400">
                <a:solidFill>
                  <a:schemeClr val="bg2">
                    <a:lumMod val="50000"/>
                  </a:schemeClr>
                </a:solidFill>
              </a:defRPr>
            </a:lvl1pPr>
          </a:lstStyle>
          <a:p>
            <a:r>
              <a:rPr lang="nl-NL" dirty="0"/>
              <a:t>Selecteer afbeelding</a:t>
            </a:r>
          </a:p>
        </p:txBody>
      </p:sp>
      <p:sp>
        <p:nvSpPr>
          <p:cNvPr id="6" name="Titel 5">
            <a:extLst>
              <a:ext uri="{FF2B5EF4-FFF2-40B4-BE49-F238E27FC236}">
                <a16:creationId xmlns:a16="http://schemas.microsoft.com/office/drawing/2014/main" id="{DB90DCA0-4985-4FE6-A3E0-A65236F17A2C}"/>
              </a:ext>
            </a:extLst>
          </p:cNvPr>
          <p:cNvSpPr>
            <a:spLocks noGrp="1"/>
          </p:cNvSpPr>
          <p:nvPr>
            <p:ph type="title"/>
          </p:nvPr>
        </p:nvSpPr>
        <p:spPr/>
        <p:txBody>
          <a:bodyPr/>
          <a:lstStyle/>
          <a:p>
            <a:r>
              <a:rPr lang="en-US"/>
              <a:t>Click to edit Master title style</a:t>
            </a:r>
            <a:endParaRPr lang="nl-NL"/>
          </a:p>
        </p:txBody>
      </p:sp>
      <p:sp>
        <p:nvSpPr>
          <p:cNvPr id="17" name="Tijdelijke aanduiding voor tekst 61">
            <a:extLst>
              <a:ext uri="{FF2B5EF4-FFF2-40B4-BE49-F238E27FC236}">
                <a16:creationId xmlns:a16="http://schemas.microsoft.com/office/drawing/2014/main" id="{3D815638-2A87-40E4-BC3A-FB4D1E25ACB0}"/>
              </a:ext>
            </a:extLst>
          </p:cNvPr>
          <p:cNvSpPr>
            <a:spLocks noGrp="1" noChangeAspect="1"/>
          </p:cNvSpPr>
          <p:nvPr>
            <p:ph type="body" sz="quarter" idx="18"/>
          </p:nvPr>
        </p:nvSpPr>
        <p:spPr>
          <a:xfrm>
            <a:off x="9531707" y="5835881"/>
            <a:ext cx="2340000" cy="758729"/>
          </a:xfrm>
          <a:blipFill>
            <a:blip r:embed="rId3" cstate="print">
              <a:extLst>
                <a:ext uri="{28A0092B-C50C-407E-A947-70E740481C1C}">
                  <a14:useLocalDpi xmlns:a14="http://schemas.microsoft.com/office/drawing/2010/main"/>
                </a:ext>
              </a:extLst>
            </a:blip>
            <a:stretch>
              <a:fillRect/>
            </a:stretch>
          </a:blipFill>
        </p:spPr>
        <p:txBody>
          <a:bodyPr vert="horz" lIns="3240000" rIns="0"/>
          <a:lstStyle>
            <a:lvl1pPr marL="0" indent="0">
              <a:buNone/>
              <a:defRPr sz="100">
                <a:solidFill>
                  <a:srgbClr val="E6E6E6"/>
                </a:solidFill>
              </a:defRPr>
            </a:lvl1pPr>
          </a:lstStyle>
          <a:p>
            <a:pPr lvl="0"/>
            <a:r>
              <a:rPr lang="en-US"/>
              <a:t>Click to edit Master text styles</a:t>
            </a:r>
          </a:p>
        </p:txBody>
      </p:sp>
      <p:sp>
        <p:nvSpPr>
          <p:cNvPr id="22" name="Tijdelijke aanduiding voor tekst 21">
            <a:extLst>
              <a:ext uri="{FF2B5EF4-FFF2-40B4-BE49-F238E27FC236}">
                <a16:creationId xmlns:a16="http://schemas.microsoft.com/office/drawing/2014/main" id="{4416EE60-04E7-4A49-88D4-1122BC4AF7D8}"/>
              </a:ext>
            </a:extLst>
          </p:cNvPr>
          <p:cNvSpPr>
            <a:spLocks noGrp="1" noChangeAspect="1"/>
          </p:cNvSpPr>
          <p:nvPr>
            <p:ph type="body" sz="quarter" idx="20"/>
          </p:nvPr>
        </p:nvSpPr>
        <p:spPr>
          <a:xfrm>
            <a:off x="755650" y="3288888"/>
            <a:ext cx="2863850" cy="3096290"/>
          </a:xfrm>
          <a:custGeom>
            <a:avLst/>
            <a:gdLst>
              <a:gd name="connsiteX0" fmla="*/ 2525609 w 5497409"/>
              <a:gd name="connsiteY0" fmla="*/ 0 h 5943600"/>
              <a:gd name="connsiteX1" fmla="*/ 5497409 w 5497409"/>
              <a:gd name="connsiteY1" fmla="*/ 2971800 h 5943600"/>
              <a:gd name="connsiteX2" fmla="*/ 2525609 w 5497409"/>
              <a:gd name="connsiteY2" fmla="*/ 5943600 h 5943600"/>
              <a:gd name="connsiteX3" fmla="*/ 61346 w 5497409"/>
              <a:gd name="connsiteY3" fmla="*/ 4633362 h 5943600"/>
              <a:gd name="connsiteX4" fmla="*/ 0 w 5497409"/>
              <a:gd name="connsiteY4" fmla="*/ 4532384 h 5943600"/>
              <a:gd name="connsiteX5" fmla="*/ 0 w 5497409"/>
              <a:gd name="connsiteY5" fmla="*/ 1411217 h 5943600"/>
              <a:gd name="connsiteX6" fmla="*/ 61346 w 5497409"/>
              <a:gd name="connsiteY6" fmla="*/ 1310238 h 5943600"/>
              <a:gd name="connsiteX7" fmla="*/ 2525609 w 5497409"/>
              <a:gd name="connsiteY7" fmla="*/ 0 h 5943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497409" h="5943600">
                <a:moveTo>
                  <a:pt x="2525609" y="0"/>
                </a:moveTo>
                <a:cubicBezTo>
                  <a:pt x="4166889" y="0"/>
                  <a:pt x="5497409" y="1330520"/>
                  <a:pt x="5497409" y="2971800"/>
                </a:cubicBezTo>
                <a:cubicBezTo>
                  <a:pt x="5497409" y="4613080"/>
                  <a:pt x="4166889" y="5943600"/>
                  <a:pt x="2525609" y="5943600"/>
                </a:cubicBezTo>
                <a:cubicBezTo>
                  <a:pt x="1499809" y="5943600"/>
                  <a:pt x="595400" y="5423866"/>
                  <a:pt x="61346" y="4633362"/>
                </a:cubicBezTo>
                <a:lnTo>
                  <a:pt x="0" y="4532384"/>
                </a:lnTo>
                <a:lnTo>
                  <a:pt x="0" y="1411217"/>
                </a:lnTo>
                <a:lnTo>
                  <a:pt x="61346" y="1310238"/>
                </a:lnTo>
                <a:cubicBezTo>
                  <a:pt x="595400" y="519735"/>
                  <a:pt x="1499809" y="0"/>
                  <a:pt x="2525609" y="0"/>
                </a:cubicBezTo>
                <a:close/>
              </a:path>
            </a:pathLst>
          </a:custGeom>
          <a:gradFill flip="none" rotWithShape="1">
            <a:gsLst>
              <a:gs pos="0">
                <a:schemeClr val="accent4">
                  <a:alpha val="0"/>
                </a:schemeClr>
              </a:gs>
              <a:gs pos="100000">
                <a:schemeClr val="accent4"/>
              </a:gs>
            </a:gsLst>
            <a:lin ang="10800000" scaled="1"/>
            <a:tileRect/>
          </a:gradFill>
        </p:spPr>
        <p:txBody>
          <a:bodyPr vert="wordArtVert" wrap="square" rIns="6336000">
            <a:noAutofit/>
          </a:bodyPr>
          <a:lstStyle>
            <a:lvl1pPr marL="0" indent="0">
              <a:buNone/>
              <a:defRPr sz="100">
                <a:solidFill>
                  <a:srgbClr val="E6E6E6"/>
                </a:solidFill>
              </a:defRPr>
            </a:lvl1pPr>
          </a:lstStyle>
          <a:p>
            <a:pPr lvl="0"/>
            <a:r>
              <a:rPr lang="en-US"/>
              <a:t>Click to edit Master text styles</a:t>
            </a:r>
          </a:p>
        </p:txBody>
      </p:sp>
      <p:sp>
        <p:nvSpPr>
          <p:cNvPr id="2" name="Tijdelijke aanduiding voor datum 1">
            <a:extLst>
              <a:ext uri="{FF2B5EF4-FFF2-40B4-BE49-F238E27FC236}">
                <a16:creationId xmlns:a16="http://schemas.microsoft.com/office/drawing/2014/main" id="{930A32AC-B6B9-49DA-96CB-8FA7566F258D}"/>
              </a:ext>
            </a:extLst>
          </p:cNvPr>
          <p:cNvSpPr>
            <a:spLocks noGrp="1"/>
          </p:cNvSpPr>
          <p:nvPr>
            <p:ph type="dt" sz="half" idx="21"/>
          </p:nvPr>
        </p:nvSpPr>
        <p:spPr>
          <a:xfrm>
            <a:off x="13086750" y="4157669"/>
            <a:ext cx="153888" cy="1485895"/>
          </a:xfrm>
        </p:spPr>
        <p:txBody>
          <a:bodyPr/>
          <a:lstStyle>
            <a:lvl1pPr>
              <a:defRPr>
                <a:solidFill>
                  <a:srgbClr val="E6E6E6"/>
                </a:solidFill>
              </a:defRPr>
            </a:lvl1pPr>
          </a:lstStyle>
          <a:p>
            <a:r>
              <a:rPr lang="nl-NL"/>
              <a:t> 28 november 2019</a:t>
            </a:r>
            <a:endParaRPr lang="nl-NL" dirty="0"/>
          </a:p>
        </p:txBody>
      </p:sp>
      <p:sp>
        <p:nvSpPr>
          <p:cNvPr id="8" name="Tijdelijke aanduiding voor voettekst 7">
            <a:extLst>
              <a:ext uri="{FF2B5EF4-FFF2-40B4-BE49-F238E27FC236}">
                <a16:creationId xmlns:a16="http://schemas.microsoft.com/office/drawing/2014/main" id="{65B33C15-FA3F-4488-B605-FD2E5912A649}"/>
              </a:ext>
            </a:extLst>
          </p:cNvPr>
          <p:cNvSpPr>
            <a:spLocks noGrp="1"/>
          </p:cNvSpPr>
          <p:nvPr>
            <p:ph type="ftr" sz="quarter" idx="22"/>
          </p:nvPr>
        </p:nvSpPr>
        <p:spPr>
          <a:xfrm>
            <a:off x="12556122" y="541695"/>
            <a:ext cx="153888" cy="5101869"/>
          </a:xfrm>
        </p:spPr>
        <p:txBody>
          <a:bodyPr/>
          <a:lstStyle>
            <a:lvl1pPr>
              <a:defRPr>
                <a:solidFill>
                  <a:srgbClr val="E6E6E6"/>
                </a:solidFill>
              </a:defRPr>
            </a:lvl1pPr>
          </a:lstStyle>
          <a:p>
            <a:r>
              <a:rPr lang="nl-NL"/>
              <a:t>Voettekst van de presentatie</a:t>
            </a:r>
          </a:p>
        </p:txBody>
      </p:sp>
      <p:sp>
        <p:nvSpPr>
          <p:cNvPr id="11" name="Tijdelijke aanduiding voor dianummer 10">
            <a:extLst>
              <a:ext uri="{FF2B5EF4-FFF2-40B4-BE49-F238E27FC236}">
                <a16:creationId xmlns:a16="http://schemas.microsoft.com/office/drawing/2014/main" id="{7A43FF58-601A-486A-BC3C-8646024C2466}"/>
              </a:ext>
            </a:extLst>
          </p:cNvPr>
          <p:cNvSpPr>
            <a:spLocks noGrp="1"/>
          </p:cNvSpPr>
          <p:nvPr>
            <p:ph type="sldNum" sz="quarter" idx="23"/>
          </p:nvPr>
        </p:nvSpPr>
        <p:spPr>
          <a:xfrm>
            <a:off x="12409913" y="6413498"/>
            <a:ext cx="450000" cy="184666"/>
          </a:xfrm>
        </p:spPr>
        <p:txBody>
          <a:bodyPr/>
          <a:lstStyle>
            <a:lvl1pPr>
              <a:defRPr>
                <a:solidFill>
                  <a:srgbClr val="E6E6E6"/>
                </a:solidFill>
              </a:defRPr>
            </a:lvl1pPr>
          </a:lstStyle>
          <a:p>
            <a:fld id="{F42B3F14-D836-496B-80A2-23BE75BD68CB}" type="slidenum">
              <a:rPr lang="nl-NL" smtClean="0"/>
              <a:pPr/>
              <a:t>‹#›</a:t>
            </a:fld>
            <a:endParaRPr lang="nl-NL" dirty="0"/>
          </a:p>
        </p:txBody>
      </p:sp>
      <p:sp>
        <p:nvSpPr>
          <p:cNvPr id="23" name="Tijdelijke aanduiding voor tekst 3">
            <a:extLst>
              <a:ext uri="{FF2B5EF4-FFF2-40B4-BE49-F238E27FC236}">
                <a16:creationId xmlns:a16="http://schemas.microsoft.com/office/drawing/2014/main" id="{D05F72AB-9143-4CEB-9995-BC46F87996D0}"/>
              </a:ext>
            </a:extLst>
          </p:cNvPr>
          <p:cNvSpPr>
            <a:spLocks noGrp="1"/>
          </p:cNvSpPr>
          <p:nvPr>
            <p:ph type="body" sz="quarter" idx="25"/>
          </p:nvPr>
        </p:nvSpPr>
        <p:spPr>
          <a:xfrm>
            <a:off x="1260000" y="1764000"/>
            <a:ext cx="2448000" cy="306000"/>
          </a:xfrm>
        </p:spPr>
        <p:txBody>
          <a:bodyPr/>
          <a:lstStyle>
            <a:lvl1pPr marL="0" indent="0">
              <a:lnSpc>
                <a:spcPct val="100000"/>
              </a:lnSpc>
              <a:spcBef>
                <a:spcPts val="0"/>
              </a:spcBef>
              <a:buNone/>
              <a:defRPr lang="en-GB" sz="1800" kern="1200" dirty="0">
                <a:solidFill>
                  <a:schemeClr val="tx2"/>
                </a:solidFill>
                <a:latin typeface="+mn-lt"/>
                <a:ea typeface="+mn-ea"/>
                <a:cs typeface="+mn-cs"/>
              </a:defRPr>
            </a:lvl1pPr>
          </a:lstStyle>
          <a:p>
            <a:pPr lvl="0"/>
            <a:r>
              <a:rPr lang="en-US" noProof="1"/>
              <a:t>Click to edit Master text styles</a:t>
            </a:r>
          </a:p>
        </p:txBody>
      </p:sp>
      <p:sp>
        <p:nvSpPr>
          <p:cNvPr id="24" name="Tijdelijke aanduiding voor tekst 3">
            <a:extLst>
              <a:ext uri="{FF2B5EF4-FFF2-40B4-BE49-F238E27FC236}">
                <a16:creationId xmlns:a16="http://schemas.microsoft.com/office/drawing/2014/main" id="{140C74ED-3843-44B5-A036-98F1C0983D05}"/>
              </a:ext>
            </a:extLst>
          </p:cNvPr>
          <p:cNvSpPr>
            <a:spLocks noGrp="1"/>
          </p:cNvSpPr>
          <p:nvPr>
            <p:ph type="body" sz="quarter" idx="26"/>
          </p:nvPr>
        </p:nvSpPr>
        <p:spPr>
          <a:xfrm>
            <a:off x="1260000" y="2268000"/>
            <a:ext cx="2448000" cy="306000"/>
          </a:xfrm>
        </p:spPr>
        <p:txBody>
          <a:bodyPr/>
          <a:lstStyle>
            <a:lvl1pPr marL="0" indent="0">
              <a:lnSpc>
                <a:spcPct val="100000"/>
              </a:lnSpc>
              <a:spcBef>
                <a:spcPts val="0"/>
              </a:spcBef>
              <a:buNone/>
              <a:defRPr lang="en-GB" sz="1800" kern="1200" dirty="0">
                <a:solidFill>
                  <a:schemeClr val="tx2"/>
                </a:solidFill>
                <a:latin typeface="+mn-lt"/>
                <a:ea typeface="+mn-ea"/>
                <a:cs typeface="+mn-cs"/>
              </a:defRPr>
            </a:lvl1pPr>
          </a:lstStyle>
          <a:p>
            <a:pPr lvl="0"/>
            <a:r>
              <a:rPr lang="en-US" noProof="1"/>
              <a:t>Click to edit Master text styles</a:t>
            </a:r>
          </a:p>
        </p:txBody>
      </p:sp>
      <p:sp>
        <p:nvSpPr>
          <p:cNvPr id="25" name="Tijdelijke aanduiding voor tekst 3">
            <a:extLst>
              <a:ext uri="{FF2B5EF4-FFF2-40B4-BE49-F238E27FC236}">
                <a16:creationId xmlns:a16="http://schemas.microsoft.com/office/drawing/2014/main" id="{7CB3B72F-829E-4802-89CE-5FAA88721144}"/>
              </a:ext>
            </a:extLst>
          </p:cNvPr>
          <p:cNvSpPr>
            <a:spLocks noGrp="1"/>
          </p:cNvSpPr>
          <p:nvPr>
            <p:ph type="body" sz="quarter" idx="27"/>
          </p:nvPr>
        </p:nvSpPr>
        <p:spPr>
          <a:xfrm>
            <a:off x="4212000" y="1764000"/>
            <a:ext cx="2195512" cy="306000"/>
          </a:xfrm>
        </p:spPr>
        <p:txBody>
          <a:bodyPr/>
          <a:lstStyle>
            <a:lvl1pPr marL="0" indent="0">
              <a:lnSpc>
                <a:spcPct val="100000"/>
              </a:lnSpc>
              <a:spcBef>
                <a:spcPts val="0"/>
              </a:spcBef>
              <a:buNone/>
              <a:defRPr lang="en-GB" sz="1800" kern="1200" dirty="0">
                <a:solidFill>
                  <a:schemeClr val="tx2"/>
                </a:solidFill>
                <a:latin typeface="+mn-lt"/>
                <a:ea typeface="+mn-ea"/>
                <a:cs typeface="+mn-cs"/>
              </a:defRPr>
            </a:lvl1pPr>
          </a:lstStyle>
          <a:p>
            <a:pPr lvl="0"/>
            <a:r>
              <a:rPr lang="en-US" noProof="1"/>
              <a:t>Click to edit Master text styles</a:t>
            </a:r>
          </a:p>
        </p:txBody>
      </p:sp>
      <p:sp>
        <p:nvSpPr>
          <p:cNvPr id="26" name="Tijdelijke aanduiding voor tekst 3">
            <a:extLst>
              <a:ext uri="{FF2B5EF4-FFF2-40B4-BE49-F238E27FC236}">
                <a16:creationId xmlns:a16="http://schemas.microsoft.com/office/drawing/2014/main" id="{E96C0F79-C1F5-448A-9B02-130652C5EFD6}"/>
              </a:ext>
            </a:extLst>
          </p:cNvPr>
          <p:cNvSpPr>
            <a:spLocks noGrp="1"/>
          </p:cNvSpPr>
          <p:nvPr>
            <p:ph type="body" sz="quarter" idx="28"/>
          </p:nvPr>
        </p:nvSpPr>
        <p:spPr>
          <a:xfrm>
            <a:off x="4212000" y="2268000"/>
            <a:ext cx="2195512" cy="306000"/>
          </a:xfrm>
        </p:spPr>
        <p:txBody>
          <a:bodyPr/>
          <a:lstStyle>
            <a:lvl1pPr marL="0" indent="0">
              <a:lnSpc>
                <a:spcPct val="100000"/>
              </a:lnSpc>
              <a:spcBef>
                <a:spcPts val="0"/>
              </a:spcBef>
              <a:buNone/>
              <a:defRPr lang="en-GB" sz="1800" kern="1200" dirty="0">
                <a:solidFill>
                  <a:schemeClr val="tx2"/>
                </a:solidFill>
                <a:latin typeface="+mn-lt"/>
                <a:ea typeface="+mn-ea"/>
                <a:cs typeface="+mn-cs"/>
              </a:defRPr>
            </a:lvl1pPr>
          </a:lstStyle>
          <a:p>
            <a:pPr lvl="0"/>
            <a:r>
              <a:rPr lang="en-US" noProof="1"/>
              <a:t>Click to edit Master text styles</a:t>
            </a:r>
          </a:p>
        </p:txBody>
      </p:sp>
      <p:sp>
        <p:nvSpPr>
          <p:cNvPr id="27" name="Tijdelijke aanduiding voor tekst 3">
            <a:extLst>
              <a:ext uri="{FF2B5EF4-FFF2-40B4-BE49-F238E27FC236}">
                <a16:creationId xmlns:a16="http://schemas.microsoft.com/office/drawing/2014/main" id="{3008B147-EF81-4851-A6A3-FDBC85BB5B45}"/>
              </a:ext>
            </a:extLst>
          </p:cNvPr>
          <p:cNvSpPr>
            <a:spLocks noGrp="1"/>
          </p:cNvSpPr>
          <p:nvPr>
            <p:ph type="body" sz="quarter" idx="29"/>
          </p:nvPr>
        </p:nvSpPr>
        <p:spPr>
          <a:xfrm>
            <a:off x="6910369" y="1764000"/>
            <a:ext cx="4362394" cy="306000"/>
          </a:xfrm>
        </p:spPr>
        <p:txBody>
          <a:bodyPr/>
          <a:lstStyle>
            <a:lvl1pPr marL="0" indent="0">
              <a:lnSpc>
                <a:spcPct val="100000"/>
              </a:lnSpc>
              <a:spcBef>
                <a:spcPts val="0"/>
              </a:spcBef>
              <a:buNone/>
              <a:defRPr lang="en-GB" sz="1800" kern="1200" dirty="0">
                <a:solidFill>
                  <a:schemeClr val="tx2"/>
                </a:solidFill>
                <a:latin typeface="+mn-lt"/>
                <a:ea typeface="+mn-ea"/>
                <a:cs typeface="+mn-cs"/>
              </a:defRPr>
            </a:lvl1pPr>
          </a:lstStyle>
          <a:p>
            <a:pPr lvl="0"/>
            <a:r>
              <a:rPr lang="en-US" noProof="1"/>
              <a:t>Click to edit Master text styles</a:t>
            </a:r>
          </a:p>
        </p:txBody>
      </p:sp>
      <p:sp>
        <p:nvSpPr>
          <p:cNvPr id="28" name="Tijdelijke aanduiding voor tekst 3">
            <a:extLst>
              <a:ext uri="{FF2B5EF4-FFF2-40B4-BE49-F238E27FC236}">
                <a16:creationId xmlns:a16="http://schemas.microsoft.com/office/drawing/2014/main" id="{D61D01F4-0D94-49A0-A0C6-2A6964B39397}"/>
              </a:ext>
            </a:extLst>
          </p:cNvPr>
          <p:cNvSpPr>
            <a:spLocks noGrp="1"/>
          </p:cNvSpPr>
          <p:nvPr>
            <p:ph type="body" sz="quarter" idx="30"/>
          </p:nvPr>
        </p:nvSpPr>
        <p:spPr>
          <a:xfrm>
            <a:off x="6910369" y="2268000"/>
            <a:ext cx="4362394" cy="306000"/>
          </a:xfrm>
        </p:spPr>
        <p:txBody>
          <a:bodyPr/>
          <a:lstStyle>
            <a:lvl1pPr marL="0" indent="0">
              <a:lnSpc>
                <a:spcPct val="100000"/>
              </a:lnSpc>
              <a:spcBef>
                <a:spcPts val="0"/>
              </a:spcBef>
              <a:buNone/>
              <a:defRPr lang="en-GB" sz="1800" kern="1200" dirty="0">
                <a:solidFill>
                  <a:schemeClr val="tx2"/>
                </a:solidFill>
                <a:latin typeface="+mn-lt"/>
                <a:ea typeface="+mn-ea"/>
                <a:cs typeface="+mn-cs"/>
              </a:defRPr>
            </a:lvl1pPr>
          </a:lstStyle>
          <a:p>
            <a:pPr lvl="0"/>
            <a:r>
              <a:rPr lang="en-US" noProof="1"/>
              <a:t>Click to edit Master text styles</a:t>
            </a:r>
          </a:p>
        </p:txBody>
      </p:sp>
      <p:sp>
        <p:nvSpPr>
          <p:cNvPr id="13" name="Tijdelijke aanduiding voor afbeelding 12">
            <a:extLst>
              <a:ext uri="{FF2B5EF4-FFF2-40B4-BE49-F238E27FC236}">
                <a16:creationId xmlns:a16="http://schemas.microsoft.com/office/drawing/2014/main" id="{12238712-852D-4C83-A179-EE0F3F65535F}"/>
              </a:ext>
            </a:extLst>
          </p:cNvPr>
          <p:cNvSpPr>
            <a:spLocks noGrp="1"/>
          </p:cNvSpPr>
          <p:nvPr>
            <p:ph type="pic" sz="quarter" idx="31"/>
          </p:nvPr>
        </p:nvSpPr>
        <p:spPr>
          <a:xfrm>
            <a:off x="755650" y="1764000"/>
            <a:ext cx="306000" cy="306000"/>
          </a:xfrm>
          <a:blipFill>
            <a:blip r:embed="rId4">
              <a:extLst>
                <a:ext uri="{96DAC541-7B7A-43D3-8B79-37D633B846F1}">
                  <asvg:svgBlip xmlns:asvg="http://schemas.microsoft.com/office/drawing/2016/SVG/main" r:embed="rId5"/>
                </a:ext>
              </a:extLst>
            </a:blip>
            <a:stretch>
              <a:fillRect/>
            </a:stretch>
          </a:blipFill>
        </p:spPr>
        <p:txBody>
          <a:bodyPr anchor="ctr"/>
          <a:lstStyle>
            <a:lvl1pPr marL="0" indent="0" algn="ctr">
              <a:buNone/>
              <a:defRPr sz="400"/>
            </a:lvl1pPr>
          </a:lstStyle>
          <a:p>
            <a:r>
              <a:rPr lang="en-US"/>
              <a:t>Click icon to add picture</a:t>
            </a:r>
            <a:endParaRPr lang="en-GB" dirty="0"/>
          </a:p>
        </p:txBody>
      </p:sp>
      <p:sp>
        <p:nvSpPr>
          <p:cNvPr id="35" name="Tijdelijke aanduiding voor afbeelding 12">
            <a:extLst>
              <a:ext uri="{FF2B5EF4-FFF2-40B4-BE49-F238E27FC236}">
                <a16:creationId xmlns:a16="http://schemas.microsoft.com/office/drawing/2014/main" id="{B94B33D8-9ADC-46F3-9BAD-244DD8692871}"/>
              </a:ext>
            </a:extLst>
          </p:cNvPr>
          <p:cNvSpPr>
            <a:spLocks noGrp="1"/>
          </p:cNvSpPr>
          <p:nvPr>
            <p:ph type="pic" sz="quarter" idx="32"/>
          </p:nvPr>
        </p:nvSpPr>
        <p:spPr>
          <a:xfrm>
            <a:off x="755650" y="2268000"/>
            <a:ext cx="306000" cy="306000"/>
          </a:xfrm>
          <a:blipFill>
            <a:blip r:embed="rId6">
              <a:extLst>
                <a:ext uri="{96DAC541-7B7A-43D3-8B79-37D633B846F1}">
                  <asvg:svgBlip xmlns:asvg="http://schemas.microsoft.com/office/drawing/2016/SVG/main" r:embed="rId7"/>
                </a:ext>
              </a:extLst>
            </a:blip>
            <a:stretch>
              <a:fillRect/>
            </a:stretch>
          </a:blipFill>
        </p:spPr>
        <p:txBody>
          <a:bodyPr anchor="ctr"/>
          <a:lstStyle>
            <a:lvl1pPr marL="0" indent="0" algn="ctr">
              <a:buNone/>
              <a:defRPr sz="400"/>
            </a:lvl1pPr>
          </a:lstStyle>
          <a:p>
            <a:r>
              <a:rPr lang="en-US"/>
              <a:t>Click icon to add picture</a:t>
            </a:r>
            <a:endParaRPr lang="en-GB" dirty="0"/>
          </a:p>
        </p:txBody>
      </p:sp>
      <p:sp>
        <p:nvSpPr>
          <p:cNvPr id="36" name="Tijdelijke aanduiding voor afbeelding 12">
            <a:extLst>
              <a:ext uri="{FF2B5EF4-FFF2-40B4-BE49-F238E27FC236}">
                <a16:creationId xmlns:a16="http://schemas.microsoft.com/office/drawing/2014/main" id="{7B078E79-A086-4E54-9016-28A2DBA0692E}"/>
              </a:ext>
            </a:extLst>
          </p:cNvPr>
          <p:cNvSpPr>
            <a:spLocks noGrp="1"/>
          </p:cNvSpPr>
          <p:nvPr>
            <p:ph type="pic" sz="quarter" idx="33"/>
          </p:nvPr>
        </p:nvSpPr>
        <p:spPr>
          <a:xfrm>
            <a:off x="3708000" y="1764000"/>
            <a:ext cx="306000" cy="306000"/>
          </a:xfrm>
          <a:blipFill>
            <a:blip r:embed="rId8">
              <a:extLst>
                <a:ext uri="{96DAC541-7B7A-43D3-8B79-37D633B846F1}">
                  <asvg:svgBlip xmlns:asvg="http://schemas.microsoft.com/office/drawing/2016/SVG/main" r:embed="rId9"/>
                </a:ext>
              </a:extLst>
            </a:blip>
            <a:stretch>
              <a:fillRect/>
            </a:stretch>
          </a:blipFill>
        </p:spPr>
        <p:txBody>
          <a:bodyPr anchor="ctr"/>
          <a:lstStyle>
            <a:lvl1pPr marL="0" indent="0" algn="ctr">
              <a:buNone/>
              <a:defRPr sz="400"/>
            </a:lvl1pPr>
          </a:lstStyle>
          <a:p>
            <a:r>
              <a:rPr lang="en-US"/>
              <a:t>Click icon to add picture</a:t>
            </a:r>
            <a:endParaRPr lang="en-GB" dirty="0"/>
          </a:p>
        </p:txBody>
      </p:sp>
      <p:sp>
        <p:nvSpPr>
          <p:cNvPr id="37" name="Tijdelijke aanduiding voor afbeelding 12">
            <a:extLst>
              <a:ext uri="{FF2B5EF4-FFF2-40B4-BE49-F238E27FC236}">
                <a16:creationId xmlns:a16="http://schemas.microsoft.com/office/drawing/2014/main" id="{9A2E3717-085D-4920-9B0E-8DBF1A42FCA7}"/>
              </a:ext>
            </a:extLst>
          </p:cNvPr>
          <p:cNvSpPr>
            <a:spLocks noGrp="1"/>
          </p:cNvSpPr>
          <p:nvPr>
            <p:ph type="pic" sz="quarter" idx="34"/>
          </p:nvPr>
        </p:nvSpPr>
        <p:spPr>
          <a:xfrm>
            <a:off x="3708000" y="2268000"/>
            <a:ext cx="306000" cy="306000"/>
          </a:xfrm>
          <a:blipFill>
            <a:blip r:embed="rId10">
              <a:extLst>
                <a:ext uri="{96DAC541-7B7A-43D3-8B79-37D633B846F1}">
                  <asvg:svgBlip xmlns:asvg="http://schemas.microsoft.com/office/drawing/2016/SVG/main" r:embed="rId11"/>
                </a:ext>
              </a:extLst>
            </a:blip>
            <a:stretch>
              <a:fillRect/>
            </a:stretch>
          </a:blipFill>
        </p:spPr>
        <p:txBody>
          <a:bodyPr anchor="ctr"/>
          <a:lstStyle>
            <a:lvl1pPr marL="0" indent="0" algn="ctr">
              <a:buNone/>
              <a:defRPr sz="400"/>
            </a:lvl1pPr>
          </a:lstStyle>
          <a:p>
            <a:r>
              <a:rPr lang="en-US"/>
              <a:t>Click icon to add picture</a:t>
            </a:r>
            <a:endParaRPr lang="en-GB" dirty="0"/>
          </a:p>
        </p:txBody>
      </p:sp>
      <p:sp>
        <p:nvSpPr>
          <p:cNvPr id="38" name="Tijdelijke aanduiding voor afbeelding 12">
            <a:extLst>
              <a:ext uri="{FF2B5EF4-FFF2-40B4-BE49-F238E27FC236}">
                <a16:creationId xmlns:a16="http://schemas.microsoft.com/office/drawing/2014/main" id="{77467CBB-F989-40AA-BAA1-DDC3FE2145D6}"/>
              </a:ext>
            </a:extLst>
          </p:cNvPr>
          <p:cNvSpPr>
            <a:spLocks noGrp="1"/>
          </p:cNvSpPr>
          <p:nvPr>
            <p:ph type="pic" sz="quarter" idx="35"/>
          </p:nvPr>
        </p:nvSpPr>
        <p:spPr>
          <a:xfrm>
            <a:off x="6408000" y="1764000"/>
            <a:ext cx="306000" cy="306000"/>
          </a:xfrm>
          <a:blipFill>
            <a:blip r:embed="rId12">
              <a:extLst>
                <a:ext uri="{96DAC541-7B7A-43D3-8B79-37D633B846F1}">
                  <asvg:svgBlip xmlns:asvg="http://schemas.microsoft.com/office/drawing/2016/SVG/main" r:embed="rId13"/>
                </a:ext>
              </a:extLst>
            </a:blip>
            <a:stretch>
              <a:fillRect/>
            </a:stretch>
          </a:blipFill>
        </p:spPr>
        <p:txBody>
          <a:bodyPr anchor="ctr"/>
          <a:lstStyle>
            <a:lvl1pPr marL="0" indent="0" algn="ctr">
              <a:buNone/>
              <a:defRPr sz="400"/>
            </a:lvl1pPr>
          </a:lstStyle>
          <a:p>
            <a:r>
              <a:rPr lang="en-US"/>
              <a:t>Click icon to add picture</a:t>
            </a:r>
            <a:endParaRPr lang="en-GB" dirty="0"/>
          </a:p>
        </p:txBody>
      </p:sp>
      <p:sp>
        <p:nvSpPr>
          <p:cNvPr id="39" name="Tijdelijke aanduiding voor afbeelding 12">
            <a:extLst>
              <a:ext uri="{FF2B5EF4-FFF2-40B4-BE49-F238E27FC236}">
                <a16:creationId xmlns:a16="http://schemas.microsoft.com/office/drawing/2014/main" id="{1C25A578-0CC7-464F-9CFB-1B9EC232EF8C}"/>
              </a:ext>
            </a:extLst>
          </p:cNvPr>
          <p:cNvSpPr>
            <a:spLocks noGrp="1"/>
          </p:cNvSpPr>
          <p:nvPr>
            <p:ph type="pic" sz="quarter" idx="36"/>
          </p:nvPr>
        </p:nvSpPr>
        <p:spPr>
          <a:xfrm>
            <a:off x="6408000" y="2268000"/>
            <a:ext cx="306000" cy="306000"/>
          </a:xfrm>
          <a:blipFill>
            <a:blip r:embed="rId14">
              <a:extLst>
                <a:ext uri="{96DAC541-7B7A-43D3-8B79-37D633B846F1}">
                  <asvg:svgBlip xmlns:asvg="http://schemas.microsoft.com/office/drawing/2016/SVG/main" r:embed="rId15"/>
                </a:ext>
              </a:extLst>
            </a:blip>
            <a:stretch>
              <a:fillRect/>
            </a:stretch>
          </a:blipFill>
        </p:spPr>
        <p:txBody>
          <a:bodyPr anchor="ctr"/>
          <a:lstStyle>
            <a:lvl1pPr marL="0" indent="0" algn="ctr">
              <a:buNone/>
              <a:defRPr sz="400"/>
            </a:lvl1pPr>
          </a:lstStyle>
          <a:p>
            <a:r>
              <a:rPr lang="en-US"/>
              <a:t>Click icon to add picture</a:t>
            </a:r>
            <a:endParaRPr lang="en-GB" dirty="0"/>
          </a:p>
        </p:txBody>
      </p:sp>
    </p:spTree>
    <p:extLst>
      <p:ext uri="{BB962C8B-B14F-4D97-AF65-F5344CB8AC3E}">
        <p14:creationId xmlns:p14="http://schemas.microsoft.com/office/powerpoint/2010/main" val="554094542"/>
      </p:ext>
    </p:extLst>
  </p:cSld>
  <p:clrMapOvr>
    <a:masterClrMapping/>
  </p:clrMapOvr>
  <p:hf hdr="0"/>
  <p:extLst>
    <p:ext uri="{DCECCB84-F9BA-43D5-87BE-67443E8EF086}">
      <p15:sldGuideLst xmlns:p15="http://schemas.microsoft.com/office/powerpoint/2012/main">
        <p15:guide id="1" orient="horz" pos="3045">
          <p15:clr>
            <a:srgbClr val="FBAE40"/>
          </p15:clr>
        </p15:guide>
        <p15:guide id="2" orient="horz" pos="2058">
          <p15:clr>
            <a:srgbClr val="FBAE40"/>
          </p15:clr>
        </p15:guide>
        <p15:guide id="3" orient="horz" pos="4026">
          <p15:clr>
            <a:srgbClr val="FBAE40"/>
          </p15:clr>
        </p15:guide>
        <p15:guide id="4" pos="4044">
          <p15:clr>
            <a:srgbClr val="FBAE40"/>
          </p15:clr>
        </p15:guide>
        <p15:guide id="5" pos="4362">
          <p15:clr>
            <a:srgbClr val="FBAE40"/>
          </p15:clr>
        </p15:guide>
        <p15:guide id="6" pos="2661">
          <p15:clr>
            <a:srgbClr val="FBAE40"/>
          </p15:clr>
        </p15:guide>
        <p15:guide id="7" pos="2343">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10" name="Footer Bar">
            <a:extLst>
              <a:ext uri="{FF2B5EF4-FFF2-40B4-BE49-F238E27FC236}">
                <a16:creationId xmlns:a16="http://schemas.microsoft.com/office/drawing/2014/main" id="{022EB8B7-6824-4AED-BB2B-C0B109993AD1}"/>
              </a:ext>
            </a:extLst>
          </p:cNvPr>
          <p:cNvGrpSpPr/>
          <p:nvPr userDrawn="1"/>
        </p:nvGrpSpPr>
        <p:grpSpPr>
          <a:xfrm>
            <a:off x="11742000" y="0"/>
            <a:ext cx="450000" cy="6858000"/>
            <a:chOff x="11742000" y="0"/>
            <a:chExt cx="450000" cy="6858000"/>
          </a:xfrm>
          <a:solidFill>
            <a:schemeClr val="accent2">
              <a:alpha val="5882"/>
            </a:schemeClr>
          </a:solidFill>
        </p:grpSpPr>
        <p:sp>
          <p:nvSpPr>
            <p:cNvPr id="7" name="Rechthoek 6">
              <a:extLst>
                <a:ext uri="{FF2B5EF4-FFF2-40B4-BE49-F238E27FC236}">
                  <a16:creationId xmlns:a16="http://schemas.microsoft.com/office/drawing/2014/main" id="{9F9EE001-C15B-435E-9F44-1622C159FC17}"/>
                </a:ext>
              </a:extLst>
            </p:cNvPr>
            <p:cNvSpPr/>
            <p:nvPr userDrawn="1"/>
          </p:nvSpPr>
          <p:spPr>
            <a:xfrm>
              <a:off x="11742000" y="0"/>
              <a:ext cx="450000" cy="6858000"/>
            </a:xfrm>
            <a:prstGeom prst="rect">
              <a:avLst/>
            </a:prstGeom>
            <a:solidFill>
              <a:srgbClr val="F1F3F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cxnSp>
          <p:nvCxnSpPr>
            <p:cNvPr id="9" name="Rechte verbindingslijn 8">
              <a:extLst>
                <a:ext uri="{FF2B5EF4-FFF2-40B4-BE49-F238E27FC236}">
                  <a16:creationId xmlns:a16="http://schemas.microsoft.com/office/drawing/2014/main" id="{32440EA2-337B-4EDA-9C88-10B9002EF364}"/>
                </a:ext>
              </a:extLst>
            </p:cNvPr>
            <p:cNvCxnSpPr/>
            <p:nvPr userDrawn="1"/>
          </p:nvCxnSpPr>
          <p:spPr>
            <a:xfrm>
              <a:off x="11801530" y="6081711"/>
              <a:ext cx="324000" cy="0"/>
            </a:xfrm>
            <a:prstGeom prst="line">
              <a:avLst/>
            </a:prstGeom>
            <a:grpFill/>
            <a:ln>
              <a:solidFill>
                <a:srgbClr val="000000"/>
              </a:solidFill>
            </a:ln>
          </p:spPr>
          <p:style>
            <a:lnRef idx="1">
              <a:schemeClr val="accent1"/>
            </a:lnRef>
            <a:fillRef idx="0">
              <a:schemeClr val="accent1"/>
            </a:fillRef>
            <a:effectRef idx="0">
              <a:schemeClr val="accent1"/>
            </a:effectRef>
            <a:fontRef idx="minor">
              <a:schemeClr val="tx1"/>
            </a:fontRef>
          </p:style>
        </p:cxnSp>
      </p:grpSp>
      <p:sp>
        <p:nvSpPr>
          <p:cNvPr id="2" name="Tijdelijke aanduiding voor titel 1">
            <a:extLst>
              <a:ext uri="{FF2B5EF4-FFF2-40B4-BE49-F238E27FC236}">
                <a16:creationId xmlns:a16="http://schemas.microsoft.com/office/drawing/2014/main" id="{78E966F5-006F-433A-9691-0B17633B2A97}"/>
              </a:ext>
            </a:extLst>
          </p:cNvPr>
          <p:cNvSpPr>
            <a:spLocks noGrp="1"/>
          </p:cNvSpPr>
          <p:nvPr>
            <p:ph type="title"/>
          </p:nvPr>
        </p:nvSpPr>
        <p:spPr>
          <a:xfrm>
            <a:off x="755650" y="541695"/>
            <a:ext cx="10517113" cy="936000"/>
          </a:xfrm>
          <a:prstGeom prst="rect">
            <a:avLst/>
          </a:prstGeom>
        </p:spPr>
        <p:txBody>
          <a:bodyPr vert="horz" lIns="0" tIns="0" rIns="0" bIns="0" rtlCol="0" anchor="t" anchorCtr="0">
            <a:noAutofit/>
          </a:bodyPr>
          <a:lstStyle/>
          <a:p>
            <a:r>
              <a:rPr lang="nl-NL" dirty="0"/>
              <a:t>Dia met tekst. Voorbeeld van een lange tekst over twee regels</a:t>
            </a:r>
          </a:p>
        </p:txBody>
      </p:sp>
      <p:sp>
        <p:nvSpPr>
          <p:cNvPr id="3" name="Tijdelijke aanduiding voor tekst 2">
            <a:extLst>
              <a:ext uri="{FF2B5EF4-FFF2-40B4-BE49-F238E27FC236}">
                <a16:creationId xmlns:a16="http://schemas.microsoft.com/office/drawing/2014/main" id="{71B2E2CE-1F7F-4603-9A75-FEAAFF7381A1}"/>
              </a:ext>
            </a:extLst>
          </p:cNvPr>
          <p:cNvSpPr>
            <a:spLocks noGrp="1"/>
          </p:cNvSpPr>
          <p:nvPr>
            <p:ph type="body" idx="1"/>
          </p:nvPr>
        </p:nvSpPr>
        <p:spPr>
          <a:xfrm>
            <a:off x="755650" y="1768763"/>
            <a:ext cx="10512349" cy="4320000"/>
          </a:xfrm>
          <a:prstGeom prst="rect">
            <a:avLst/>
          </a:prstGeom>
        </p:spPr>
        <p:txBody>
          <a:bodyPr vert="horz" lIns="0" tIns="0" rIns="0" bIns="0" rtlCol="0" anchor="t" anchorCtr="0">
            <a:noAutofit/>
          </a:bodyPr>
          <a:lstStyle/>
          <a:p>
            <a:pPr lvl="0"/>
            <a:r>
              <a:rPr lang="nl-NL" dirty="0"/>
              <a:t>Niveau 1, standaard met </a:t>
            </a:r>
            <a:r>
              <a:rPr lang="nl-NL" dirty="0" err="1"/>
              <a:t>bullets</a:t>
            </a:r>
            <a:endParaRPr lang="nl-NL" dirty="0"/>
          </a:p>
          <a:p>
            <a:pPr lvl="1"/>
            <a:r>
              <a:rPr lang="nl-NL" dirty="0"/>
              <a:t>Tweede niveau, (sub </a:t>
            </a:r>
            <a:r>
              <a:rPr lang="nl-NL" dirty="0" err="1"/>
              <a:t>bullets</a:t>
            </a:r>
            <a:r>
              <a:rPr lang="nl-NL" dirty="0"/>
              <a:t>)</a:t>
            </a:r>
          </a:p>
          <a:p>
            <a:pPr lvl="2"/>
            <a:r>
              <a:rPr lang="nl-NL" dirty="0"/>
              <a:t>Derde niveau (Leestekst)</a:t>
            </a:r>
          </a:p>
          <a:p>
            <a:pPr lvl="3"/>
            <a:r>
              <a:rPr lang="nl-NL" dirty="0"/>
              <a:t>Vierde niveau (Subtitel)</a:t>
            </a:r>
          </a:p>
          <a:p>
            <a:pPr lvl="4"/>
            <a:r>
              <a:rPr lang="nl-NL" dirty="0"/>
              <a:t>Vijfde niveau (Standaard met nummers)</a:t>
            </a:r>
          </a:p>
          <a:p>
            <a:pPr lvl="5"/>
            <a:r>
              <a:rPr lang="nl-NL" dirty="0"/>
              <a:t>Niveau zes (sub nummers)</a:t>
            </a:r>
          </a:p>
        </p:txBody>
      </p:sp>
      <p:sp>
        <p:nvSpPr>
          <p:cNvPr id="4" name="Tijdelijke aanduiding voor datum 3">
            <a:extLst>
              <a:ext uri="{FF2B5EF4-FFF2-40B4-BE49-F238E27FC236}">
                <a16:creationId xmlns:a16="http://schemas.microsoft.com/office/drawing/2014/main" id="{AE4571E1-7B78-4AC3-AB7A-7A15720DF431}"/>
              </a:ext>
            </a:extLst>
          </p:cNvPr>
          <p:cNvSpPr>
            <a:spLocks noGrp="1"/>
          </p:cNvSpPr>
          <p:nvPr>
            <p:ph type="dt" sz="half" idx="2"/>
          </p:nvPr>
        </p:nvSpPr>
        <p:spPr>
          <a:xfrm>
            <a:off x="12420000" y="4157669"/>
            <a:ext cx="153888" cy="1485895"/>
          </a:xfrm>
          <a:prstGeom prst="rect">
            <a:avLst/>
          </a:prstGeom>
        </p:spPr>
        <p:txBody>
          <a:bodyPr vert="vert270" wrap="square" lIns="0" tIns="0" rIns="0" bIns="0" rtlCol="0" anchor="ctr" anchorCtr="0">
            <a:noAutofit/>
          </a:bodyPr>
          <a:lstStyle>
            <a:lvl1pPr algn="l">
              <a:defRPr sz="1000" b="0">
                <a:solidFill>
                  <a:srgbClr val="E6E6E6"/>
                </a:solidFill>
                <a:latin typeface="Arial" panose="020B0604020202020204" pitchFamily="34" charset="0"/>
                <a:cs typeface="Arial" panose="020B0604020202020204" pitchFamily="34" charset="0"/>
              </a:defRPr>
            </a:lvl1pPr>
          </a:lstStyle>
          <a:p>
            <a:r>
              <a:rPr lang="nl-NL" dirty="0"/>
              <a:t> 28 november 2019</a:t>
            </a:r>
          </a:p>
        </p:txBody>
      </p:sp>
      <p:sp>
        <p:nvSpPr>
          <p:cNvPr id="5" name="Tijdelijke aanduiding voor voettekst 4">
            <a:extLst>
              <a:ext uri="{FF2B5EF4-FFF2-40B4-BE49-F238E27FC236}">
                <a16:creationId xmlns:a16="http://schemas.microsoft.com/office/drawing/2014/main" id="{9004B6D2-F868-492E-8371-701F4F999CBA}"/>
              </a:ext>
            </a:extLst>
          </p:cNvPr>
          <p:cNvSpPr>
            <a:spLocks noGrp="1"/>
          </p:cNvSpPr>
          <p:nvPr>
            <p:ph type="ftr" sz="quarter" idx="3"/>
          </p:nvPr>
        </p:nvSpPr>
        <p:spPr>
          <a:xfrm>
            <a:off x="11889372" y="541695"/>
            <a:ext cx="153888" cy="5101869"/>
          </a:xfrm>
          <a:prstGeom prst="rect">
            <a:avLst/>
          </a:prstGeom>
        </p:spPr>
        <p:txBody>
          <a:bodyPr vert="vert270" wrap="square" lIns="0" tIns="0" rIns="0" bIns="0" rtlCol="0" anchor="ctr" anchorCtr="0">
            <a:noAutofit/>
          </a:bodyPr>
          <a:lstStyle>
            <a:lvl1pPr algn="l">
              <a:defRPr lang="nl-NL" sz="1000" b="0" kern="1200" dirty="0">
                <a:solidFill>
                  <a:schemeClr val="tx1"/>
                </a:solidFill>
                <a:latin typeface="Arial" panose="020B0604020202020204" pitchFamily="34" charset="0"/>
                <a:ea typeface="+mn-ea"/>
                <a:cs typeface="Arial" panose="020B0604020202020204" pitchFamily="34" charset="0"/>
              </a:defRPr>
            </a:lvl1pPr>
          </a:lstStyle>
          <a:p>
            <a:r>
              <a:rPr lang="nl-NL" dirty="0"/>
              <a:t>Voettekst van de presentatie</a:t>
            </a:r>
          </a:p>
        </p:txBody>
      </p:sp>
      <p:sp>
        <p:nvSpPr>
          <p:cNvPr id="6" name="Tijdelijke aanduiding voor dianummer 5">
            <a:extLst>
              <a:ext uri="{FF2B5EF4-FFF2-40B4-BE49-F238E27FC236}">
                <a16:creationId xmlns:a16="http://schemas.microsoft.com/office/drawing/2014/main" id="{1F491C4D-045B-4D79-8E4E-A715678ECCDC}"/>
              </a:ext>
            </a:extLst>
          </p:cNvPr>
          <p:cNvSpPr>
            <a:spLocks noGrp="1"/>
          </p:cNvSpPr>
          <p:nvPr>
            <p:ph type="sldNum" sz="quarter" idx="4"/>
          </p:nvPr>
        </p:nvSpPr>
        <p:spPr>
          <a:xfrm>
            <a:off x="11743163" y="6413498"/>
            <a:ext cx="450000" cy="184666"/>
          </a:xfrm>
          <a:prstGeom prst="rect">
            <a:avLst/>
          </a:prstGeom>
        </p:spPr>
        <p:txBody>
          <a:bodyPr vert="horz" wrap="square" lIns="0" tIns="0" rIns="0" bIns="0" rtlCol="0" anchor="t" anchorCtr="0">
            <a:noAutofit/>
          </a:bodyPr>
          <a:lstStyle>
            <a:lvl1pPr algn="ctr">
              <a:defRPr sz="1200" b="0">
                <a:solidFill>
                  <a:schemeClr val="tx1"/>
                </a:solidFill>
                <a:latin typeface="Arial" panose="020B0604020202020204" pitchFamily="34" charset="0"/>
                <a:cs typeface="Arial" panose="020B0604020202020204" pitchFamily="34" charset="0"/>
              </a:defRPr>
            </a:lvl1pPr>
          </a:lstStyle>
          <a:p>
            <a:fld id="{F42B3F14-D836-496B-80A2-23BE75BD68CB}" type="slidenum">
              <a:rPr lang="nl-NL" smtClean="0"/>
              <a:pPr/>
              <a:t>‹#›</a:t>
            </a:fld>
            <a:endParaRPr lang="nl-NL" dirty="0"/>
          </a:p>
        </p:txBody>
      </p:sp>
      <p:pic>
        <p:nvPicPr>
          <p:cNvPr id="15" name="Deltares_Logo_klein">
            <a:extLst>
              <a:ext uri="{FF2B5EF4-FFF2-40B4-BE49-F238E27FC236}">
                <a16:creationId xmlns:a16="http://schemas.microsoft.com/office/drawing/2014/main" id="{CA5E38F1-EE2E-4740-B411-6A2F5838BECA}"/>
              </a:ext>
            </a:extLst>
          </p:cNvPr>
          <p:cNvPicPr>
            <a:picLocks noChangeAspect="1"/>
          </p:cNvPicPr>
          <p:nvPr userDrawn="1"/>
        </p:nvPicPr>
        <p:blipFill>
          <a:blip r:embed="rId30" cstate="print">
            <a:extLst>
              <a:ext uri="{28A0092B-C50C-407E-A947-70E740481C1C}">
                <a14:useLocalDpi xmlns:a14="http://schemas.microsoft.com/office/drawing/2010/main"/>
              </a:ext>
            </a:extLst>
          </a:blip>
          <a:stretch>
            <a:fillRect/>
          </a:stretch>
        </p:blipFill>
        <p:spPr>
          <a:xfrm>
            <a:off x="659756" y="6267123"/>
            <a:ext cx="1188000" cy="386100"/>
          </a:xfrm>
          <a:prstGeom prst="rect">
            <a:avLst/>
          </a:prstGeom>
        </p:spPr>
      </p:pic>
    </p:spTree>
    <p:extLst>
      <p:ext uri="{BB962C8B-B14F-4D97-AF65-F5344CB8AC3E}">
        <p14:creationId xmlns:p14="http://schemas.microsoft.com/office/powerpoint/2010/main" val="230355362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747" r:id="rId3"/>
    <p:sldLayoutId id="2147483691" r:id="rId4"/>
    <p:sldLayoutId id="2147483692" r:id="rId5"/>
    <p:sldLayoutId id="2147483664" r:id="rId6"/>
    <p:sldLayoutId id="2147483687" r:id="rId7"/>
    <p:sldLayoutId id="2147483689" r:id="rId8"/>
    <p:sldLayoutId id="2147483690" r:id="rId9"/>
    <p:sldLayoutId id="2147483674" r:id="rId10"/>
    <p:sldLayoutId id="2147483675" r:id="rId11"/>
    <p:sldLayoutId id="2147483676" r:id="rId12"/>
    <p:sldLayoutId id="2147483677" r:id="rId13"/>
    <p:sldLayoutId id="2147483678" r:id="rId14"/>
    <p:sldLayoutId id="2147483679" r:id="rId15"/>
    <p:sldLayoutId id="2147483680" r:id="rId16"/>
    <p:sldLayoutId id="2147483696" r:id="rId17"/>
    <p:sldLayoutId id="2147483682" r:id="rId18"/>
    <p:sldLayoutId id="2147483683" r:id="rId19"/>
    <p:sldLayoutId id="2147483749" r:id="rId20"/>
    <p:sldLayoutId id="2147483681" r:id="rId21"/>
    <p:sldLayoutId id="2147483752" r:id="rId22"/>
    <p:sldLayoutId id="2147483699" r:id="rId23"/>
    <p:sldLayoutId id="2147483748" r:id="rId24"/>
    <p:sldLayoutId id="2147483656" r:id="rId25"/>
    <p:sldLayoutId id="2147483753" r:id="rId26"/>
    <p:sldLayoutId id="2147483698" r:id="rId27"/>
    <p:sldLayoutId id="2147483754" r:id="rId28"/>
  </p:sldLayoutIdLst>
  <p:hf hdr="0"/>
  <p:txStyles>
    <p:titleStyle>
      <a:lvl1pPr algn="l" defTabSz="914400" rtl="0" eaLnBrk="1" latinLnBrk="0" hangingPunct="1">
        <a:lnSpc>
          <a:spcPct val="90000"/>
        </a:lnSpc>
        <a:spcBef>
          <a:spcPct val="0"/>
        </a:spcBef>
        <a:buNone/>
        <a:defRPr sz="3400" kern="1200">
          <a:solidFill>
            <a:schemeClr val="tx2"/>
          </a:solidFill>
          <a:latin typeface="Arial" panose="020B0604020202020204" pitchFamily="34" charset="0"/>
          <a:ea typeface="+mj-ea"/>
          <a:cs typeface="Arial" panose="020B0604020202020204" pitchFamily="34" charset="0"/>
        </a:defRPr>
      </a:lvl1pPr>
    </p:titleStyle>
    <p:bodyStyle>
      <a:lvl1pPr marL="324000" indent="-3240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1pPr>
      <a:lvl2pPr marL="648000" indent="-3240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Arial" panose="020B0604020202020204" pitchFamily="34" charset="0"/>
          <a:ea typeface="+mn-ea"/>
          <a:cs typeface="Arial" panose="020B0604020202020204" pitchFamily="34" charset="0"/>
        </a:defRPr>
      </a:lvl2pPr>
      <a:lvl3pPr marL="0" indent="0" algn="l" defTabSz="914400" rtl="0" eaLnBrk="1" latinLnBrk="0" hangingPunct="1">
        <a:lnSpc>
          <a:spcPct val="90000"/>
        </a:lnSpc>
        <a:spcBef>
          <a:spcPts val="1000"/>
        </a:spcBef>
        <a:buFont typeface="Arial" panose="020B0604020202020204" pitchFamily="34" charset="0"/>
        <a:buNone/>
        <a:defRPr sz="1800" kern="1200">
          <a:solidFill>
            <a:schemeClr val="tx1"/>
          </a:solidFill>
          <a:latin typeface="Arial" panose="020B0604020202020204" pitchFamily="34" charset="0"/>
          <a:ea typeface="+mn-ea"/>
          <a:cs typeface="Arial" panose="020B0604020202020204" pitchFamily="34" charset="0"/>
        </a:defRPr>
      </a:lvl3pPr>
      <a:lvl4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Arial" panose="020B0604020202020204" pitchFamily="34" charset="0"/>
          <a:ea typeface="+mn-ea"/>
          <a:cs typeface="Arial" panose="020B0604020202020204" pitchFamily="34" charset="0"/>
        </a:defRPr>
      </a:lvl4pPr>
      <a:lvl5pPr marL="324000" indent="-324000" algn="l" defTabSz="914400" rtl="0" eaLnBrk="1" latinLnBrk="0" hangingPunct="1">
        <a:lnSpc>
          <a:spcPct val="90000"/>
        </a:lnSpc>
        <a:spcBef>
          <a:spcPts val="1000"/>
        </a:spcBef>
        <a:buSzPct val="90000"/>
        <a:buFont typeface="+mj-lt"/>
        <a:buAutoNum type="arabicPeriod"/>
        <a:defRPr sz="1800" kern="1200">
          <a:solidFill>
            <a:schemeClr val="tx1"/>
          </a:solidFill>
          <a:latin typeface="Arial" panose="020B0604020202020204" pitchFamily="34" charset="0"/>
          <a:ea typeface="+mn-ea"/>
          <a:cs typeface="Arial" panose="020B0604020202020204" pitchFamily="34" charset="0"/>
        </a:defRPr>
      </a:lvl5pPr>
      <a:lvl6pPr marL="648000" indent="-324000" algn="l" defTabSz="914400" rtl="0" eaLnBrk="1" latinLnBrk="0" hangingPunct="1">
        <a:lnSpc>
          <a:spcPct val="90000"/>
        </a:lnSpc>
        <a:spcBef>
          <a:spcPts val="500"/>
        </a:spcBef>
        <a:buSzPct val="95000"/>
        <a:buFont typeface="+mj-lt"/>
        <a:buAutoNum type="alphaLcPeriod"/>
        <a:defRPr sz="16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orient="horz" pos="1110" userDrawn="1">
          <p15:clr>
            <a:srgbClr val="F26B43"/>
          </p15:clr>
        </p15:guide>
        <p15:guide id="3" pos="476" userDrawn="1">
          <p15:clr>
            <a:srgbClr val="F26B43"/>
          </p15:clr>
        </p15:guide>
        <p15:guide id="4" orient="horz" pos="4133" userDrawn="1">
          <p15:clr>
            <a:srgbClr val="F26B43"/>
          </p15:clr>
        </p15:guide>
        <p15:guide id="6" pos="792" userDrawn="1">
          <p15:clr>
            <a:srgbClr val="F26B43"/>
          </p15:clr>
        </p15:guide>
        <p15:guide id="7" orient="horz" pos="3833" userDrawn="1">
          <p15:clr>
            <a:srgbClr val="F26B43"/>
          </p15:clr>
        </p15:guide>
        <p15:guide id="8" orient="horz" pos="336" userDrawn="1">
          <p15:clr>
            <a:srgbClr val="F26B43"/>
          </p15:clr>
        </p15:guide>
        <p15:guide id="9" pos="7098" userDrawn="1">
          <p15:clr>
            <a:srgbClr val="F26B43"/>
          </p15:clr>
        </p15:guide>
        <p15:guide id="10" pos="7401"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2.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Tijdelijke aanduiding voor afbeelding 17">
            <a:extLst>
              <a:ext uri="{FF2B5EF4-FFF2-40B4-BE49-F238E27FC236}">
                <a16:creationId xmlns:a16="http://schemas.microsoft.com/office/drawing/2014/main" id="{AA69BC65-8AFE-4119-BE77-AE1B7096E43E}"/>
              </a:ext>
            </a:extLst>
          </p:cNvPr>
          <p:cNvPicPr>
            <a:picLocks noGrp="1" noChangeAspect="1"/>
          </p:cNvPicPr>
          <p:nvPr>
            <p:ph type="pic" sz="quarter" idx="19"/>
          </p:nvPr>
        </p:nvPicPr>
        <p:blipFill>
          <a:blip r:embed="rId3" cstate="print">
            <a:extLst>
              <a:ext uri="{28A0092B-C50C-407E-A947-70E740481C1C}">
                <a14:useLocalDpi xmlns:a14="http://schemas.microsoft.com/office/drawing/2010/main"/>
              </a:ext>
            </a:extLst>
          </a:blip>
          <a:srcRect l="42" r="42"/>
          <a:stretch>
            <a:fillRect/>
          </a:stretch>
        </p:blipFill>
        <p:spPr/>
      </p:pic>
      <p:sp>
        <p:nvSpPr>
          <p:cNvPr id="14" name="Tijdelijke aanduiding voor datum 13">
            <a:extLst>
              <a:ext uri="{FF2B5EF4-FFF2-40B4-BE49-F238E27FC236}">
                <a16:creationId xmlns:a16="http://schemas.microsoft.com/office/drawing/2014/main" id="{D510B812-7AC5-475D-ACB5-69A9EF35AE06}"/>
              </a:ext>
            </a:extLst>
          </p:cNvPr>
          <p:cNvSpPr>
            <a:spLocks noGrp="1"/>
          </p:cNvSpPr>
          <p:nvPr>
            <p:ph type="dt" sz="half" idx="10"/>
          </p:nvPr>
        </p:nvSpPr>
        <p:spPr>
          <a:xfrm>
            <a:off x="5694002" y="6264000"/>
            <a:ext cx="2340000" cy="184666"/>
          </a:xfrm>
        </p:spPr>
        <p:txBody>
          <a:bodyPr/>
          <a:lstStyle/>
          <a:p>
            <a:r>
              <a:rPr lang="nl-NL" dirty="0"/>
              <a:t> 19 juni 2025</a:t>
            </a:r>
          </a:p>
        </p:txBody>
      </p:sp>
      <p:sp>
        <p:nvSpPr>
          <p:cNvPr id="15" name="Tijdelijke aanduiding voor voettekst 14">
            <a:extLst>
              <a:ext uri="{FF2B5EF4-FFF2-40B4-BE49-F238E27FC236}">
                <a16:creationId xmlns:a16="http://schemas.microsoft.com/office/drawing/2014/main" id="{9A199952-5E95-4A28-BD26-74ECEF64710C}"/>
              </a:ext>
            </a:extLst>
          </p:cNvPr>
          <p:cNvSpPr>
            <a:spLocks noGrp="1"/>
          </p:cNvSpPr>
          <p:nvPr>
            <p:ph type="ftr" sz="quarter" idx="11"/>
          </p:nvPr>
        </p:nvSpPr>
        <p:spPr/>
        <p:txBody>
          <a:bodyPr/>
          <a:lstStyle/>
          <a:p>
            <a:r>
              <a:rPr lang="nl-NL" dirty="0"/>
              <a:t>Voettekst van de presentatie</a:t>
            </a:r>
          </a:p>
        </p:txBody>
      </p:sp>
      <p:sp>
        <p:nvSpPr>
          <p:cNvPr id="16" name="Tijdelijke aanduiding voor dianummer 15">
            <a:extLst>
              <a:ext uri="{FF2B5EF4-FFF2-40B4-BE49-F238E27FC236}">
                <a16:creationId xmlns:a16="http://schemas.microsoft.com/office/drawing/2014/main" id="{18D4A5E8-322A-4392-899C-82090DBD4362}"/>
              </a:ext>
            </a:extLst>
          </p:cNvPr>
          <p:cNvSpPr>
            <a:spLocks noGrp="1"/>
          </p:cNvSpPr>
          <p:nvPr>
            <p:ph type="sldNum" sz="quarter" idx="12"/>
          </p:nvPr>
        </p:nvSpPr>
        <p:spPr/>
        <p:txBody>
          <a:bodyPr/>
          <a:lstStyle/>
          <a:p>
            <a:fld id="{F42B3F14-D836-496B-80A2-23BE75BD68CB}" type="slidenum">
              <a:rPr lang="nl-NL" smtClean="0"/>
              <a:pPr/>
              <a:t>1</a:t>
            </a:fld>
            <a:endParaRPr lang="nl-NL" dirty="0"/>
          </a:p>
        </p:txBody>
      </p:sp>
      <p:sp>
        <p:nvSpPr>
          <p:cNvPr id="6" name="Titel 5">
            <a:extLst>
              <a:ext uri="{FF2B5EF4-FFF2-40B4-BE49-F238E27FC236}">
                <a16:creationId xmlns:a16="http://schemas.microsoft.com/office/drawing/2014/main" id="{ED010081-142B-471A-8A79-433EA62F4E0C}"/>
              </a:ext>
            </a:extLst>
          </p:cNvPr>
          <p:cNvSpPr>
            <a:spLocks noGrp="1"/>
          </p:cNvSpPr>
          <p:nvPr>
            <p:ph type="title"/>
          </p:nvPr>
        </p:nvSpPr>
        <p:spPr>
          <a:xfrm>
            <a:off x="5694002" y="1766078"/>
            <a:ext cx="6006145" cy="1990582"/>
          </a:xfrm>
        </p:spPr>
        <p:txBody>
          <a:bodyPr/>
          <a:lstStyle/>
          <a:p>
            <a:r>
              <a:rPr lang="nl-NL" dirty="0"/>
              <a:t>Probabilistische damwand-analyse met </a:t>
            </a:r>
            <a:r>
              <a:rPr lang="nl-NL" dirty="0" err="1"/>
              <a:t>Kratos</a:t>
            </a:r>
            <a:endParaRPr lang="nl-NL" dirty="0"/>
          </a:p>
        </p:txBody>
      </p:sp>
      <p:sp>
        <p:nvSpPr>
          <p:cNvPr id="9" name="Tijdelijke aanduiding voor tekst 8">
            <a:extLst>
              <a:ext uri="{FF2B5EF4-FFF2-40B4-BE49-F238E27FC236}">
                <a16:creationId xmlns:a16="http://schemas.microsoft.com/office/drawing/2014/main" id="{27F40214-05A9-459B-91CB-FE5EED052896}"/>
              </a:ext>
            </a:extLst>
          </p:cNvPr>
          <p:cNvSpPr>
            <a:spLocks noGrp="1"/>
          </p:cNvSpPr>
          <p:nvPr>
            <p:ph type="body" sz="quarter" idx="18"/>
          </p:nvPr>
        </p:nvSpPr>
        <p:spPr/>
        <p:txBody>
          <a:bodyPr/>
          <a:lstStyle/>
          <a:p>
            <a:r>
              <a:rPr lang="nl-NL" dirty="0"/>
              <a:t>Naam Achternaam</a:t>
            </a:r>
          </a:p>
        </p:txBody>
      </p:sp>
      <p:sp>
        <p:nvSpPr>
          <p:cNvPr id="2" name="Tijdelijke aanduiding voor datum 13">
            <a:extLst>
              <a:ext uri="{FF2B5EF4-FFF2-40B4-BE49-F238E27FC236}">
                <a16:creationId xmlns:a16="http://schemas.microsoft.com/office/drawing/2014/main" id="{5EB55133-3DD4-3598-CCC9-450373E1189A}"/>
              </a:ext>
            </a:extLst>
          </p:cNvPr>
          <p:cNvSpPr txBox="1">
            <a:spLocks/>
          </p:cNvSpPr>
          <p:nvPr/>
        </p:nvSpPr>
        <p:spPr>
          <a:xfrm>
            <a:off x="5694002" y="5363259"/>
            <a:ext cx="2340000" cy="450968"/>
          </a:xfrm>
          <a:prstGeom prst="rect">
            <a:avLst/>
          </a:prstGeom>
        </p:spPr>
        <p:txBody>
          <a:bodyPr vert="horz" wrap="square" lIns="0" tIns="0" rIns="0" bIns="0" rtlCol="0" anchor="ctr" anchorCtr="0">
            <a:noAutofit/>
          </a:bodyPr>
          <a:lstStyle>
            <a:defPPr>
              <a:defRPr lang="nl-NL"/>
            </a:defPPr>
            <a:lvl1pPr marL="0" algn="l" defTabSz="914400" rtl="0" eaLnBrk="1" latinLnBrk="0" hangingPunct="1">
              <a:defRPr sz="1000" b="0" kern="1200">
                <a:solidFill>
                  <a:schemeClr val="tx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nl-NL" dirty="0"/>
              <a:t>Edwin Spee</a:t>
            </a:r>
          </a:p>
          <a:p>
            <a:r>
              <a:rPr lang="nl-NL" dirty="0"/>
              <a:t>Rob Brinkman</a:t>
            </a:r>
          </a:p>
          <a:p>
            <a:r>
              <a:rPr lang="nl-NL" dirty="0"/>
              <a:t>Karolina Wojciechowska</a:t>
            </a:r>
          </a:p>
        </p:txBody>
      </p:sp>
    </p:spTree>
    <p:extLst>
      <p:ext uri="{BB962C8B-B14F-4D97-AF65-F5344CB8AC3E}">
        <p14:creationId xmlns:p14="http://schemas.microsoft.com/office/powerpoint/2010/main" val="18483101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F9412A-07C7-DE29-F08F-84DC8AA070F4}"/>
              </a:ext>
            </a:extLst>
          </p:cNvPr>
          <p:cNvSpPr>
            <a:spLocks noGrp="1"/>
          </p:cNvSpPr>
          <p:nvPr>
            <p:ph type="title"/>
          </p:nvPr>
        </p:nvSpPr>
        <p:spPr/>
        <p:txBody>
          <a:bodyPr/>
          <a:lstStyle/>
          <a:p>
            <a:r>
              <a:rPr lang="en-GB" dirty="0"/>
              <a:t>Overview</a:t>
            </a:r>
            <a:endParaRPr lang="nl-NL" dirty="0"/>
          </a:p>
        </p:txBody>
      </p:sp>
      <p:sp>
        <p:nvSpPr>
          <p:cNvPr id="3" name="Content Placeholder 2">
            <a:extLst>
              <a:ext uri="{FF2B5EF4-FFF2-40B4-BE49-F238E27FC236}">
                <a16:creationId xmlns:a16="http://schemas.microsoft.com/office/drawing/2014/main" id="{8B1D33DE-AEEB-6AC7-BC22-1D3D8F4DDB27}"/>
              </a:ext>
            </a:extLst>
          </p:cNvPr>
          <p:cNvSpPr>
            <a:spLocks noGrp="1"/>
          </p:cNvSpPr>
          <p:nvPr>
            <p:ph idx="1"/>
          </p:nvPr>
        </p:nvSpPr>
        <p:spPr/>
        <p:txBody>
          <a:bodyPr/>
          <a:lstStyle/>
          <a:p>
            <a:r>
              <a:rPr lang="nl-NL" dirty="0"/>
              <a:t>Probabilistische bibliotheek en </a:t>
            </a:r>
            <a:r>
              <a:rPr lang="nl-NL" dirty="0" err="1"/>
              <a:t>Kratos</a:t>
            </a:r>
            <a:endParaRPr lang="nl-NL" dirty="0"/>
          </a:p>
          <a:p>
            <a:endParaRPr lang="nl-NL" dirty="0"/>
          </a:p>
          <a:p>
            <a:r>
              <a:rPr lang="nl-NL" dirty="0"/>
              <a:t>Damwand model</a:t>
            </a:r>
          </a:p>
          <a:p>
            <a:endParaRPr lang="nl-NL" dirty="0"/>
          </a:p>
          <a:p>
            <a:r>
              <a:rPr lang="nl-NL" dirty="0"/>
              <a:t>Probabilistische berekeningen met </a:t>
            </a:r>
            <a:r>
              <a:rPr lang="nl-NL" dirty="0" err="1"/>
              <a:t>Kratos</a:t>
            </a:r>
            <a:r>
              <a:rPr lang="nl-NL" dirty="0"/>
              <a:t>:</a:t>
            </a:r>
          </a:p>
          <a:p>
            <a:pPr lvl="1"/>
            <a:r>
              <a:rPr lang="nl-NL" dirty="0"/>
              <a:t>Input en output parameters</a:t>
            </a:r>
          </a:p>
          <a:p>
            <a:pPr lvl="1"/>
            <a:r>
              <a:rPr lang="nl-NL" dirty="0"/>
              <a:t>Onzekerheidsanalyse</a:t>
            </a:r>
          </a:p>
          <a:p>
            <a:pPr lvl="1"/>
            <a:r>
              <a:rPr lang="nl-NL" dirty="0"/>
              <a:t>Betrouwbaarheidsanalyse</a:t>
            </a:r>
          </a:p>
          <a:p>
            <a:pPr lvl="1"/>
            <a:r>
              <a:rPr lang="nl-NL" dirty="0"/>
              <a:t>Bewezen sterkte</a:t>
            </a:r>
          </a:p>
          <a:p>
            <a:pPr lvl="1"/>
            <a:endParaRPr lang="nl-NL" dirty="0"/>
          </a:p>
          <a:p>
            <a:endParaRPr lang="nl-NL" dirty="0"/>
          </a:p>
          <a:p>
            <a:endParaRPr lang="nl-NL" dirty="0"/>
          </a:p>
          <a:p>
            <a:endParaRPr lang="nl-NL" dirty="0"/>
          </a:p>
          <a:p>
            <a:pPr lvl="1"/>
            <a:endParaRPr lang="nl-NL" dirty="0"/>
          </a:p>
        </p:txBody>
      </p:sp>
      <p:sp>
        <p:nvSpPr>
          <p:cNvPr id="4" name="Date Placeholder 3">
            <a:extLst>
              <a:ext uri="{FF2B5EF4-FFF2-40B4-BE49-F238E27FC236}">
                <a16:creationId xmlns:a16="http://schemas.microsoft.com/office/drawing/2014/main" id="{9C510F70-4ED8-586E-F24E-36E305D537E1}"/>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D8C8333A-629D-A3D8-C6E0-320EB9299240}"/>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2FA51C3C-6E3A-C89A-2793-7B0B71505CF4}"/>
              </a:ext>
            </a:extLst>
          </p:cNvPr>
          <p:cNvSpPr>
            <a:spLocks noGrp="1"/>
          </p:cNvSpPr>
          <p:nvPr>
            <p:ph type="sldNum" sz="quarter" idx="12"/>
          </p:nvPr>
        </p:nvSpPr>
        <p:spPr/>
        <p:txBody>
          <a:bodyPr/>
          <a:lstStyle/>
          <a:p>
            <a:fld id="{F42B3F14-D836-496B-80A2-23BE75BD68CB}" type="slidenum">
              <a:rPr lang="nl-NL" smtClean="0"/>
              <a:t>2</a:t>
            </a:fld>
            <a:endParaRPr lang="nl-NL"/>
          </a:p>
        </p:txBody>
      </p:sp>
    </p:spTree>
    <p:extLst>
      <p:ext uri="{BB962C8B-B14F-4D97-AF65-F5344CB8AC3E}">
        <p14:creationId xmlns:p14="http://schemas.microsoft.com/office/powerpoint/2010/main" val="34773348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824E9B-380F-E960-7A37-7494FF954908}"/>
              </a:ext>
            </a:extLst>
          </p:cNvPr>
          <p:cNvSpPr>
            <a:spLocks noGrp="1"/>
          </p:cNvSpPr>
          <p:nvPr>
            <p:ph type="title"/>
          </p:nvPr>
        </p:nvSpPr>
        <p:spPr/>
        <p:txBody>
          <a:bodyPr/>
          <a:lstStyle/>
          <a:p>
            <a:r>
              <a:rPr lang="nl-NL" dirty="0"/>
              <a:t>Probabilistische bibliotheek</a:t>
            </a:r>
          </a:p>
        </p:txBody>
      </p:sp>
      <p:sp>
        <p:nvSpPr>
          <p:cNvPr id="3" name="Content Placeholder 2">
            <a:extLst>
              <a:ext uri="{FF2B5EF4-FFF2-40B4-BE49-F238E27FC236}">
                <a16:creationId xmlns:a16="http://schemas.microsoft.com/office/drawing/2014/main" id="{F5486151-B450-AFC7-44A9-21DD82DC6AD0}"/>
              </a:ext>
            </a:extLst>
          </p:cNvPr>
          <p:cNvSpPr>
            <a:spLocks noGrp="1"/>
          </p:cNvSpPr>
          <p:nvPr>
            <p:ph idx="1"/>
          </p:nvPr>
        </p:nvSpPr>
        <p:spPr/>
        <p:txBody>
          <a:bodyPr/>
          <a:lstStyle/>
          <a:p>
            <a:r>
              <a:rPr lang="nl-NL" dirty="0"/>
              <a:t>Eén bibliotheek voor alle toepassingen met probabilistische functionaliteit: leidt tot identieke resultaten, toepassingen binnen</a:t>
            </a:r>
          </a:p>
          <a:p>
            <a:pPr lvl="1"/>
            <a:r>
              <a:rPr lang="nl-NL" dirty="0"/>
              <a:t>Veiligheidsbeoordeling van primaire waterkeringen in Nederland</a:t>
            </a:r>
          </a:p>
          <a:p>
            <a:pPr lvl="1"/>
            <a:r>
              <a:rPr lang="nl-NL" dirty="0"/>
              <a:t>Geotechnische applicaties</a:t>
            </a:r>
          </a:p>
          <a:p>
            <a:pPr lvl="1"/>
            <a:r>
              <a:rPr lang="nl-NL" dirty="0"/>
              <a:t>Probabilistic Toolkit </a:t>
            </a:r>
          </a:p>
          <a:p>
            <a:endParaRPr lang="nl-NL" dirty="0"/>
          </a:p>
          <a:p>
            <a:r>
              <a:rPr lang="nl-NL" dirty="0"/>
              <a:t>Efficiënte ontwikkeling, eenduidige validatie</a:t>
            </a:r>
          </a:p>
          <a:p>
            <a:endParaRPr lang="nl-NL" dirty="0"/>
          </a:p>
          <a:p>
            <a:r>
              <a:rPr lang="nl-NL" dirty="0"/>
              <a:t>Functionaliteit: verdelingsfuncties, correlaties, betrouwbaarheidsanalyse, onzekerheidsanalyse, gevoeligheidsanalyse, aansluiten van modellen.</a:t>
            </a:r>
          </a:p>
          <a:p>
            <a:endParaRPr lang="nl-NL" dirty="0"/>
          </a:p>
          <a:p>
            <a:r>
              <a:rPr lang="nl-NL" dirty="0"/>
              <a:t>Een Python-</a:t>
            </a:r>
            <a:r>
              <a:rPr lang="nl-NL" dirty="0" err="1"/>
              <a:t>wrapper</a:t>
            </a:r>
            <a:r>
              <a:rPr lang="nl-NL" dirty="0"/>
              <a:t> en een .Net-</a:t>
            </a:r>
            <a:r>
              <a:rPr lang="nl-NL" dirty="0" err="1"/>
              <a:t>wrapper</a:t>
            </a:r>
            <a:r>
              <a:rPr lang="nl-NL" dirty="0"/>
              <a:t> zijn beschikbaar.</a:t>
            </a:r>
          </a:p>
          <a:p>
            <a:endParaRPr lang="nl-NL" dirty="0"/>
          </a:p>
          <a:p>
            <a:pPr marL="324000" lvl="1" indent="0">
              <a:buNone/>
            </a:pPr>
            <a:endParaRPr lang="nl-NL" dirty="0"/>
          </a:p>
          <a:p>
            <a:pPr lvl="1"/>
            <a:endParaRPr lang="nl-NL" dirty="0"/>
          </a:p>
        </p:txBody>
      </p:sp>
      <p:sp>
        <p:nvSpPr>
          <p:cNvPr id="4" name="Date Placeholder 3">
            <a:extLst>
              <a:ext uri="{FF2B5EF4-FFF2-40B4-BE49-F238E27FC236}">
                <a16:creationId xmlns:a16="http://schemas.microsoft.com/office/drawing/2014/main" id="{5932B4DC-3C54-B463-08B6-29C1E0C3557C}"/>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DDFA4E4C-E5F6-4895-268E-3E02BFBFD7D6}"/>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E2028401-8A89-C6F8-2F68-AFA0670B2B2A}"/>
              </a:ext>
            </a:extLst>
          </p:cNvPr>
          <p:cNvSpPr>
            <a:spLocks noGrp="1"/>
          </p:cNvSpPr>
          <p:nvPr>
            <p:ph type="sldNum" sz="quarter" idx="12"/>
          </p:nvPr>
        </p:nvSpPr>
        <p:spPr/>
        <p:txBody>
          <a:bodyPr/>
          <a:lstStyle/>
          <a:p>
            <a:fld id="{F42B3F14-D836-496B-80A2-23BE75BD68CB}" type="slidenum">
              <a:rPr lang="nl-NL" smtClean="0"/>
              <a:t>3</a:t>
            </a:fld>
            <a:endParaRPr lang="nl-NL"/>
          </a:p>
        </p:txBody>
      </p:sp>
    </p:spTree>
    <p:extLst>
      <p:ext uri="{BB962C8B-B14F-4D97-AF65-F5344CB8AC3E}">
        <p14:creationId xmlns:p14="http://schemas.microsoft.com/office/powerpoint/2010/main" val="32931503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BA5556-8B82-854A-6735-961BAF02D1EF}"/>
              </a:ext>
            </a:extLst>
          </p:cNvPr>
          <p:cNvSpPr>
            <a:spLocks noGrp="1"/>
          </p:cNvSpPr>
          <p:nvPr>
            <p:ph type="title"/>
          </p:nvPr>
        </p:nvSpPr>
        <p:spPr/>
        <p:txBody>
          <a:bodyPr/>
          <a:lstStyle/>
          <a:p>
            <a:r>
              <a:rPr lang="nl-NL" dirty="0" err="1"/>
              <a:t>Kratos</a:t>
            </a:r>
            <a:endParaRPr lang="nl-NL" dirty="0"/>
          </a:p>
        </p:txBody>
      </p:sp>
      <p:sp>
        <p:nvSpPr>
          <p:cNvPr id="3" name="Content Placeholder 2">
            <a:extLst>
              <a:ext uri="{FF2B5EF4-FFF2-40B4-BE49-F238E27FC236}">
                <a16:creationId xmlns:a16="http://schemas.microsoft.com/office/drawing/2014/main" id="{59DD78A6-70BD-9A5E-CE21-FDC3B1BF191A}"/>
              </a:ext>
            </a:extLst>
          </p:cNvPr>
          <p:cNvSpPr>
            <a:spLocks noGrp="1"/>
          </p:cNvSpPr>
          <p:nvPr>
            <p:ph idx="1"/>
          </p:nvPr>
        </p:nvSpPr>
        <p:spPr/>
        <p:txBody>
          <a:bodyPr/>
          <a:lstStyle/>
          <a:p>
            <a:r>
              <a:rPr lang="nl-NL" dirty="0" err="1"/>
              <a:t>Kratos</a:t>
            </a:r>
            <a:r>
              <a:rPr lang="nl-NL" dirty="0"/>
              <a:t> is een open-source </a:t>
            </a:r>
            <a:r>
              <a:rPr lang="nl-NL" dirty="0" err="1"/>
              <a:t>framework</a:t>
            </a:r>
            <a:r>
              <a:rPr lang="nl-NL" dirty="0"/>
              <a:t> voor de implementatie van numerieke methoden voor het oplossen van technische vraagstukken.</a:t>
            </a:r>
          </a:p>
          <a:p>
            <a:endParaRPr lang="nl-NL" dirty="0"/>
          </a:p>
          <a:p>
            <a:r>
              <a:rPr lang="nl-NL" dirty="0" err="1"/>
              <a:t>Kratos</a:t>
            </a:r>
            <a:r>
              <a:rPr lang="nl-NL" dirty="0"/>
              <a:t> maakt gebruik van een "</a:t>
            </a:r>
            <a:r>
              <a:rPr lang="nl-NL" dirty="0" err="1"/>
              <a:t>core</a:t>
            </a:r>
            <a:r>
              <a:rPr lang="nl-NL" dirty="0"/>
              <a:t> </a:t>
            </a:r>
            <a:r>
              <a:rPr lang="nl-NL" dirty="0" err="1"/>
              <a:t>and</a:t>
            </a:r>
            <a:r>
              <a:rPr lang="nl-NL" dirty="0"/>
              <a:t> </a:t>
            </a:r>
            <a:r>
              <a:rPr lang="nl-NL" dirty="0" err="1"/>
              <a:t>applications</a:t>
            </a:r>
            <a:r>
              <a:rPr lang="nl-NL" dirty="0"/>
              <a:t>"-benadering, waarbij "standaardtools" (databases, lineaire algebra, zoekstructuren, etc.) deel uitmaken van de kern en beschikbaar zijn als bouwstenen bij de ontwikkeling van "applicaties" die zich richten op het oplossen van specifieke vraagstukken.</a:t>
            </a:r>
          </a:p>
          <a:p>
            <a:endParaRPr lang="nl-NL" dirty="0"/>
          </a:p>
          <a:p>
            <a:r>
              <a:rPr lang="nl-NL" dirty="0"/>
              <a:t>Bij Deltares hebben we met succes meerdere numerieke geotechnische </a:t>
            </a:r>
            <a:r>
              <a:rPr lang="nl-NL" dirty="0" err="1"/>
              <a:t>kernels</a:t>
            </a:r>
            <a:r>
              <a:rPr lang="nl-NL" dirty="0"/>
              <a:t> geïmplementeerd met behulp van dit eindige-</a:t>
            </a:r>
            <a:r>
              <a:rPr lang="nl-NL" dirty="0" err="1"/>
              <a:t>elementenframework</a:t>
            </a:r>
            <a:r>
              <a:rPr lang="nl-NL" dirty="0"/>
              <a:t>, wat onder meer heeft geresulteerd in de Geo-</a:t>
            </a:r>
            <a:r>
              <a:rPr lang="nl-NL" dirty="0" err="1"/>
              <a:t>Mechanics</a:t>
            </a:r>
            <a:r>
              <a:rPr lang="nl-NL" dirty="0"/>
              <a:t> Application.</a:t>
            </a:r>
          </a:p>
          <a:p>
            <a:endParaRPr lang="nl-NL" u="sng" dirty="0"/>
          </a:p>
        </p:txBody>
      </p:sp>
      <p:sp>
        <p:nvSpPr>
          <p:cNvPr id="4" name="Date Placeholder 3">
            <a:extLst>
              <a:ext uri="{FF2B5EF4-FFF2-40B4-BE49-F238E27FC236}">
                <a16:creationId xmlns:a16="http://schemas.microsoft.com/office/drawing/2014/main" id="{AAF0477A-4E7B-E8FC-DE20-AB2F6FADF767}"/>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7BBBC800-7C66-6B95-F40F-011372CA4D94}"/>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04B0E5CE-86F3-C214-425C-A9F36E489BD9}"/>
              </a:ext>
            </a:extLst>
          </p:cNvPr>
          <p:cNvSpPr>
            <a:spLocks noGrp="1"/>
          </p:cNvSpPr>
          <p:nvPr>
            <p:ph type="sldNum" sz="quarter" idx="12"/>
          </p:nvPr>
        </p:nvSpPr>
        <p:spPr/>
        <p:txBody>
          <a:bodyPr/>
          <a:lstStyle/>
          <a:p>
            <a:fld id="{F42B3F14-D836-496B-80A2-23BE75BD68CB}" type="slidenum">
              <a:rPr lang="nl-NL" smtClean="0"/>
              <a:t>4</a:t>
            </a:fld>
            <a:endParaRPr lang="nl-NL"/>
          </a:p>
        </p:txBody>
      </p:sp>
    </p:spTree>
    <p:extLst>
      <p:ext uri="{BB962C8B-B14F-4D97-AF65-F5344CB8AC3E}">
        <p14:creationId xmlns:p14="http://schemas.microsoft.com/office/powerpoint/2010/main" val="11537334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827B1-BC50-319C-A2ED-D10FBA40636E}"/>
              </a:ext>
            </a:extLst>
          </p:cNvPr>
          <p:cNvSpPr>
            <a:spLocks noGrp="1"/>
          </p:cNvSpPr>
          <p:nvPr>
            <p:ph type="title"/>
          </p:nvPr>
        </p:nvSpPr>
        <p:spPr/>
        <p:txBody>
          <a:bodyPr/>
          <a:lstStyle/>
          <a:p>
            <a:r>
              <a:rPr lang="nl-NL" dirty="0"/>
              <a:t>Damwand model</a:t>
            </a:r>
          </a:p>
        </p:txBody>
      </p:sp>
      <p:sp>
        <p:nvSpPr>
          <p:cNvPr id="3" name="Content Placeholder 2">
            <a:extLst>
              <a:ext uri="{FF2B5EF4-FFF2-40B4-BE49-F238E27FC236}">
                <a16:creationId xmlns:a16="http://schemas.microsoft.com/office/drawing/2014/main" id="{6A4A867E-2172-264B-AB1E-25A5C11B85EF}"/>
              </a:ext>
            </a:extLst>
          </p:cNvPr>
          <p:cNvSpPr>
            <a:spLocks noGrp="1"/>
          </p:cNvSpPr>
          <p:nvPr>
            <p:ph idx="1"/>
          </p:nvPr>
        </p:nvSpPr>
        <p:spPr>
          <a:xfrm>
            <a:off x="755651" y="1768763"/>
            <a:ext cx="4839392" cy="4320000"/>
          </a:xfrm>
        </p:spPr>
        <p:txBody>
          <a:bodyPr/>
          <a:lstStyle/>
          <a:p>
            <a:r>
              <a:rPr lang="nl-NL" b="1" dirty="0"/>
              <a:t>Fase 0:</a:t>
            </a:r>
            <a:r>
              <a:rPr lang="nl-NL" dirty="0"/>
              <a:t> beginsituatie</a:t>
            </a:r>
          </a:p>
          <a:p>
            <a:r>
              <a:rPr lang="nl-NL" b="1" dirty="0"/>
              <a:t>Fase 1:</a:t>
            </a:r>
            <a:r>
              <a:rPr lang="nl-NL" dirty="0"/>
              <a:t> damwand</a:t>
            </a:r>
          </a:p>
          <a:p>
            <a:r>
              <a:rPr lang="nl-NL" b="1" dirty="0"/>
              <a:t>Fase 2:</a:t>
            </a:r>
            <a:r>
              <a:rPr lang="nl-NL" dirty="0"/>
              <a:t> ontgraving</a:t>
            </a:r>
          </a:p>
          <a:p>
            <a:r>
              <a:rPr lang="nl-NL" b="1" dirty="0"/>
              <a:t>Fase 3:</a:t>
            </a:r>
            <a:r>
              <a:rPr lang="nl-NL" dirty="0"/>
              <a:t> met anker</a:t>
            </a:r>
          </a:p>
          <a:p>
            <a:endParaRPr lang="nl-NL" dirty="0"/>
          </a:p>
          <a:p>
            <a:endParaRPr lang="nl-NL" dirty="0"/>
          </a:p>
          <a:p>
            <a:endParaRPr lang="nl-NL" dirty="0"/>
          </a:p>
          <a:p>
            <a:r>
              <a:rPr lang="nl-NL" dirty="0"/>
              <a:t>Het model is geïmplementeerd in het </a:t>
            </a:r>
            <a:r>
              <a:rPr lang="nl-NL" dirty="0" err="1"/>
              <a:t>Kratos</a:t>
            </a:r>
            <a:r>
              <a:rPr lang="nl-NL" dirty="0"/>
              <a:t> </a:t>
            </a:r>
            <a:r>
              <a:rPr lang="nl-NL" dirty="0" err="1"/>
              <a:t>framework</a:t>
            </a:r>
            <a:r>
              <a:rPr lang="nl-NL" dirty="0"/>
              <a:t> (lineair).</a:t>
            </a:r>
          </a:p>
          <a:p>
            <a:r>
              <a:rPr lang="nl-NL" dirty="0"/>
              <a:t>Op basis van de invoer kunnen we de totale verplaatsing in x-richting (maaiveld) en het maximale buigmoment berekenen.</a:t>
            </a:r>
          </a:p>
          <a:p>
            <a:endParaRPr lang="en-GB" dirty="0"/>
          </a:p>
        </p:txBody>
      </p:sp>
      <p:sp>
        <p:nvSpPr>
          <p:cNvPr id="4" name="Date Placeholder 3">
            <a:extLst>
              <a:ext uri="{FF2B5EF4-FFF2-40B4-BE49-F238E27FC236}">
                <a16:creationId xmlns:a16="http://schemas.microsoft.com/office/drawing/2014/main" id="{F229A070-1596-90C9-4A31-BD0B86A49D1A}"/>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5B47841D-0DFA-84DC-D00A-BDAA5184A326}"/>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47F14510-4E34-DB8C-F493-D9EF228011D5}"/>
              </a:ext>
            </a:extLst>
          </p:cNvPr>
          <p:cNvSpPr>
            <a:spLocks noGrp="1"/>
          </p:cNvSpPr>
          <p:nvPr>
            <p:ph type="sldNum" sz="quarter" idx="12"/>
          </p:nvPr>
        </p:nvSpPr>
        <p:spPr/>
        <p:txBody>
          <a:bodyPr/>
          <a:lstStyle/>
          <a:p>
            <a:fld id="{F42B3F14-D836-496B-80A2-23BE75BD68CB}" type="slidenum">
              <a:rPr lang="nl-NL" smtClean="0"/>
              <a:t>5</a:t>
            </a:fld>
            <a:endParaRPr lang="nl-NL"/>
          </a:p>
        </p:txBody>
      </p:sp>
      <p:pic>
        <p:nvPicPr>
          <p:cNvPr id="7" name="Picture 6">
            <a:extLst>
              <a:ext uri="{FF2B5EF4-FFF2-40B4-BE49-F238E27FC236}">
                <a16:creationId xmlns:a16="http://schemas.microsoft.com/office/drawing/2014/main" id="{D668C83B-4451-518F-0C67-0515017825AE}"/>
              </a:ext>
            </a:extLst>
          </p:cNvPr>
          <p:cNvPicPr>
            <a:picLocks noChangeAspect="1"/>
          </p:cNvPicPr>
          <p:nvPr/>
        </p:nvPicPr>
        <p:blipFill>
          <a:blip r:embed="rId2"/>
          <a:stretch>
            <a:fillRect/>
          </a:stretch>
        </p:blipFill>
        <p:spPr>
          <a:xfrm>
            <a:off x="6935869" y="1477695"/>
            <a:ext cx="3612677" cy="3601079"/>
          </a:xfrm>
          <a:prstGeom prst="rect">
            <a:avLst/>
          </a:prstGeom>
        </p:spPr>
      </p:pic>
      <p:sp>
        <p:nvSpPr>
          <p:cNvPr id="8" name="TextBox 7">
            <a:extLst>
              <a:ext uri="{FF2B5EF4-FFF2-40B4-BE49-F238E27FC236}">
                <a16:creationId xmlns:a16="http://schemas.microsoft.com/office/drawing/2014/main" id="{167D6ED5-3B34-3BB4-2950-0D400B0B4390}"/>
              </a:ext>
            </a:extLst>
          </p:cNvPr>
          <p:cNvSpPr txBox="1"/>
          <p:nvPr/>
        </p:nvSpPr>
        <p:spPr>
          <a:xfrm>
            <a:off x="8394374" y="4503606"/>
            <a:ext cx="723275" cy="369332"/>
          </a:xfrm>
          <a:prstGeom prst="rect">
            <a:avLst/>
          </a:prstGeom>
          <a:noFill/>
        </p:spPr>
        <p:txBody>
          <a:bodyPr wrap="none" rtlCol="0">
            <a:spAutoFit/>
          </a:bodyPr>
          <a:lstStyle/>
          <a:p>
            <a:r>
              <a:rPr lang="nl-NL" dirty="0"/>
              <a:t>Sand</a:t>
            </a:r>
          </a:p>
        </p:txBody>
      </p:sp>
      <p:sp>
        <p:nvSpPr>
          <p:cNvPr id="15" name="TextBox 14">
            <a:extLst>
              <a:ext uri="{FF2B5EF4-FFF2-40B4-BE49-F238E27FC236}">
                <a16:creationId xmlns:a16="http://schemas.microsoft.com/office/drawing/2014/main" id="{D056BFDE-F3F2-670E-8383-2470BC7DA4E2}"/>
              </a:ext>
            </a:extLst>
          </p:cNvPr>
          <p:cNvSpPr txBox="1"/>
          <p:nvPr/>
        </p:nvSpPr>
        <p:spPr>
          <a:xfrm>
            <a:off x="7451598" y="3634047"/>
            <a:ext cx="723275" cy="369332"/>
          </a:xfrm>
          <a:prstGeom prst="rect">
            <a:avLst/>
          </a:prstGeom>
          <a:noFill/>
        </p:spPr>
        <p:txBody>
          <a:bodyPr wrap="none" rtlCol="0">
            <a:spAutoFit/>
          </a:bodyPr>
          <a:lstStyle/>
          <a:p>
            <a:r>
              <a:rPr lang="nl-NL" dirty="0"/>
              <a:t>Sand</a:t>
            </a:r>
          </a:p>
        </p:txBody>
      </p:sp>
      <p:sp>
        <p:nvSpPr>
          <p:cNvPr id="16" name="TextBox 15">
            <a:extLst>
              <a:ext uri="{FF2B5EF4-FFF2-40B4-BE49-F238E27FC236}">
                <a16:creationId xmlns:a16="http://schemas.microsoft.com/office/drawing/2014/main" id="{DC220A98-D85C-C1D1-10F2-07FB97BA0B76}"/>
              </a:ext>
            </a:extLst>
          </p:cNvPr>
          <p:cNvSpPr txBox="1"/>
          <p:nvPr/>
        </p:nvSpPr>
        <p:spPr>
          <a:xfrm>
            <a:off x="9237219" y="3634047"/>
            <a:ext cx="723275" cy="369332"/>
          </a:xfrm>
          <a:prstGeom prst="rect">
            <a:avLst/>
          </a:prstGeom>
          <a:noFill/>
        </p:spPr>
        <p:txBody>
          <a:bodyPr wrap="none" rtlCol="0">
            <a:spAutoFit/>
          </a:bodyPr>
          <a:lstStyle/>
          <a:p>
            <a:r>
              <a:rPr lang="nl-NL" dirty="0"/>
              <a:t>Sand</a:t>
            </a:r>
          </a:p>
        </p:txBody>
      </p:sp>
      <p:sp>
        <p:nvSpPr>
          <p:cNvPr id="17" name="TextBox 16">
            <a:extLst>
              <a:ext uri="{FF2B5EF4-FFF2-40B4-BE49-F238E27FC236}">
                <a16:creationId xmlns:a16="http://schemas.microsoft.com/office/drawing/2014/main" id="{BD5300F6-9665-C608-7E3B-8D2640EB6656}"/>
              </a:ext>
            </a:extLst>
          </p:cNvPr>
          <p:cNvSpPr txBox="1"/>
          <p:nvPr/>
        </p:nvSpPr>
        <p:spPr>
          <a:xfrm>
            <a:off x="7469704" y="2789233"/>
            <a:ext cx="646331" cy="369332"/>
          </a:xfrm>
          <a:prstGeom prst="rect">
            <a:avLst/>
          </a:prstGeom>
          <a:noFill/>
        </p:spPr>
        <p:txBody>
          <a:bodyPr wrap="none" rtlCol="0">
            <a:spAutoFit/>
          </a:bodyPr>
          <a:lstStyle/>
          <a:p>
            <a:r>
              <a:rPr lang="nl-NL" dirty="0" err="1"/>
              <a:t>Clay</a:t>
            </a:r>
            <a:endParaRPr lang="nl-NL" dirty="0"/>
          </a:p>
        </p:txBody>
      </p:sp>
      <p:sp>
        <p:nvSpPr>
          <p:cNvPr id="18" name="TextBox 17">
            <a:extLst>
              <a:ext uri="{FF2B5EF4-FFF2-40B4-BE49-F238E27FC236}">
                <a16:creationId xmlns:a16="http://schemas.microsoft.com/office/drawing/2014/main" id="{B5CD8B97-4646-FAE0-A604-5E3612D261AB}"/>
              </a:ext>
            </a:extLst>
          </p:cNvPr>
          <p:cNvSpPr txBox="1"/>
          <p:nvPr/>
        </p:nvSpPr>
        <p:spPr>
          <a:xfrm>
            <a:off x="9228166" y="2767470"/>
            <a:ext cx="646331" cy="369332"/>
          </a:xfrm>
          <a:prstGeom prst="rect">
            <a:avLst/>
          </a:prstGeom>
          <a:noFill/>
        </p:spPr>
        <p:txBody>
          <a:bodyPr wrap="none" rtlCol="0">
            <a:spAutoFit/>
          </a:bodyPr>
          <a:lstStyle/>
          <a:p>
            <a:r>
              <a:rPr lang="nl-NL" dirty="0" err="1"/>
              <a:t>Clay</a:t>
            </a:r>
            <a:endParaRPr lang="nl-NL" dirty="0"/>
          </a:p>
        </p:txBody>
      </p:sp>
      <p:sp>
        <p:nvSpPr>
          <p:cNvPr id="19" name="TextBox 18">
            <a:extLst>
              <a:ext uri="{FF2B5EF4-FFF2-40B4-BE49-F238E27FC236}">
                <a16:creationId xmlns:a16="http://schemas.microsoft.com/office/drawing/2014/main" id="{6AA7D34C-AA0C-FC08-7F21-074245C8CC8A}"/>
              </a:ext>
            </a:extLst>
          </p:cNvPr>
          <p:cNvSpPr txBox="1"/>
          <p:nvPr/>
        </p:nvSpPr>
        <p:spPr>
          <a:xfrm>
            <a:off x="9237219" y="2107070"/>
            <a:ext cx="646331" cy="369332"/>
          </a:xfrm>
          <a:prstGeom prst="rect">
            <a:avLst/>
          </a:prstGeom>
          <a:noFill/>
        </p:spPr>
        <p:txBody>
          <a:bodyPr wrap="none" rtlCol="0">
            <a:spAutoFit/>
          </a:bodyPr>
          <a:lstStyle/>
          <a:p>
            <a:r>
              <a:rPr lang="nl-NL" dirty="0" err="1"/>
              <a:t>Clay</a:t>
            </a:r>
            <a:endParaRPr lang="nl-NL" dirty="0"/>
          </a:p>
        </p:txBody>
      </p:sp>
    </p:spTree>
    <p:extLst>
      <p:ext uri="{BB962C8B-B14F-4D97-AF65-F5344CB8AC3E}">
        <p14:creationId xmlns:p14="http://schemas.microsoft.com/office/powerpoint/2010/main" val="2974633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535FF4-E2A9-45F5-4AA0-3D99AB633548}"/>
              </a:ext>
            </a:extLst>
          </p:cNvPr>
          <p:cNvSpPr>
            <a:spLocks noGrp="1"/>
          </p:cNvSpPr>
          <p:nvPr>
            <p:ph type="title"/>
          </p:nvPr>
        </p:nvSpPr>
        <p:spPr/>
        <p:txBody>
          <a:bodyPr/>
          <a:lstStyle/>
          <a:p>
            <a:r>
              <a:rPr lang="nl-NL" dirty="0"/>
              <a:t>Damwand model</a:t>
            </a:r>
          </a:p>
        </p:txBody>
      </p:sp>
      <p:sp>
        <p:nvSpPr>
          <p:cNvPr id="3" name="Content Placeholder 2">
            <a:extLst>
              <a:ext uri="{FF2B5EF4-FFF2-40B4-BE49-F238E27FC236}">
                <a16:creationId xmlns:a16="http://schemas.microsoft.com/office/drawing/2014/main" id="{FB9245CF-EBCE-034A-82A1-09EB18B6CA7E}"/>
              </a:ext>
            </a:extLst>
          </p:cNvPr>
          <p:cNvSpPr>
            <a:spLocks noGrp="1"/>
          </p:cNvSpPr>
          <p:nvPr>
            <p:ph idx="1"/>
          </p:nvPr>
        </p:nvSpPr>
        <p:spPr/>
        <p:txBody>
          <a:bodyPr/>
          <a:lstStyle/>
          <a:p>
            <a:r>
              <a:rPr lang="nl-NL" dirty="0"/>
              <a:t>Python-</a:t>
            </a:r>
            <a:r>
              <a:rPr lang="nl-NL" dirty="0" err="1"/>
              <a:t>wrapper</a:t>
            </a:r>
            <a:r>
              <a:rPr lang="nl-NL" dirty="0"/>
              <a:t> rondom </a:t>
            </a:r>
            <a:r>
              <a:rPr lang="nl-NL" dirty="0" err="1"/>
              <a:t>Kratos</a:t>
            </a:r>
            <a:r>
              <a:rPr lang="nl-NL" dirty="0"/>
              <a:t> en Python-</a:t>
            </a:r>
            <a:r>
              <a:rPr lang="nl-NL" dirty="0" err="1"/>
              <a:t>wrapper</a:t>
            </a:r>
            <a:r>
              <a:rPr lang="nl-NL" dirty="0"/>
              <a:t> van de probabilistische bibliotheek.</a:t>
            </a:r>
          </a:p>
          <a:p>
            <a:pPr marL="0" indent="0">
              <a:buNone/>
            </a:pPr>
            <a:endParaRPr lang="nl-NL" dirty="0"/>
          </a:p>
        </p:txBody>
      </p:sp>
      <p:sp>
        <p:nvSpPr>
          <p:cNvPr id="4" name="Date Placeholder 3">
            <a:extLst>
              <a:ext uri="{FF2B5EF4-FFF2-40B4-BE49-F238E27FC236}">
                <a16:creationId xmlns:a16="http://schemas.microsoft.com/office/drawing/2014/main" id="{AAAD5C85-9BC9-2E0E-23AC-74AB2B453C37}"/>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EC029BB4-1189-E4FF-9AA0-8BE1CA7F0608}"/>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198C0646-7087-8CAD-6374-8BC5ED1D1AED}"/>
              </a:ext>
            </a:extLst>
          </p:cNvPr>
          <p:cNvSpPr>
            <a:spLocks noGrp="1"/>
          </p:cNvSpPr>
          <p:nvPr>
            <p:ph type="sldNum" sz="quarter" idx="12"/>
          </p:nvPr>
        </p:nvSpPr>
        <p:spPr/>
        <p:txBody>
          <a:bodyPr/>
          <a:lstStyle/>
          <a:p>
            <a:fld id="{F42B3F14-D836-496B-80A2-23BE75BD68CB}" type="slidenum">
              <a:rPr lang="nl-NL" smtClean="0"/>
              <a:t>6</a:t>
            </a:fld>
            <a:endParaRPr lang="nl-NL"/>
          </a:p>
        </p:txBody>
      </p:sp>
      <p:sp>
        <p:nvSpPr>
          <p:cNvPr id="7" name="Rectangle 6">
            <a:extLst>
              <a:ext uri="{FF2B5EF4-FFF2-40B4-BE49-F238E27FC236}">
                <a16:creationId xmlns:a16="http://schemas.microsoft.com/office/drawing/2014/main" id="{5F73EDE8-7A77-ED79-AE90-4D164D8D9E16}"/>
              </a:ext>
            </a:extLst>
          </p:cNvPr>
          <p:cNvSpPr/>
          <p:nvPr/>
        </p:nvSpPr>
        <p:spPr>
          <a:xfrm>
            <a:off x="2831268" y="3476090"/>
            <a:ext cx="2163779" cy="90534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dirty="0"/>
              <a:t>Probabilistische </a:t>
            </a:r>
            <a:r>
              <a:rPr lang="nl-NL" dirty="0" err="1"/>
              <a:t>bibl</a:t>
            </a:r>
            <a:r>
              <a:rPr lang="nl-NL" dirty="0"/>
              <a:t>. </a:t>
            </a:r>
          </a:p>
        </p:txBody>
      </p:sp>
      <p:sp>
        <p:nvSpPr>
          <p:cNvPr id="8" name="Rectangle 7">
            <a:extLst>
              <a:ext uri="{FF2B5EF4-FFF2-40B4-BE49-F238E27FC236}">
                <a16:creationId xmlns:a16="http://schemas.microsoft.com/office/drawing/2014/main" id="{D439FC98-33B6-3C22-51D5-5AFED4A5A8B9}"/>
              </a:ext>
            </a:extLst>
          </p:cNvPr>
          <p:cNvSpPr/>
          <p:nvPr/>
        </p:nvSpPr>
        <p:spPr>
          <a:xfrm>
            <a:off x="6366097" y="3475649"/>
            <a:ext cx="2163779" cy="90534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dirty="0"/>
              <a:t>Damwand model (</a:t>
            </a:r>
            <a:r>
              <a:rPr lang="nl-NL" dirty="0" err="1"/>
              <a:t>Kratos</a:t>
            </a:r>
            <a:r>
              <a:rPr lang="nl-NL" dirty="0"/>
              <a:t>)</a:t>
            </a:r>
          </a:p>
        </p:txBody>
      </p:sp>
      <p:cxnSp>
        <p:nvCxnSpPr>
          <p:cNvPr id="10" name="Connector: Elbow 9">
            <a:extLst>
              <a:ext uri="{FF2B5EF4-FFF2-40B4-BE49-F238E27FC236}">
                <a16:creationId xmlns:a16="http://schemas.microsoft.com/office/drawing/2014/main" id="{C0531733-6F2E-A968-5FB0-1EA68EF01DD5}"/>
              </a:ext>
            </a:extLst>
          </p:cNvPr>
          <p:cNvCxnSpPr>
            <a:cxnSpLocks/>
            <a:stCxn id="7" idx="3"/>
            <a:endCxn id="8" idx="1"/>
          </p:cNvCxnSpPr>
          <p:nvPr/>
        </p:nvCxnSpPr>
        <p:spPr>
          <a:xfrm flipV="1">
            <a:off x="4995047" y="3928322"/>
            <a:ext cx="1371050" cy="441"/>
          </a:xfrm>
          <a:prstGeom prst="bentConnector3">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22643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0E404F-8BF4-09B4-56FA-7C23BAB78FEA}"/>
              </a:ext>
            </a:extLst>
          </p:cNvPr>
          <p:cNvSpPr>
            <a:spLocks noGrp="1"/>
          </p:cNvSpPr>
          <p:nvPr>
            <p:ph type="title"/>
          </p:nvPr>
        </p:nvSpPr>
        <p:spPr/>
        <p:txBody>
          <a:bodyPr/>
          <a:lstStyle/>
          <a:p>
            <a:r>
              <a:rPr lang="nl-NL" noProof="0" dirty="0"/>
              <a:t>Probabilistische berekeningen: input en output</a:t>
            </a:r>
          </a:p>
        </p:txBody>
      </p:sp>
      <p:sp>
        <p:nvSpPr>
          <p:cNvPr id="4" name="Date Placeholder 3">
            <a:extLst>
              <a:ext uri="{FF2B5EF4-FFF2-40B4-BE49-F238E27FC236}">
                <a16:creationId xmlns:a16="http://schemas.microsoft.com/office/drawing/2014/main" id="{8DC5C4B3-6D3D-27F4-8630-5555805DE986}"/>
              </a:ext>
            </a:extLst>
          </p:cNvPr>
          <p:cNvSpPr>
            <a:spLocks noGrp="1"/>
          </p:cNvSpPr>
          <p:nvPr>
            <p:ph type="dt" sz="half" idx="10"/>
          </p:nvPr>
        </p:nvSpPr>
        <p:spPr/>
        <p:txBody>
          <a:bodyPr/>
          <a:lstStyle/>
          <a:p>
            <a:r>
              <a:rPr lang="nl-NL" noProof="0" dirty="0"/>
              <a:t> 28 november 2019</a:t>
            </a:r>
          </a:p>
        </p:txBody>
      </p:sp>
      <p:sp>
        <p:nvSpPr>
          <p:cNvPr id="5" name="Footer Placeholder 4">
            <a:extLst>
              <a:ext uri="{FF2B5EF4-FFF2-40B4-BE49-F238E27FC236}">
                <a16:creationId xmlns:a16="http://schemas.microsoft.com/office/drawing/2014/main" id="{AA383F8E-4280-A2F9-D453-69FF05F1FF3D}"/>
              </a:ext>
            </a:extLst>
          </p:cNvPr>
          <p:cNvSpPr>
            <a:spLocks noGrp="1"/>
          </p:cNvSpPr>
          <p:nvPr>
            <p:ph type="ftr" sz="quarter" idx="11"/>
          </p:nvPr>
        </p:nvSpPr>
        <p:spPr/>
        <p:txBody>
          <a:bodyPr/>
          <a:lstStyle/>
          <a:p>
            <a:r>
              <a:rPr lang="nl-NL" noProof="0" dirty="0"/>
              <a:t>Voettekst van de presentatie</a:t>
            </a:r>
          </a:p>
        </p:txBody>
      </p:sp>
      <p:sp>
        <p:nvSpPr>
          <p:cNvPr id="6" name="Slide Number Placeholder 5">
            <a:extLst>
              <a:ext uri="{FF2B5EF4-FFF2-40B4-BE49-F238E27FC236}">
                <a16:creationId xmlns:a16="http://schemas.microsoft.com/office/drawing/2014/main" id="{BD193F02-6127-5B76-8B78-40B97700373F}"/>
              </a:ext>
            </a:extLst>
          </p:cNvPr>
          <p:cNvSpPr>
            <a:spLocks noGrp="1"/>
          </p:cNvSpPr>
          <p:nvPr>
            <p:ph type="sldNum" sz="quarter" idx="12"/>
          </p:nvPr>
        </p:nvSpPr>
        <p:spPr/>
        <p:txBody>
          <a:bodyPr/>
          <a:lstStyle/>
          <a:p>
            <a:fld id="{F42B3F14-D836-496B-80A2-23BE75BD68CB}" type="slidenum">
              <a:rPr lang="nl-NL" noProof="0" smtClean="0"/>
              <a:t>7</a:t>
            </a:fld>
            <a:endParaRPr lang="nl-NL" noProof="0" dirty="0"/>
          </a:p>
        </p:txBody>
      </p:sp>
      <p:graphicFrame>
        <p:nvGraphicFramePr>
          <p:cNvPr id="7" name="Table 6">
            <a:extLst>
              <a:ext uri="{FF2B5EF4-FFF2-40B4-BE49-F238E27FC236}">
                <a16:creationId xmlns:a16="http://schemas.microsoft.com/office/drawing/2014/main" id="{C5A3D928-9177-5E7B-B8F6-D5BD54B44960}"/>
              </a:ext>
            </a:extLst>
          </p:cNvPr>
          <p:cNvGraphicFramePr>
            <a:graphicFrameLocks noGrp="1"/>
          </p:cNvGraphicFramePr>
          <p:nvPr>
            <p:extLst>
              <p:ext uri="{D42A27DB-BD31-4B8C-83A1-F6EECF244321}">
                <p14:modId xmlns:p14="http://schemas.microsoft.com/office/powerpoint/2010/main" val="2304114087"/>
              </p:ext>
            </p:extLst>
          </p:nvPr>
        </p:nvGraphicFramePr>
        <p:xfrm>
          <a:off x="755650" y="1980109"/>
          <a:ext cx="9520033" cy="2595880"/>
        </p:xfrm>
        <a:graphic>
          <a:graphicData uri="http://schemas.openxmlformats.org/drawingml/2006/table">
            <a:tbl>
              <a:tblPr firstRow="1" bandRow="1">
                <a:tableStyleId>{5C22544A-7EE6-4342-B048-85BDC9FD1C3A}</a:tableStyleId>
              </a:tblPr>
              <a:tblGrid>
                <a:gridCol w="3798243">
                  <a:extLst>
                    <a:ext uri="{9D8B030D-6E8A-4147-A177-3AD203B41FA5}">
                      <a16:colId xmlns:a16="http://schemas.microsoft.com/office/drawing/2014/main" val="800794412"/>
                    </a:ext>
                  </a:extLst>
                </a:gridCol>
                <a:gridCol w="2679826">
                  <a:extLst>
                    <a:ext uri="{9D8B030D-6E8A-4147-A177-3AD203B41FA5}">
                      <a16:colId xmlns:a16="http://schemas.microsoft.com/office/drawing/2014/main" val="3354784842"/>
                    </a:ext>
                  </a:extLst>
                </a:gridCol>
                <a:gridCol w="3041964">
                  <a:extLst>
                    <a:ext uri="{9D8B030D-6E8A-4147-A177-3AD203B41FA5}">
                      <a16:colId xmlns:a16="http://schemas.microsoft.com/office/drawing/2014/main" val="578967880"/>
                    </a:ext>
                  </a:extLst>
                </a:gridCol>
              </a:tblGrid>
              <a:tr h="370840">
                <a:tc>
                  <a:txBody>
                    <a:bodyPr/>
                    <a:lstStyle/>
                    <a:p>
                      <a:r>
                        <a:rPr lang="nl-NL" noProof="0" dirty="0"/>
                        <a:t>Variabel</a:t>
                      </a:r>
                    </a:p>
                  </a:txBody>
                  <a:tcPr/>
                </a:tc>
                <a:tc>
                  <a:txBody>
                    <a:bodyPr/>
                    <a:lstStyle/>
                    <a:p>
                      <a:r>
                        <a:rPr lang="nl-NL" noProof="0" dirty="0"/>
                        <a:t>Verdeling</a:t>
                      </a:r>
                    </a:p>
                  </a:txBody>
                  <a:tcPr/>
                </a:tc>
                <a:tc>
                  <a:txBody>
                    <a:bodyPr/>
                    <a:lstStyle/>
                    <a:p>
                      <a:r>
                        <a:rPr lang="nl-NL" noProof="0" dirty="0"/>
                        <a:t>Waarden</a:t>
                      </a:r>
                    </a:p>
                  </a:txBody>
                  <a:tcPr/>
                </a:tc>
                <a:extLst>
                  <a:ext uri="{0D108BD9-81ED-4DB2-BD59-A6C34878D82A}">
                    <a16:rowId xmlns:a16="http://schemas.microsoft.com/office/drawing/2014/main" val="4149712246"/>
                  </a:ext>
                </a:extLst>
              </a:tr>
              <a:tr h="370840">
                <a:tc>
                  <a:txBody>
                    <a:bodyPr/>
                    <a:lstStyle/>
                    <a:p>
                      <a:r>
                        <a:rPr lang="nl-NL" noProof="0" dirty="0"/>
                        <a:t>Young modulus (klei)</a:t>
                      </a:r>
                    </a:p>
                  </a:txBody>
                  <a:tcPr/>
                </a:tc>
                <a:tc>
                  <a:txBody>
                    <a:bodyPr/>
                    <a:lstStyle/>
                    <a:p>
                      <a:r>
                        <a:rPr lang="nl-NL" noProof="0" dirty="0"/>
                        <a:t>Uniform</a:t>
                      </a:r>
                    </a:p>
                  </a:txBody>
                  <a:tcPr/>
                </a:tc>
                <a:tc>
                  <a:txBody>
                    <a:bodyPr/>
                    <a:lstStyle/>
                    <a:p>
                      <a:r>
                        <a:rPr lang="nl-NL" noProof="0" dirty="0"/>
                        <a:t>5x10</a:t>
                      </a:r>
                      <a:r>
                        <a:rPr lang="nl-NL" baseline="30000" noProof="0" dirty="0"/>
                        <a:t>6</a:t>
                      </a:r>
                      <a:r>
                        <a:rPr lang="nl-NL" noProof="0" dirty="0"/>
                        <a:t> – 8x10</a:t>
                      </a:r>
                      <a:r>
                        <a:rPr lang="nl-NL" baseline="30000" noProof="0" dirty="0"/>
                        <a:t>6</a:t>
                      </a:r>
                    </a:p>
                  </a:txBody>
                  <a:tcPr/>
                </a:tc>
                <a:extLst>
                  <a:ext uri="{0D108BD9-81ED-4DB2-BD59-A6C34878D82A}">
                    <a16:rowId xmlns:a16="http://schemas.microsoft.com/office/drawing/2014/main" val="4199344496"/>
                  </a:ext>
                </a:extLst>
              </a:tr>
              <a:tr h="370840">
                <a:tc>
                  <a:txBody>
                    <a:bodyPr/>
                    <a:lstStyle/>
                    <a:p>
                      <a:r>
                        <a:rPr lang="nl-NL" noProof="0" dirty="0"/>
                        <a:t>Young modulus (zand)</a:t>
                      </a:r>
                    </a:p>
                  </a:txBody>
                  <a:tcPr/>
                </a:tc>
                <a:tc>
                  <a:txBody>
                    <a:bodyPr/>
                    <a:lstStyle/>
                    <a:p>
                      <a:r>
                        <a:rPr lang="nl-NL" noProof="0" dirty="0"/>
                        <a:t>Uniform</a:t>
                      </a:r>
                    </a:p>
                  </a:txBody>
                  <a:tcPr/>
                </a:tc>
                <a:tc>
                  <a:txBody>
                    <a:bodyPr/>
                    <a:lstStyle/>
                    <a:p>
                      <a:r>
                        <a:rPr lang="nl-NL" noProof="0" dirty="0"/>
                        <a:t>30x10</a:t>
                      </a:r>
                      <a:r>
                        <a:rPr lang="nl-NL" baseline="30000" noProof="0" dirty="0"/>
                        <a:t>6</a:t>
                      </a:r>
                      <a:r>
                        <a:rPr lang="nl-NL" noProof="0" dirty="0"/>
                        <a:t> – 50x10</a:t>
                      </a:r>
                      <a:r>
                        <a:rPr lang="nl-NL" baseline="30000" noProof="0" dirty="0"/>
                        <a:t>6</a:t>
                      </a:r>
                    </a:p>
                  </a:txBody>
                  <a:tcPr/>
                </a:tc>
                <a:extLst>
                  <a:ext uri="{0D108BD9-81ED-4DB2-BD59-A6C34878D82A}">
                    <a16:rowId xmlns:a16="http://schemas.microsoft.com/office/drawing/2014/main" val="2775806347"/>
                  </a:ext>
                </a:extLst>
              </a:tr>
              <a:tr h="370840">
                <a:tc>
                  <a:txBody>
                    <a:bodyPr/>
                    <a:lstStyle/>
                    <a:p>
                      <a:r>
                        <a:rPr lang="nl-NL" noProof="0" dirty="0"/>
                        <a:t>Interface stijfheid</a:t>
                      </a:r>
                    </a:p>
                  </a:txBody>
                  <a:tcPr/>
                </a:tc>
                <a:tc>
                  <a:txBody>
                    <a:bodyPr/>
                    <a:lstStyle/>
                    <a:p>
                      <a:r>
                        <a:rPr lang="nl-NL" noProof="0" dirty="0"/>
                        <a:t>Deterministisch</a:t>
                      </a:r>
                    </a:p>
                  </a:txBody>
                  <a:tcPr/>
                </a:tc>
                <a:tc>
                  <a:txBody>
                    <a:bodyPr/>
                    <a:lstStyle/>
                    <a:p>
                      <a:r>
                        <a:rPr lang="nl-NL" noProof="0" dirty="0"/>
                        <a:t>10</a:t>
                      </a:r>
                      <a:r>
                        <a:rPr lang="nl-NL" baseline="30000" noProof="0" dirty="0"/>
                        <a:t>11</a:t>
                      </a:r>
                    </a:p>
                  </a:txBody>
                  <a:tcPr/>
                </a:tc>
                <a:extLst>
                  <a:ext uri="{0D108BD9-81ED-4DB2-BD59-A6C34878D82A}">
                    <a16:rowId xmlns:a16="http://schemas.microsoft.com/office/drawing/2014/main" val="3579179516"/>
                  </a:ext>
                </a:extLst>
              </a:tr>
              <a:tr h="370840">
                <a:tc>
                  <a:txBody>
                    <a:bodyPr/>
                    <a:lstStyle/>
                    <a:p>
                      <a:r>
                        <a:rPr lang="nl-NL" noProof="0" dirty="0"/>
                        <a:t>Damwand: Young modulus</a:t>
                      </a:r>
                    </a:p>
                  </a:txBody>
                  <a:tcPr/>
                </a:tc>
                <a:tc>
                  <a:txBody>
                    <a:bodyPr/>
                    <a:lstStyle/>
                    <a:p>
                      <a:r>
                        <a:rPr lang="nl-NL" noProof="0" dirty="0"/>
                        <a:t>Deterministisch</a:t>
                      </a:r>
                    </a:p>
                  </a:txBody>
                  <a:tcPr/>
                </a:tc>
                <a:tc>
                  <a:txBody>
                    <a:bodyPr/>
                    <a:lstStyle/>
                    <a:p>
                      <a:r>
                        <a:rPr lang="nl-NL" noProof="0" dirty="0"/>
                        <a:t>200x10</a:t>
                      </a:r>
                      <a:r>
                        <a:rPr lang="nl-NL" baseline="30000" noProof="0" dirty="0"/>
                        <a:t>9</a:t>
                      </a:r>
                    </a:p>
                  </a:txBody>
                  <a:tcPr/>
                </a:tc>
                <a:extLst>
                  <a:ext uri="{0D108BD9-81ED-4DB2-BD59-A6C34878D82A}">
                    <a16:rowId xmlns:a16="http://schemas.microsoft.com/office/drawing/2014/main" val="50320326"/>
                  </a:ext>
                </a:extLst>
              </a:tr>
              <a:tr h="370840">
                <a:tc>
                  <a:txBody>
                    <a:bodyPr/>
                    <a:lstStyle/>
                    <a:p>
                      <a:r>
                        <a:rPr lang="nl-NL" noProof="0" dirty="0"/>
                        <a:t>Damwand: </a:t>
                      </a:r>
                      <a:r>
                        <a:rPr lang="nl-NL" noProof="0" dirty="0" err="1"/>
                        <a:t>Poisson</a:t>
                      </a:r>
                      <a:r>
                        <a:rPr lang="nl-NL" noProof="0" dirty="0"/>
                        <a:t> ratio</a:t>
                      </a:r>
                    </a:p>
                  </a:txBody>
                  <a:tcPr/>
                </a:tc>
                <a:tc>
                  <a:txBody>
                    <a:bodyPr/>
                    <a:lstStyle/>
                    <a:p>
                      <a:r>
                        <a:rPr lang="nl-NL" noProof="0" dirty="0"/>
                        <a:t>Deterministisch</a:t>
                      </a:r>
                    </a:p>
                  </a:txBody>
                  <a:tcPr/>
                </a:tc>
                <a:tc>
                  <a:txBody>
                    <a:bodyPr/>
                    <a:lstStyle/>
                    <a:p>
                      <a:r>
                        <a:rPr lang="nl-NL" noProof="0" dirty="0"/>
                        <a:t>0</a:t>
                      </a:r>
                    </a:p>
                  </a:txBody>
                  <a:tcPr/>
                </a:tc>
                <a:extLst>
                  <a:ext uri="{0D108BD9-81ED-4DB2-BD59-A6C34878D82A}">
                    <a16:rowId xmlns:a16="http://schemas.microsoft.com/office/drawing/2014/main" val="148675389"/>
                  </a:ext>
                </a:extLst>
              </a:tr>
              <a:tr h="370840">
                <a:tc>
                  <a:txBody>
                    <a:bodyPr/>
                    <a:lstStyle/>
                    <a:p>
                      <a:r>
                        <a:rPr lang="nl-NL" noProof="0" dirty="0"/>
                        <a:t>Damwand: dikte</a:t>
                      </a:r>
                    </a:p>
                  </a:txBody>
                  <a:tcPr/>
                </a:tc>
                <a:tc>
                  <a:txBody>
                    <a:bodyPr/>
                    <a:lstStyle/>
                    <a:p>
                      <a:r>
                        <a:rPr lang="nl-NL" noProof="0" dirty="0"/>
                        <a:t>Deterministisch</a:t>
                      </a:r>
                    </a:p>
                  </a:txBody>
                  <a:tcPr/>
                </a:tc>
                <a:tc>
                  <a:txBody>
                    <a:bodyPr/>
                    <a:lstStyle/>
                    <a:p>
                      <a:r>
                        <a:rPr lang="nl-NL" noProof="0" dirty="0"/>
                        <a:t>0.02159</a:t>
                      </a:r>
                    </a:p>
                  </a:txBody>
                  <a:tcPr/>
                </a:tc>
                <a:extLst>
                  <a:ext uri="{0D108BD9-81ED-4DB2-BD59-A6C34878D82A}">
                    <a16:rowId xmlns:a16="http://schemas.microsoft.com/office/drawing/2014/main" val="720436581"/>
                  </a:ext>
                </a:extLst>
              </a:tr>
            </a:tbl>
          </a:graphicData>
        </a:graphic>
      </p:graphicFrame>
      <p:sp>
        <p:nvSpPr>
          <p:cNvPr id="8" name="TextBox 7">
            <a:extLst>
              <a:ext uri="{FF2B5EF4-FFF2-40B4-BE49-F238E27FC236}">
                <a16:creationId xmlns:a16="http://schemas.microsoft.com/office/drawing/2014/main" id="{FB449821-510F-1631-6BD7-CA0168E153B1}"/>
              </a:ext>
            </a:extLst>
          </p:cNvPr>
          <p:cNvSpPr txBox="1"/>
          <p:nvPr/>
        </p:nvSpPr>
        <p:spPr>
          <a:xfrm>
            <a:off x="679010" y="1359570"/>
            <a:ext cx="954107" cy="369332"/>
          </a:xfrm>
          <a:prstGeom prst="rect">
            <a:avLst/>
          </a:prstGeom>
          <a:noFill/>
        </p:spPr>
        <p:txBody>
          <a:bodyPr wrap="none" rtlCol="0">
            <a:spAutoFit/>
          </a:bodyPr>
          <a:lstStyle/>
          <a:p>
            <a:r>
              <a:rPr lang="nl-NL" b="1" noProof="0" dirty="0"/>
              <a:t>Invoer:</a:t>
            </a:r>
          </a:p>
        </p:txBody>
      </p:sp>
      <p:sp>
        <p:nvSpPr>
          <p:cNvPr id="9" name="TextBox 8">
            <a:extLst>
              <a:ext uri="{FF2B5EF4-FFF2-40B4-BE49-F238E27FC236}">
                <a16:creationId xmlns:a16="http://schemas.microsoft.com/office/drawing/2014/main" id="{19EE4117-0627-828E-DC43-4EBC0AC4BFDE}"/>
              </a:ext>
            </a:extLst>
          </p:cNvPr>
          <p:cNvSpPr txBox="1"/>
          <p:nvPr/>
        </p:nvSpPr>
        <p:spPr>
          <a:xfrm>
            <a:off x="679010" y="5078403"/>
            <a:ext cx="7827784" cy="369332"/>
          </a:xfrm>
          <a:prstGeom prst="rect">
            <a:avLst/>
          </a:prstGeom>
          <a:noFill/>
        </p:spPr>
        <p:txBody>
          <a:bodyPr wrap="none" rtlCol="0">
            <a:spAutoFit/>
          </a:bodyPr>
          <a:lstStyle/>
          <a:p>
            <a:r>
              <a:rPr lang="nl-NL" b="1" noProof="0" dirty="0"/>
              <a:t>Uitvoer:</a:t>
            </a:r>
            <a:r>
              <a:rPr lang="nl-NL" noProof="0" dirty="0"/>
              <a:t> totale verplaatsing in x-richting (maaiveld), maximaal buigmoment</a:t>
            </a:r>
          </a:p>
        </p:txBody>
      </p:sp>
    </p:spTree>
    <p:extLst>
      <p:ext uri="{BB962C8B-B14F-4D97-AF65-F5344CB8AC3E}">
        <p14:creationId xmlns:p14="http://schemas.microsoft.com/office/powerpoint/2010/main" val="18375174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BD5D9-C4AC-9E1B-4478-72D0CDDCF990}"/>
              </a:ext>
            </a:extLst>
          </p:cNvPr>
          <p:cNvSpPr>
            <a:spLocks noGrp="1"/>
          </p:cNvSpPr>
          <p:nvPr>
            <p:ph type="title"/>
          </p:nvPr>
        </p:nvSpPr>
        <p:spPr/>
        <p:txBody>
          <a:bodyPr/>
          <a:lstStyle/>
          <a:p>
            <a:r>
              <a:rPr lang="nl-NL" noProof="0" dirty="0"/>
              <a:t>O</a:t>
            </a:r>
            <a:r>
              <a:rPr lang="nl-NL" dirty="0" err="1"/>
              <a:t>nzekerheidsanalyse</a:t>
            </a:r>
            <a:endParaRPr lang="nl-NL" dirty="0"/>
          </a:p>
        </p:txBody>
      </p:sp>
      <p:sp>
        <p:nvSpPr>
          <p:cNvPr id="3" name="Content Placeholder 2">
            <a:extLst>
              <a:ext uri="{FF2B5EF4-FFF2-40B4-BE49-F238E27FC236}">
                <a16:creationId xmlns:a16="http://schemas.microsoft.com/office/drawing/2014/main" id="{7F6C935A-2ECA-2938-8B18-0FD54061714F}"/>
              </a:ext>
            </a:extLst>
          </p:cNvPr>
          <p:cNvSpPr>
            <a:spLocks noGrp="1"/>
          </p:cNvSpPr>
          <p:nvPr>
            <p:ph idx="1"/>
          </p:nvPr>
        </p:nvSpPr>
        <p:spPr>
          <a:xfrm>
            <a:off x="755650" y="1511588"/>
            <a:ext cx="10512349" cy="4320000"/>
          </a:xfrm>
        </p:spPr>
        <p:txBody>
          <a:bodyPr/>
          <a:lstStyle/>
          <a:p>
            <a:r>
              <a:rPr lang="nl-NL" dirty="0"/>
              <a:t>Totale verplaatsing in x-richting (maaiveld)</a:t>
            </a:r>
          </a:p>
          <a:p>
            <a:r>
              <a:rPr lang="nl-NL" dirty="0" err="1"/>
              <a:t>Crude</a:t>
            </a:r>
            <a:r>
              <a:rPr lang="nl-NL" dirty="0"/>
              <a:t> Monte Carlo met 1000 trekkingen</a:t>
            </a:r>
          </a:p>
        </p:txBody>
      </p:sp>
      <p:sp>
        <p:nvSpPr>
          <p:cNvPr id="4" name="Date Placeholder 3">
            <a:extLst>
              <a:ext uri="{FF2B5EF4-FFF2-40B4-BE49-F238E27FC236}">
                <a16:creationId xmlns:a16="http://schemas.microsoft.com/office/drawing/2014/main" id="{6E5B9789-122D-7A8C-236B-62518BFEF4FD}"/>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29F3ADB5-5B69-077E-4EBE-4D4D9A100B6B}"/>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D9339AC0-6B39-2FEE-CBF0-A3DB587617C6}"/>
              </a:ext>
            </a:extLst>
          </p:cNvPr>
          <p:cNvSpPr>
            <a:spLocks noGrp="1"/>
          </p:cNvSpPr>
          <p:nvPr>
            <p:ph type="sldNum" sz="quarter" idx="12"/>
          </p:nvPr>
        </p:nvSpPr>
        <p:spPr/>
        <p:txBody>
          <a:bodyPr/>
          <a:lstStyle/>
          <a:p>
            <a:fld id="{F42B3F14-D836-496B-80A2-23BE75BD68CB}" type="slidenum">
              <a:rPr lang="nl-NL" smtClean="0"/>
              <a:t>8</a:t>
            </a:fld>
            <a:endParaRPr lang="nl-NL"/>
          </a:p>
        </p:txBody>
      </p:sp>
      <p:sp>
        <p:nvSpPr>
          <p:cNvPr id="11" name="TextBox 10">
            <a:extLst>
              <a:ext uri="{FF2B5EF4-FFF2-40B4-BE49-F238E27FC236}">
                <a16:creationId xmlns:a16="http://schemas.microsoft.com/office/drawing/2014/main" id="{437EC6C9-2F13-5E57-6ADC-70CD05F316AA}"/>
              </a:ext>
            </a:extLst>
          </p:cNvPr>
          <p:cNvSpPr txBox="1"/>
          <p:nvPr/>
        </p:nvSpPr>
        <p:spPr>
          <a:xfrm>
            <a:off x="2077558" y="2521685"/>
            <a:ext cx="2313454" cy="369332"/>
          </a:xfrm>
          <a:prstGeom prst="rect">
            <a:avLst/>
          </a:prstGeom>
          <a:noFill/>
        </p:spPr>
        <p:txBody>
          <a:bodyPr wrap="none" rtlCol="0">
            <a:spAutoFit/>
          </a:bodyPr>
          <a:lstStyle/>
          <a:p>
            <a:r>
              <a:rPr lang="nl-NL" b="1" dirty="0"/>
              <a:t>Fase 2 (ontgraving)</a:t>
            </a:r>
          </a:p>
        </p:txBody>
      </p:sp>
      <p:sp>
        <p:nvSpPr>
          <p:cNvPr id="12" name="TextBox 11">
            <a:extLst>
              <a:ext uri="{FF2B5EF4-FFF2-40B4-BE49-F238E27FC236}">
                <a16:creationId xmlns:a16="http://schemas.microsoft.com/office/drawing/2014/main" id="{C92871AE-57A8-9B57-ADCC-8EE5A66E8E3C}"/>
              </a:ext>
            </a:extLst>
          </p:cNvPr>
          <p:cNvSpPr txBox="1"/>
          <p:nvPr/>
        </p:nvSpPr>
        <p:spPr>
          <a:xfrm>
            <a:off x="7637711" y="2574585"/>
            <a:ext cx="1736373" cy="369332"/>
          </a:xfrm>
          <a:prstGeom prst="rect">
            <a:avLst/>
          </a:prstGeom>
          <a:noFill/>
        </p:spPr>
        <p:txBody>
          <a:bodyPr wrap="none" rtlCol="0">
            <a:spAutoFit/>
          </a:bodyPr>
          <a:lstStyle/>
          <a:p>
            <a:r>
              <a:rPr lang="nl-NL" b="1" dirty="0"/>
              <a:t>Fase 3 (anker)</a:t>
            </a:r>
          </a:p>
        </p:txBody>
      </p:sp>
      <p:pic>
        <p:nvPicPr>
          <p:cNvPr id="9" name="Picture 8">
            <a:extLst>
              <a:ext uri="{FF2B5EF4-FFF2-40B4-BE49-F238E27FC236}">
                <a16:creationId xmlns:a16="http://schemas.microsoft.com/office/drawing/2014/main" id="{8AF7F711-25C0-9DC5-A8D1-FA1836405DA3}"/>
              </a:ext>
            </a:extLst>
          </p:cNvPr>
          <p:cNvPicPr>
            <a:picLocks noChangeAspect="1"/>
          </p:cNvPicPr>
          <p:nvPr/>
        </p:nvPicPr>
        <p:blipFill>
          <a:blip r:embed="rId2"/>
          <a:stretch>
            <a:fillRect/>
          </a:stretch>
        </p:blipFill>
        <p:spPr>
          <a:xfrm>
            <a:off x="924001" y="3092629"/>
            <a:ext cx="4620568" cy="3192508"/>
          </a:xfrm>
          <a:prstGeom prst="rect">
            <a:avLst/>
          </a:prstGeom>
        </p:spPr>
      </p:pic>
      <p:pic>
        <p:nvPicPr>
          <p:cNvPr id="14" name="Picture 13">
            <a:extLst>
              <a:ext uri="{FF2B5EF4-FFF2-40B4-BE49-F238E27FC236}">
                <a16:creationId xmlns:a16="http://schemas.microsoft.com/office/drawing/2014/main" id="{E923AED5-622A-0F28-8ECF-2EF5E7D348AA}"/>
              </a:ext>
            </a:extLst>
          </p:cNvPr>
          <p:cNvPicPr>
            <a:picLocks noChangeAspect="1"/>
          </p:cNvPicPr>
          <p:nvPr/>
        </p:nvPicPr>
        <p:blipFill>
          <a:blip r:embed="rId3"/>
          <a:stretch>
            <a:fillRect/>
          </a:stretch>
        </p:blipFill>
        <p:spPr>
          <a:xfrm>
            <a:off x="6215495" y="3092628"/>
            <a:ext cx="4620567" cy="3249137"/>
          </a:xfrm>
          <a:prstGeom prst="rect">
            <a:avLst/>
          </a:prstGeom>
        </p:spPr>
      </p:pic>
    </p:spTree>
    <p:extLst>
      <p:ext uri="{BB962C8B-B14F-4D97-AF65-F5344CB8AC3E}">
        <p14:creationId xmlns:p14="http://schemas.microsoft.com/office/powerpoint/2010/main" val="29092490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587818-5493-0187-4019-F35B18FB144B}"/>
              </a:ext>
            </a:extLst>
          </p:cNvPr>
          <p:cNvSpPr>
            <a:spLocks noGrp="1"/>
          </p:cNvSpPr>
          <p:nvPr>
            <p:ph type="title"/>
          </p:nvPr>
        </p:nvSpPr>
        <p:spPr/>
        <p:txBody>
          <a:bodyPr/>
          <a:lstStyle/>
          <a:p>
            <a:r>
              <a:rPr lang="nl-NL" noProof="0" dirty="0"/>
              <a:t>O</a:t>
            </a:r>
            <a:r>
              <a:rPr lang="nl-NL" dirty="0" err="1"/>
              <a:t>nzekerheidsanalyse</a:t>
            </a:r>
            <a:endParaRPr lang="nl-NL" dirty="0"/>
          </a:p>
        </p:txBody>
      </p:sp>
      <p:sp>
        <p:nvSpPr>
          <p:cNvPr id="3" name="Content Placeholder 2">
            <a:extLst>
              <a:ext uri="{FF2B5EF4-FFF2-40B4-BE49-F238E27FC236}">
                <a16:creationId xmlns:a16="http://schemas.microsoft.com/office/drawing/2014/main" id="{C3B63E60-4B42-2D90-2AA6-93A2C68C6646}"/>
              </a:ext>
            </a:extLst>
          </p:cNvPr>
          <p:cNvSpPr>
            <a:spLocks noGrp="1"/>
          </p:cNvSpPr>
          <p:nvPr>
            <p:ph idx="1"/>
          </p:nvPr>
        </p:nvSpPr>
        <p:spPr>
          <a:xfrm>
            <a:off x="760414" y="1477695"/>
            <a:ext cx="10512349" cy="4320000"/>
          </a:xfrm>
        </p:spPr>
        <p:txBody>
          <a:bodyPr/>
          <a:lstStyle/>
          <a:p>
            <a:r>
              <a:rPr lang="nl-NL" dirty="0"/>
              <a:t>Maximaal buigmoment </a:t>
            </a:r>
          </a:p>
          <a:p>
            <a:r>
              <a:rPr lang="nl-NL" dirty="0" err="1"/>
              <a:t>Crude</a:t>
            </a:r>
            <a:r>
              <a:rPr lang="nl-NL" dirty="0"/>
              <a:t> Monte Carlo met 1000 trekkingen</a:t>
            </a:r>
          </a:p>
          <a:p>
            <a:endParaRPr lang="nl-NL" dirty="0"/>
          </a:p>
        </p:txBody>
      </p:sp>
      <p:sp>
        <p:nvSpPr>
          <p:cNvPr id="4" name="Date Placeholder 3">
            <a:extLst>
              <a:ext uri="{FF2B5EF4-FFF2-40B4-BE49-F238E27FC236}">
                <a16:creationId xmlns:a16="http://schemas.microsoft.com/office/drawing/2014/main" id="{C4C2C38B-C4BC-F6CF-3DA8-ED4C85D65475}"/>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5D47FCBF-2F77-9891-3D63-C7148B7390DD}"/>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D02320AE-188E-9D8C-A2D3-435888D674FC}"/>
              </a:ext>
            </a:extLst>
          </p:cNvPr>
          <p:cNvSpPr>
            <a:spLocks noGrp="1"/>
          </p:cNvSpPr>
          <p:nvPr>
            <p:ph type="sldNum" sz="quarter" idx="12"/>
          </p:nvPr>
        </p:nvSpPr>
        <p:spPr/>
        <p:txBody>
          <a:bodyPr/>
          <a:lstStyle/>
          <a:p>
            <a:fld id="{F42B3F14-D836-496B-80A2-23BE75BD68CB}" type="slidenum">
              <a:rPr lang="nl-NL" smtClean="0"/>
              <a:t>9</a:t>
            </a:fld>
            <a:endParaRPr lang="nl-NL"/>
          </a:p>
        </p:txBody>
      </p:sp>
      <p:sp>
        <p:nvSpPr>
          <p:cNvPr id="11" name="TextBox 10">
            <a:extLst>
              <a:ext uri="{FF2B5EF4-FFF2-40B4-BE49-F238E27FC236}">
                <a16:creationId xmlns:a16="http://schemas.microsoft.com/office/drawing/2014/main" id="{BF33280B-5CDA-7E53-2D01-76A356DC45F6}"/>
              </a:ext>
            </a:extLst>
          </p:cNvPr>
          <p:cNvSpPr txBox="1"/>
          <p:nvPr/>
        </p:nvSpPr>
        <p:spPr>
          <a:xfrm>
            <a:off x="2099253" y="2378922"/>
            <a:ext cx="2313454" cy="369332"/>
          </a:xfrm>
          <a:prstGeom prst="rect">
            <a:avLst/>
          </a:prstGeom>
          <a:noFill/>
        </p:spPr>
        <p:txBody>
          <a:bodyPr wrap="none" rtlCol="0">
            <a:spAutoFit/>
          </a:bodyPr>
          <a:lstStyle/>
          <a:p>
            <a:r>
              <a:rPr lang="nl-NL" b="1" dirty="0"/>
              <a:t>Fase 2 (ontgraving)</a:t>
            </a:r>
          </a:p>
        </p:txBody>
      </p:sp>
      <p:sp>
        <p:nvSpPr>
          <p:cNvPr id="12" name="TextBox 11">
            <a:extLst>
              <a:ext uri="{FF2B5EF4-FFF2-40B4-BE49-F238E27FC236}">
                <a16:creationId xmlns:a16="http://schemas.microsoft.com/office/drawing/2014/main" id="{EEE70B8E-CC91-C25E-7E0F-377B2114DD32}"/>
              </a:ext>
            </a:extLst>
          </p:cNvPr>
          <p:cNvSpPr txBox="1"/>
          <p:nvPr/>
        </p:nvSpPr>
        <p:spPr>
          <a:xfrm>
            <a:off x="8100003" y="2407828"/>
            <a:ext cx="1736373" cy="369332"/>
          </a:xfrm>
          <a:prstGeom prst="rect">
            <a:avLst/>
          </a:prstGeom>
          <a:noFill/>
        </p:spPr>
        <p:txBody>
          <a:bodyPr wrap="none" rtlCol="0">
            <a:spAutoFit/>
          </a:bodyPr>
          <a:lstStyle/>
          <a:p>
            <a:r>
              <a:rPr lang="nl-NL" b="1" dirty="0"/>
              <a:t>Fase 3 (anker)</a:t>
            </a:r>
          </a:p>
        </p:txBody>
      </p:sp>
      <p:pic>
        <p:nvPicPr>
          <p:cNvPr id="9" name="Picture 8">
            <a:extLst>
              <a:ext uri="{FF2B5EF4-FFF2-40B4-BE49-F238E27FC236}">
                <a16:creationId xmlns:a16="http://schemas.microsoft.com/office/drawing/2014/main" id="{436A4E44-7C73-DE22-546E-A102536A1681}"/>
              </a:ext>
            </a:extLst>
          </p:cNvPr>
          <p:cNvPicPr>
            <a:picLocks noChangeAspect="1"/>
          </p:cNvPicPr>
          <p:nvPr/>
        </p:nvPicPr>
        <p:blipFill>
          <a:blip r:embed="rId2"/>
          <a:stretch>
            <a:fillRect/>
          </a:stretch>
        </p:blipFill>
        <p:spPr>
          <a:xfrm>
            <a:off x="1145379" y="2858718"/>
            <a:ext cx="4434241" cy="3311569"/>
          </a:xfrm>
          <a:prstGeom prst="rect">
            <a:avLst/>
          </a:prstGeom>
        </p:spPr>
      </p:pic>
      <p:pic>
        <p:nvPicPr>
          <p:cNvPr id="14" name="Picture 13">
            <a:extLst>
              <a:ext uri="{FF2B5EF4-FFF2-40B4-BE49-F238E27FC236}">
                <a16:creationId xmlns:a16="http://schemas.microsoft.com/office/drawing/2014/main" id="{07B4B1C1-E726-192B-82EE-E107240EA73E}"/>
              </a:ext>
            </a:extLst>
          </p:cNvPr>
          <p:cNvPicPr>
            <a:picLocks noChangeAspect="1"/>
          </p:cNvPicPr>
          <p:nvPr/>
        </p:nvPicPr>
        <p:blipFill>
          <a:blip r:embed="rId3"/>
          <a:stretch>
            <a:fillRect/>
          </a:stretch>
        </p:blipFill>
        <p:spPr>
          <a:xfrm>
            <a:off x="6679667" y="2827039"/>
            <a:ext cx="4577043" cy="3374926"/>
          </a:xfrm>
          <a:prstGeom prst="rect">
            <a:avLst/>
          </a:prstGeom>
        </p:spPr>
      </p:pic>
    </p:spTree>
    <p:extLst>
      <p:ext uri="{BB962C8B-B14F-4D97-AF65-F5344CB8AC3E}">
        <p14:creationId xmlns:p14="http://schemas.microsoft.com/office/powerpoint/2010/main" val="2802931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35B427-C659-4086-E469-AFB9C5D8F106}"/>
              </a:ext>
            </a:extLst>
          </p:cNvPr>
          <p:cNvSpPr>
            <a:spLocks noGrp="1"/>
          </p:cNvSpPr>
          <p:nvPr>
            <p:ph type="title"/>
          </p:nvPr>
        </p:nvSpPr>
        <p:spPr/>
        <p:txBody>
          <a:bodyPr/>
          <a:lstStyle/>
          <a:p>
            <a:r>
              <a:rPr lang="nl-NL" dirty="0"/>
              <a:t>Betrouwbaarheidsanalyse</a:t>
            </a:r>
          </a:p>
        </p:txBody>
      </p:sp>
      <p:sp>
        <p:nvSpPr>
          <p:cNvPr id="3" name="Content Placeholder 2">
            <a:extLst>
              <a:ext uri="{FF2B5EF4-FFF2-40B4-BE49-F238E27FC236}">
                <a16:creationId xmlns:a16="http://schemas.microsoft.com/office/drawing/2014/main" id="{88612F3E-7531-4103-2D75-F75F55BCB0AC}"/>
              </a:ext>
            </a:extLst>
          </p:cNvPr>
          <p:cNvSpPr>
            <a:spLocks noGrp="1"/>
          </p:cNvSpPr>
          <p:nvPr>
            <p:ph idx="1"/>
          </p:nvPr>
        </p:nvSpPr>
        <p:spPr>
          <a:xfrm>
            <a:off x="760414" y="1740188"/>
            <a:ext cx="10512349" cy="4320000"/>
          </a:xfrm>
        </p:spPr>
        <p:txBody>
          <a:bodyPr/>
          <a:lstStyle/>
          <a:p>
            <a:r>
              <a:rPr lang="nl-NL" dirty="0" err="1"/>
              <a:t>Grenstoetsfunctie</a:t>
            </a:r>
            <a:r>
              <a:rPr lang="nl-NL" dirty="0"/>
              <a:t> voor de totale verplaatsing in x-richting (maaiveld):</a:t>
            </a:r>
          </a:p>
          <a:p>
            <a:endParaRPr lang="nl-NL" dirty="0"/>
          </a:p>
          <a:p>
            <a:endParaRPr lang="nl-NL" dirty="0"/>
          </a:p>
          <a:p>
            <a:endParaRPr lang="nl-NL" dirty="0"/>
          </a:p>
          <a:p>
            <a:endParaRPr lang="nl-NL" dirty="0"/>
          </a:p>
          <a:p>
            <a:r>
              <a:rPr lang="nl-NL" dirty="0" err="1"/>
              <a:t>Grenstoetsfunctie</a:t>
            </a:r>
            <a:r>
              <a:rPr lang="nl-NL" dirty="0"/>
              <a:t> voor het maximale buigmoment:</a:t>
            </a:r>
          </a:p>
        </p:txBody>
      </p:sp>
      <p:sp>
        <p:nvSpPr>
          <p:cNvPr id="4" name="Date Placeholder 3">
            <a:extLst>
              <a:ext uri="{FF2B5EF4-FFF2-40B4-BE49-F238E27FC236}">
                <a16:creationId xmlns:a16="http://schemas.microsoft.com/office/drawing/2014/main" id="{F3B056E6-318C-47BE-9F1A-CE8BE6497269}"/>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EE98F3F1-5044-0817-1A63-2D3924623C9E}"/>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812D6065-1870-C739-1F3F-287F4A6EB2AE}"/>
              </a:ext>
            </a:extLst>
          </p:cNvPr>
          <p:cNvSpPr>
            <a:spLocks noGrp="1"/>
          </p:cNvSpPr>
          <p:nvPr>
            <p:ph type="sldNum" sz="quarter" idx="12"/>
          </p:nvPr>
        </p:nvSpPr>
        <p:spPr/>
        <p:txBody>
          <a:bodyPr/>
          <a:lstStyle/>
          <a:p>
            <a:fld id="{F42B3F14-D836-496B-80A2-23BE75BD68CB}" type="slidenum">
              <a:rPr lang="nl-NL" smtClean="0"/>
              <a:t>10</a:t>
            </a:fld>
            <a:endParaRPr lang="nl-NL"/>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D2B60E87-1A3B-7090-B6E1-ECD3B1A21BFB}"/>
                  </a:ext>
                </a:extLst>
              </p:cNvPr>
              <p:cNvSpPr txBox="1"/>
              <p:nvPr/>
            </p:nvSpPr>
            <p:spPr>
              <a:xfrm>
                <a:off x="1053719" y="2240759"/>
                <a:ext cx="6380080" cy="29841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nl-NL" b="0" i="1" smtClean="0">
                              <a:solidFill>
                                <a:schemeClr val="tx2">
                                  <a:lumMod val="60000"/>
                                  <a:lumOff val="40000"/>
                                </a:schemeClr>
                              </a:solidFill>
                              <a:latin typeface="Cambria Math" panose="02040503050406030204" pitchFamily="18" charset="0"/>
                            </a:rPr>
                          </m:ctrlPr>
                        </m:sSubPr>
                        <m:e>
                          <m:r>
                            <a:rPr lang="nl-NL" b="0" i="1" smtClean="0">
                              <a:solidFill>
                                <a:schemeClr val="tx2">
                                  <a:lumMod val="60000"/>
                                  <a:lumOff val="40000"/>
                                </a:schemeClr>
                              </a:solidFill>
                              <a:latin typeface="Cambria Math" panose="02040503050406030204" pitchFamily="18" charset="0"/>
                            </a:rPr>
                            <m:t>𝑍</m:t>
                          </m:r>
                        </m:e>
                        <m:sub>
                          <m:r>
                            <a:rPr lang="nl-NL" b="0" i="1" smtClean="0">
                              <a:solidFill>
                                <a:schemeClr val="tx2">
                                  <a:lumMod val="60000"/>
                                  <a:lumOff val="40000"/>
                                </a:schemeClr>
                              </a:solidFill>
                              <a:latin typeface="Cambria Math" panose="02040503050406030204" pitchFamily="18" charset="0"/>
                            </a:rPr>
                            <m:t>𝑑𝑖𝑠𝑝𝑙𝑎𝑐𝑒𝑚𝑒𝑛𝑡</m:t>
                          </m:r>
                        </m:sub>
                      </m:sSub>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𝑐𝑟𝑖𝑡𝑖𝑐𝑎𝑙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𝑑𝑖𝑠𝑝𝑙𝑎𝑐𝑒𝑚𝑒𝑛𝑡</m:t>
                      </m:r>
                      <m:r>
                        <a:rPr lang="nl-NL" b="0" i="1" smtClean="0">
                          <a:solidFill>
                            <a:schemeClr val="tx2">
                              <a:lumMod val="60000"/>
                              <a:lumOff val="40000"/>
                            </a:schemeClr>
                          </a:solidFill>
                          <a:latin typeface="Cambria Math" panose="02040503050406030204" pitchFamily="18" charset="0"/>
                        </a:rPr>
                        <m:t> − </m:t>
                      </m:r>
                      <m:r>
                        <a:rPr lang="nl-NL" b="0" i="1" smtClean="0">
                          <a:solidFill>
                            <a:schemeClr val="tx2">
                              <a:lumMod val="60000"/>
                              <a:lumOff val="40000"/>
                            </a:schemeClr>
                          </a:solidFill>
                          <a:latin typeface="Cambria Math" panose="02040503050406030204" pitchFamily="18" charset="0"/>
                        </a:rPr>
                        <m:t>𝑡𝑜𝑡𝑎𝑙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𝑑𝑖𝑠𝑝𝑙𝑎𝑐𝑒𝑚𝑒𝑛𝑡</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𝑥</m:t>
                      </m:r>
                    </m:oMath>
                  </m:oMathPara>
                </a14:m>
                <a:endParaRPr lang="nl-NL" dirty="0">
                  <a:solidFill>
                    <a:schemeClr val="tx2">
                      <a:lumMod val="60000"/>
                      <a:lumOff val="40000"/>
                    </a:schemeClr>
                  </a:solidFill>
                </a:endParaRPr>
              </a:p>
            </p:txBody>
          </p:sp>
        </mc:Choice>
        <mc:Fallback xmlns="">
          <p:sp>
            <p:nvSpPr>
              <p:cNvPr id="7" name="TextBox 6">
                <a:extLst>
                  <a:ext uri="{FF2B5EF4-FFF2-40B4-BE49-F238E27FC236}">
                    <a16:creationId xmlns:a16="http://schemas.microsoft.com/office/drawing/2014/main" id="{D2B60E87-1A3B-7090-B6E1-ECD3B1A21BFB}"/>
                  </a:ext>
                </a:extLst>
              </p:cNvPr>
              <p:cNvSpPr txBox="1">
                <a:spLocks noRot="1" noChangeAspect="1" noMove="1" noResize="1" noEditPoints="1" noAdjustHandles="1" noChangeArrowheads="1" noChangeShapeType="1" noTextEdit="1"/>
              </p:cNvSpPr>
              <p:nvPr/>
            </p:nvSpPr>
            <p:spPr>
              <a:xfrm>
                <a:off x="1053719" y="2240759"/>
                <a:ext cx="6380080" cy="298415"/>
              </a:xfrm>
              <a:prstGeom prst="rect">
                <a:avLst/>
              </a:prstGeom>
              <a:blipFill>
                <a:blip r:embed="rId2"/>
                <a:stretch>
                  <a:fillRect l="-382" t="-2041" b="-2653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26BC8870-2886-B307-D71B-C93C516604DB}"/>
                  </a:ext>
                </a:extLst>
              </p:cNvPr>
              <p:cNvSpPr txBox="1"/>
              <p:nvPr/>
            </p:nvSpPr>
            <p:spPr>
              <a:xfrm>
                <a:off x="1053719" y="4233101"/>
                <a:ext cx="6839501" cy="29956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nl-NL" b="0" i="1" smtClean="0">
                              <a:solidFill>
                                <a:schemeClr val="tx2">
                                  <a:lumMod val="60000"/>
                                  <a:lumOff val="40000"/>
                                </a:schemeClr>
                              </a:solidFill>
                              <a:latin typeface="Cambria Math" panose="02040503050406030204" pitchFamily="18" charset="0"/>
                            </a:rPr>
                          </m:ctrlPr>
                        </m:sSubPr>
                        <m:e>
                          <m:r>
                            <a:rPr lang="nl-NL" b="0" i="1" smtClean="0">
                              <a:solidFill>
                                <a:schemeClr val="tx2">
                                  <a:lumMod val="60000"/>
                                  <a:lumOff val="40000"/>
                                </a:schemeClr>
                              </a:solidFill>
                              <a:latin typeface="Cambria Math" panose="02040503050406030204" pitchFamily="18" charset="0"/>
                            </a:rPr>
                            <m:t>𝑍</m:t>
                          </m:r>
                        </m:e>
                        <m:sub>
                          <m:r>
                            <a:rPr lang="nl-NL" b="0" i="1" smtClean="0">
                              <a:solidFill>
                                <a:schemeClr val="tx2">
                                  <a:lumMod val="60000"/>
                                  <a:lumOff val="40000"/>
                                </a:schemeClr>
                              </a:solidFill>
                              <a:latin typeface="Cambria Math" panose="02040503050406030204" pitchFamily="18" charset="0"/>
                            </a:rPr>
                            <m:t>𝑏𝑒𝑛𝑑𝑖𝑛𝑔</m:t>
                          </m:r>
                        </m:sub>
                      </m:sSub>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𝑐𝑟𝑖𝑡𝑖𝑐𝑎𝑙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𝑏𝑒𝑛𝑑𝑖𝑛𝑔</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𝑚𝑜𝑚𝑒𝑛𝑡</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𝑚𝑎𝑥𝑖𝑚𝑎𝑙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𝑏𝑒𝑛𝑑𝑖𝑛𝑔</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𝑚𝑜𝑚𝑒𝑛𝑡</m:t>
                      </m:r>
                    </m:oMath>
                  </m:oMathPara>
                </a14:m>
                <a:endParaRPr lang="nl-NL" dirty="0">
                  <a:solidFill>
                    <a:schemeClr val="tx2">
                      <a:lumMod val="60000"/>
                      <a:lumOff val="40000"/>
                    </a:schemeClr>
                  </a:solidFill>
                </a:endParaRPr>
              </a:p>
            </p:txBody>
          </p:sp>
        </mc:Choice>
        <mc:Fallback xmlns="">
          <p:sp>
            <p:nvSpPr>
              <p:cNvPr id="8" name="TextBox 7">
                <a:extLst>
                  <a:ext uri="{FF2B5EF4-FFF2-40B4-BE49-F238E27FC236}">
                    <a16:creationId xmlns:a16="http://schemas.microsoft.com/office/drawing/2014/main" id="{26BC8870-2886-B307-D71B-C93C516604DB}"/>
                  </a:ext>
                </a:extLst>
              </p:cNvPr>
              <p:cNvSpPr txBox="1">
                <a:spLocks noRot="1" noChangeAspect="1" noMove="1" noResize="1" noEditPoints="1" noAdjustHandles="1" noChangeArrowheads="1" noChangeShapeType="1" noTextEdit="1"/>
              </p:cNvSpPr>
              <p:nvPr/>
            </p:nvSpPr>
            <p:spPr>
              <a:xfrm>
                <a:off x="1053719" y="4233101"/>
                <a:ext cx="6839501" cy="299569"/>
              </a:xfrm>
              <a:prstGeom prst="rect">
                <a:avLst/>
              </a:prstGeom>
              <a:blipFill>
                <a:blip r:embed="rId3"/>
                <a:stretch>
                  <a:fillRect l="-267" r="-89" b="-28000"/>
                </a:stretch>
              </a:blipFill>
            </p:spPr>
            <p:txBody>
              <a:bodyPr/>
              <a:lstStyle/>
              <a:p>
                <a:r>
                  <a:rPr lang="nl-NL">
                    <a:noFill/>
                  </a:rPr>
                  <a:t> </a:t>
                </a:r>
              </a:p>
            </p:txBody>
          </p:sp>
        </mc:Fallback>
      </mc:AlternateContent>
    </p:spTree>
    <p:extLst>
      <p:ext uri="{BB962C8B-B14F-4D97-AF65-F5344CB8AC3E}">
        <p14:creationId xmlns:p14="http://schemas.microsoft.com/office/powerpoint/2010/main" val="31952209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5AF7E-B229-BEC8-5736-7BE4487513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ED96F2-4961-E248-31F3-66F003D2765F}"/>
              </a:ext>
            </a:extLst>
          </p:cNvPr>
          <p:cNvSpPr>
            <a:spLocks noGrp="1"/>
          </p:cNvSpPr>
          <p:nvPr>
            <p:ph type="title"/>
          </p:nvPr>
        </p:nvSpPr>
        <p:spPr/>
        <p:txBody>
          <a:bodyPr/>
          <a:lstStyle/>
          <a:p>
            <a:r>
              <a:rPr lang="nl-NL" dirty="0"/>
              <a:t>Betrouwbaarheidsanalyse</a:t>
            </a:r>
          </a:p>
        </p:txBody>
      </p:sp>
      <p:sp>
        <p:nvSpPr>
          <p:cNvPr id="3" name="Content Placeholder 2">
            <a:extLst>
              <a:ext uri="{FF2B5EF4-FFF2-40B4-BE49-F238E27FC236}">
                <a16:creationId xmlns:a16="http://schemas.microsoft.com/office/drawing/2014/main" id="{62C22BDA-BD2F-FDDD-0014-00E7D0F7565D}"/>
              </a:ext>
            </a:extLst>
          </p:cNvPr>
          <p:cNvSpPr>
            <a:spLocks noGrp="1"/>
          </p:cNvSpPr>
          <p:nvPr>
            <p:ph idx="1"/>
          </p:nvPr>
        </p:nvSpPr>
        <p:spPr>
          <a:xfrm>
            <a:off x="760414" y="1740188"/>
            <a:ext cx="10512349" cy="4320000"/>
          </a:xfrm>
        </p:spPr>
        <p:txBody>
          <a:bodyPr/>
          <a:lstStyle/>
          <a:p>
            <a:pPr marL="342900" indent="-342900">
              <a:buFont typeface="+mj-lt"/>
              <a:buAutoNum type="arabicPeriod"/>
            </a:pPr>
            <a:r>
              <a:rPr lang="nl-NL" dirty="0"/>
              <a:t>Faalkans voor de verplaatsing:</a:t>
            </a:r>
          </a:p>
          <a:p>
            <a:pPr marL="342900" indent="-342900">
              <a:buFont typeface="+mj-lt"/>
              <a:buAutoNum type="arabicPeriod"/>
            </a:pPr>
            <a:endParaRPr lang="nl-NL" dirty="0"/>
          </a:p>
          <a:p>
            <a:pPr marL="342900" indent="-342900">
              <a:buFont typeface="+mj-lt"/>
              <a:buAutoNum type="arabicPeriod"/>
            </a:pPr>
            <a:endParaRPr lang="nl-NL" dirty="0"/>
          </a:p>
          <a:p>
            <a:pPr marL="342900" indent="-342900">
              <a:buFont typeface="+mj-lt"/>
              <a:buAutoNum type="arabicPeriod"/>
            </a:pPr>
            <a:endParaRPr lang="nl-NL" dirty="0"/>
          </a:p>
          <a:p>
            <a:pPr marL="342900" indent="-342900">
              <a:buFont typeface="+mj-lt"/>
              <a:buAutoNum type="arabicPeriod"/>
            </a:pPr>
            <a:r>
              <a:rPr lang="nl-NL" dirty="0"/>
              <a:t>Faalkans voor het maximale buigmoment:</a:t>
            </a:r>
          </a:p>
          <a:p>
            <a:pPr marL="342900" indent="-342900">
              <a:buFont typeface="+mj-lt"/>
              <a:buAutoNum type="arabicPeriod"/>
            </a:pPr>
            <a:endParaRPr lang="nl-NL" dirty="0"/>
          </a:p>
          <a:p>
            <a:pPr marL="342900" indent="-342900">
              <a:buFont typeface="+mj-lt"/>
              <a:buAutoNum type="arabicPeriod"/>
            </a:pPr>
            <a:endParaRPr lang="nl-NL" dirty="0"/>
          </a:p>
          <a:p>
            <a:pPr marL="342900" indent="-342900">
              <a:buFont typeface="+mj-lt"/>
              <a:buAutoNum type="arabicPeriod"/>
            </a:pPr>
            <a:endParaRPr lang="nl-NL" dirty="0"/>
          </a:p>
          <a:p>
            <a:pPr marL="342900" indent="-342900">
              <a:buFont typeface="+mj-lt"/>
              <a:buAutoNum type="arabicPeriod"/>
            </a:pPr>
            <a:r>
              <a:rPr lang="nl-NL" dirty="0"/>
              <a:t>Gecombineerde kans:</a:t>
            </a:r>
          </a:p>
          <a:p>
            <a:pPr marL="0" indent="0">
              <a:buNone/>
            </a:pPr>
            <a:endParaRPr lang="nl-NL" dirty="0"/>
          </a:p>
          <a:p>
            <a:endParaRPr lang="nl-NL" dirty="0"/>
          </a:p>
        </p:txBody>
      </p:sp>
      <p:sp>
        <p:nvSpPr>
          <p:cNvPr id="4" name="Date Placeholder 3">
            <a:extLst>
              <a:ext uri="{FF2B5EF4-FFF2-40B4-BE49-F238E27FC236}">
                <a16:creationId xmlns:a16="http://schemas.microsoft.com/office/drawing/2014/main" id="{3C76BDC9-7A7D-CF0E-6B3E-237DC7EB9A63}"/>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BCD0515D-FAA6-458D-C15C-1CB4CD33F5CA}"/>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48862C42-6FDC-9298-29E5-940CAD266BEF}"/>
              </a:ext>
            </a:extLst>
          </p:cNvPr>
          <p:cNvSpPr>
            <a:spLocks noGrp="1"/>
          </p:cNvSpPr>
          <p:nvPr>
            <p:ph type="sldNum" sz="quarter" idx="12"/>
          </p:nvPr>
        </p:nvSpPr>
        <p:spPr/>
        <p:txBody>
          <a:bodyPr/>
          <a:lstStyle/>
          <a:p>
            <a:fld id="{F42B3F14-D836-496B-80A2-23BE75BD68CB}" type="slidenum">
              <a:rPr lang="nl-NL" smtClean="0"/>
              <a:t>11</a:t>
            </a:fld>
            <a:endParaRPr lang="nl-NL"/>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EE642758-385A-B04A-0D94-8086DEDC39B3}"/>
                  </a:ext>
                </a:extLst>
              </p:cNvPr>
              <p:cNvSpPr txBox="1"/>
              <p:nvPr/>
            </p:nvSpPr>
            <p:spPr>
              <a:xfrm>
                <a:off x="995437" y="2205799"/>
                <a:ext cx="7465377" cy="29841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nl-NL" i="1" smtClean="0">
                              <a:solidFill>
                                <a:schemeClr val="tx2">
                                  <a:lumMod val="60000"/>
                                  <a:lumOff val="40000"/>
                                </a:schemeClr>
                              </a:solidFill>
                              <a:latin typeface="Cambria Math" panose="02040503050406030204" pitchFamily="18" charset="0"/>
                            </a:rPr>
                          </m:ctrlPr>
                        </m:sSubPr>
                        <m:e>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m:t>
                          </m:r>
                          <m:r>
                            <a:rPr lang="nl-NL" b="0" i="1" smtClean="0">
                              <a:solidFill>
                                <a:schemeClr val="tx2">
                                  <a:lumMod val="60000"/>
                                  <a:lumOff val="40000"/>
                                </a:schemeClr>
                              </a:solidFill>
                              <a:latin typeface="Cambria Math" panose="02040503050406030204" pitchFamily="18" charset="0"/>
                            </a:rPr>
                            <m:t>𝑠</m:t>
                          </m:r>
                          <m:r>
                            <a:rPr lang="nl-NL" i="1">
                              <a:solidFill>
                                <a:schemeClr val="tx2">
                                  <a:lumMod val="60000"/>
                                  <a:lumOff val="40000"/>
                                </a:schemeClr>
                              </a:solidFill>
                              <a:latin typeface="Cambria Math" panose="02040503050406030204" pitchFamily="18" charset="0"/>
                            </a:rPr>
                            <m:t>𝑝𝑙𝑎𝑐𝑒𝑚𝑒𝑛𝑡</m:t>
                          </m:r>
                        </m:sub>
                      </m:sSub>
                      <m:r>
                        <a:rPr lang="nl-NL" i="1">
                          <a:solidFill>
                            <a:schemeClr val="tx2">
                              <a:lumMod val="60000"/>
                              <a:lumOff val="40000"/>
                            </a:schemeClr>
                          </a:solidFill>
                          <a:latin typeface="Cambria Math" panose="02040503050406030204" pitchFamily="18" charset="0"/>
                        </a:rPr>
                        <m:t>&lt;0</m:t>
                      </m:r>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𝑐𝑟𝑖𝑡𝑖𝑐𝑎𝑙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𝑑𝑖𝑠𝑝𝑙𝑎𝑐𝑒𝑚𝑒𝑛𝑡</m:t>
                      </m:r>
                      <m:r>
                        <a:rPr lang="nl-NL" b="0" i="1" smtClean="0">
                          <a:solidFill>
                            <a:schemeClr val="tx2">
                              <a:lumMod val="60000"/>
                              <a:lumOff val="40000"/>
                            </a:schemeClr>
                          </a:solidFill>
                          <a:latin typeface="Cambria Math" panose="02040503050406030204" pitchFamily="18" charset="0"/>
                        </a:rPr>
                        <m:t>&lt; </m:t>
                      </m:r>
                      <m:r>
                        <a:rPr lang="nl-NL" b="0" i="1" smtClean="0">
                          <a:solidFill>
                            <a:schemeClr val="tx2">
                              <a:lumMod val="60000"/>
                              <a:lumOff val="40000"/>
                            </a:schemeClr>
                          </a:solidFill>
                          <a:latin typeface="Cambria Math" panose="02040503050406030204" pitchFamily="18" charset="0"/>
                        </a:rPr>
                        <m:t>𝑡𝑜𝑡𝑎𝑙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𝑑𝑖𝑠𝑝𝑙𝑎𝑐𝑒𝑚𝑒𝑛𝑡</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𝑥</m:t>
                      </m:r>
                      <m:r>
                        <a:rPr lang="nl-NL" b="0" i="1" smtClean="0">
                          <a:solidFill>
                            <a:schemeClr val="tx2">
                              <a:lumMod val="60000"/>
                              <a:lumOff val="40000"/>
                            </a:schemeClr>
                          </a:solidFill>
                          <a:latin typeface="Cambria Math" panose="02040503050406030204" pitchFamily="18" charset="0"/>
                        </a:rPr>
                        <m:t>)</m:t>
                      </m:r>
                    </m:oMath>
                  </m:oMathPara>
                </a14:m>
                <a:endParaRPr lang="nl-NL" dirty="0">
                  <a:solidFill>
                    <a:schemeClr val="tx2">
                      <a:lumMod val="60000"/>
                      <a:lumOff val="40000"/>
                    </a:schemeClr>
                  </a:solidFill>
                </a:endParaRPr>
              </a:p>
            </p:txBody>
          </p:sp>
        </mc:Choice>
        <mc:Fallback xmlns="">
          <p:sp>
            <p:nvSpPr>
              <p:cNvPr id="7" name="TextBox 6">
                <a:extLst>
                  <a:ext uri="{FF2B5EF4-FFF2-40B4-BE49-F238E27FC236}">
                    <a16:creationId xmlns:a16="http://schemas.microsoft.com/office/drawing/2014/main" id="{EE642758-385A-B04A-0D94-8086DEDC39B3}"/>
                  </a:ext>
                </a:extLst>
              </p:cNvPr>
              <p:cNvSpPr txBox="1">
                <a:spLocks noRot="1" noChangeAspect="1" noMove="1" noResize="1" noEditPoints="1" noAdjustHandles="1" noChangeArrowheads="1" noChangeShapeType="1" noTextEdit="1"/>
              </p:cNvSpPr>
              <p:nvPr/>
            </p:nvSpPr>
            <p:spPr>
              <a:xfrm>
                <a:off x="995437" y="2205799"/>
                <a:ext cx="7465377" cy="298415"/>
              </a:xfrm>
              <a:prstGeom prst="rect">
                <a:avLst/>
              </a:prstGeom>
              <a:blipFill>
                <a:blip r:embed="rId2"/>
                <a:stretch>
                  <a:fillRect l="-163" r="-571" b="-2653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6DC21BBF-D9F7-3BF8-BC94-A547B99AECE3}"/>
                  </a:ext>
                </a:extLst>
              </p:cNvPr>
              <p:cNvSpPr txBox="1"/>
              <p:nvPr/>
            </p:nvSpPr>
            <p:spPr>
              <a:xfrm>
                <a:off x="995437" y="3750403"/>
                <a:ext cx="7950445" cy="29956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nl-NL" b="0" i="1" smtClean="0">
                              <a:solidFill>
                                <a:schemeClr val="tx2">
                                  <a:lumMod val="60000"/>
                                  <a:lumOff val="40000"/>
                                </a:schemeClr>
                              </a:solidFill>
                              <a:latin typeface="Cambria Math" panose="02040503050406030204" pitchFamily="18" charset="0"/>
                            </a:rPr>
                          </m:ctrlPr>
                        </m:sSubPr>
                        <m:e>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𝑍</m:t>
                          </m:r>
                        </m:e>
                        <m:sub>
                          <m:r>
                            <a:rPr lang="nl-NL" b="0" i="1" smtClean="0">
                              <a:solidFill>
                                <a:schemeClr val="tx2">
                                  <a:lumMod val="60000"/>
                                  <a:lumOff val="40000"/>
                                </a:schemeClr>
                              </a:solidFill>
                              <a:latin typeface="Cambria Math" panose="02040503050406030204" pitchFamily="18" charset="0"/>
                            </a:rPr>
                            <m:t>𝑏𝑒𝑛𝑑𝑖𝑛𝑔</m:t>
                          </m:r>
                        </m:sub>
                      </m:sSub>
                      <m:r>
                        <a:rPr lang="nl-NL" b="0" i="1" smtClean="0">
                          <a:solidFill>
                            <a:schemeClr val="tx2">
                              <a:lumMod val="60000"/>
                              <a:lumOff val="40000"/>
                            </a:schemeClr>
                          </a:solidFill>
                          <a:latin typeface="Cambria Math" panose="02040503050406030204" pitchFamily="18" charset="0"/>
                        </a:rPr>
                        <m:t>&lt;0)=</m:t>
                      </m:r>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𝑐𝑟𝑖𝑡𝑖𝑐𝑎𝑙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𝑏𝑒𝑛𝑑𝑖𝑛𝑔</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𝑚𝑜𝑚𝑒𝑛𝑡</m:t>
                      </m:r>
                      <m:r>
                        <a:rPr lang="nl-NL" b="0" i="1" smtClean="0">
                          <a:solidFill>
                            <a:schemeClr val="tx2">
                              <a:lumMod val="60000"/>
                              <a:lumOff val="40000"/>
                            </a:schemeClr>
                          </a:solidFill>
                          <a:latin typeface="Cambria Math" panose="02040503050406030204" pitchFamily="18" charset="0"/>
                        </a:rPr>
                        <m:t>&lt;</m:t>
                      </m:r>
                      <m:r>
                        <a:rPr lang="nl-NL" b="0" i="1" smtClean="0">
                          <a:solidFill>
                            <a:schemeClr val="tx2">
                              <a:lumMod val="60000"/>
                              <a:lumOff val="40000"/>
                            </a:schemeClr>
                          </a:solidFill>
                          <a:latin typeface="Cambria Math" panose="02040503050406030204" pitchFamily="18" charset="0"/>
                        </a:rPr>
                        <m:t>𝑚𝑎𝑥𝑖𝑚𝑎𝑙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𝑏𝑒𝑛𝑑𝑖𝑛𝑔</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𝑚𝑜𝑚𝑒𝑛𝑡</m:t>
                      </m:r>
                      <m:r>
                        <a:rPr lang="nl-NL" b="0" i="1" smtClean="0">
                          <a:solidFill>
                            <a:schemeClr val="tx2">
                              <a:lumMod val="60000"/>
                              <a:lumOff val="40000"/>
                            </a:schemeClr>
                          </a:solidFill>
                          <a:latin typeface="Cambria Math" panose="02040503050406030204" pitchFamily="18" charset="0"/>
                        </a:rPr>
                        <m:t>)</m:t>
                      </m:r>
                    </m:oMath>
                  </m:oMathPara>
                </a14:m>
                <a:endParaRPr lang="nl-NL" dirty="0">
                  <a:solidFill>
                    <a:schemeClr val="tx2">
                      <a:lumMod val="60000"/>
                      <a:lumOff val="40000"/>
                    </a:schemeClr>
                  </a:solidFill>
                </a:endParaRPr>
              </a:p>
            </p:txBody>
          </p:sp>
        </mc:Choice>
        <mc:Fallback xmlns="">
          <p:sp>
            <p:nvSpPr>
              <p:cNvPr id="8" name="TextBox 7">
                <a:extLst>
                  <a:ext uri="{FF2B5EF4-FFF2-40B4-BE49-F238E27FC236}">
                    <a16:creationId xmlns:a16="http://schemas.microsoft.com/office/drawing/2014/main" id="{6DC21BBF-D9F7-3BF8-BC94-A547B99AECE3}"/>
                  </a:ext>
                </a:extLst>
              </p:cNvPr>
              <p:cNvSpPr txBox="1">
                <a:spLocks noRot="1" noChangeAspect="1" noMove="1" noResize="1" noEditPoints="1" noAdjustHandles="1" noChangeArrowheads="1" noChangeShapeType="1" noTextEdit="1"/>
              </p:cNvSpPr>
              <p:nvPr/>
            </p:nvSpPr>
            <p:spPr>
              <a:xfrm>
                <a:off x="995437" y="3750403"/>
                <a:ext cx="7950445" cy="299569"/>
              </a:xfrm>
              <a:prstGeom prst="rect">
                <a:avLst/>
              </a:prstGeom>
              <a:blipFill>
                <a:blip r:embed="rId3"/>
                <a:stretch>
                  <a:fillRect r="-307" b="-30612"/>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591B327D-5064-9AE7-C2C3-2605D103F585}"/>
                  </a:ext>
                </a:extLst>
              </p:cNvPr>
              <p:cNvSpPr txBox="1"/>
              <p:nvPr/>
            </p:nvSpPr>
            <p:spPr>
              <a:xfrm>
                <a:off x="995437" y="5243780"/>
                <a:ext cx="3704219" cy="29956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nl-NL" b="0" i="1" smtClean="0">
                              <a:solidFill>
                                <a:schemeClr val="tx2">
                                  <a:lumMod val="60000"/>
                                  <a:lumOff val="40000"/>
                                </a:schemeClr>
                              </a:solidFill>
                              <a:latin typeface="Cambria Math" panose="02040503050406030204" pitchFamily="18" charset="0"/>
                            </a:rPr>
                          </m:ctrlPr>
                        </m:sSubPr>
                        <m:e>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sSub>
                            <m:sSubPr>
                              <m:ctrlPr>
                                <a:rPr lang="nl-NL" i="1">
                                  <a:solidFill>
                                    <a:schemeClr val="tx2">
                                      <a:lumMod val="60000"/>
                                      <a:lumOff val="40000"/>
                                    </a:schemeClr>
                                  </a:solidFill>
                                  <a:latin typeface="Cambria Math" panose="02040503050406030204" pitchFamily="18" charset="0"/>
                                </a:rPr>
                              </m:ctrlPr>
                            </m:sSubPr>
                            <m:e>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m:t>
                              </m:r>
                              <m:r>
                                <a:rPr lang="nl-NL" b="0" i="1" smtClean="0">
                                  <a:solidFill>
                                    <a:schemeClr val="tx2">
                                      <a:lumMod val="60000"/>
                                      <a:lumOff val="40000"/>
                                    </a:schemeClr>
                                  </a:solidFill>
                                  <a:latin typeface="Cambria Math" panose="02040503050406030204" pitchFamily="18" charset="0"/>
                                </a:rPr>
                                <m:t>𝑠</m:t>
                              </m:r>
                              <m:r>
                                <a:rPr lang="nl-NL" i="1">
                                  <a:solidFill>
                                    <a:schemeClr val="tx2">
                                      <a:lumMod val="60000"/>
                                      <a:lumOff val="40000"/>
                                    </a:schemeClr>
                                  </a:solidFill>
                                  <a:latin typeface="Cambria Math" panose="02040503050406030204" pitchFamily="18" charset="0"/>
                                </a:rPr>
                                <m:t>𝑝𝑙𝑎𝑐𝑒𝑚𝑒𝑛𝑡</m:t>
                              </m:r>
                            </m:sub>
                          </m:sSub>
                          <m:r>
                            <a:rPr lang="nl-NL" i="1">
                              <a:solidFill>
                                <a:schemeClr val="tx2">
                                  <a:lumMod val="60000"/>
                                  <a:lumOff val="40000"/>
                                </a:schemeClr>
                              </a:solidFill>
                              <a:latin typeface="Cambria Math" panose="02040503050406030204" pitchFamily="18" charset="0"/>
                            </a:rPr>
                            <m:t>&lt;0</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𝑜𝑟</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𝑍</m:t>
                          </m:r>
                        </m:e>
                        <m:sub>
                          <m:r>
                            <a:rPr lang="nl-NL" b="0" i="1" smtClean="0">
                              <a:solidFill>
                                <a:schemeClr val="tx2">
                                  <a:lumMod val="60000"/>
                                  <a:lumOff val="40000"/>
                                </a:schemeClr>
                              </a:solidFill>
                              <a:latin typeface="Cambria Math" panose="02040503050406030204" pitchFamily="18" charset="0"/>
                            </a:rPr>
                            <m:t>𝑏𝑒𝑛𝑑𝑖𝑛𝑔</m:t>
                          </m:r>
                        </m:sub>
                      </m:sSub>
                      <m:r>
                        <a:rPr lang="nl-NL" b="0" i="1" smtClean="0">
                          <a:solidFill>
                            <a:schemeClr val="tx2">
                              <a:lumMod val="60000"/>
                              <a:lumOff val="40000"/>
                            </a:schemeClr>
                          </a:solidFill>
                          <a:latin typeface="Cambria Math" panose="02040503050406030204" pitchFamily="18" charset="0"/>
                        </a:rPr>
                        <m:t>&lt;0)</m:t>
                      </m:r>
                    </m:oMath>
                  </m:oMathPara>
                </a14:m>
                <a:endParaRPr lang="nl-NL" dirty="0">
                  <a:solidFill>
                    <a:schemeClr val="tx2">
                      <a:lumMod val="60000"/>
                      <a:lumOff val="40000"/>
                    </a:schemeClr>
                  </a:solidFill>
                </a:endParaRPr>
              </a:p>
            </p:txBody>
          </p:sp>
        </mc:Choice>
        <mc:Fallback xmlns="">
          <p:sp>
            <p:nvSpPr>
              <p:cNvPr id="9" name="TextBox 8">
                <a:extLst>
                  <a:ext uri="{FF2B5EF4-FFF2-40B4-BE49-F238E27FC236}">
                    <a16:creationId xmlns:a16="http://schemas.microsoft.com/office/drawing/2014/main" id="{591B327D-5064-9AE7-C2C3-2605D103F585}"/>
                  </a:ext>
                </a:extLst>
              </p:cNvPr>
              <p:cNvSpPr txBox="1">
                <a:spLocks noRot="1" noChangeAspect="1" noMove="1" noResize="1" noEditPoints="1" noAdjustHandles="1" noChangeArrowheads="1" noChangeShapeType="1" noTextEdit="1"/>
              </p:cNvSpPr>
              <p:nvPr/>
            </p:nvSpPr>
            <p:spPr>
              <a:xfrm>
                <a:off x="995437" y="5243780"/>
                <a:ext cx="3704219" cy="299569"/>
              </a:xfrm>
              <a:prstGeom prst="rect">
                <a:avLst/>
              </a:prstGeom>
              <a:blipFill>
                <a:blip r:embed="rId4"/>
                <a:stretch>
                  <a:fillRect l="-822" r="-1645" b="-30612"/>
                </a:stretch>
              </a:blipFill>
            </p:spPr>
            <p:txBody>
              <a:bodyPr/>
              <a:lstStyle/>
              <a:p>
                <a:r>
                  <a:rPr lang="nl-NL">
                    <a:noFill/>
                  </a:rPr>
                  <a:t> </a:t>
                </a:r>
              </a:p>
            </p:txBody>
          </p:sp>
        </mc:Fallback>
      </mc:AlternateContent>
    </p:spTree>
    <p:extLst>
      <p:ext uri="{BB962C8B-B14F-4D97-AF65-F5344CB8AC3E}">
        <p14:creationId xmlns:p14="http://schemas.microsoft.com/office/powerpoint/2010/main" val="27567983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0BDB28-6EA3-EACA-DEC4-5AC67CF4CF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4EA3B4-98B2-224D-238C-AF4773161F1B}"/>
              </a:ext>
            </a:extLst>
          </p:cNvPr>
          <p:cNvSpPr>
            <a:spLocks noGrp="1"/>
          </p:cNvSpPr>
          <p:nvPr>
            <p:ph type="title"/>
          </p:nvPr>
        </p:nvSpPr>
        <p:spPr/>
        <p:txBody>
          <a:bodyPr/>
          <a:lstStyle/>
          <a:p>
            <a:r>
              <a:rPr lang="nl-NL" dirty="0"/>
              <a:t>Betrouwbaarheidsanalyse</a:t>
            </a:r>
          </a:p>
        </p:txBody>
      </p:sp>
      <p:sp>
        <p:nvSpPr>
          <p:cNvPr id="3" name="Content Placeholder 2">
            <a:extLst>
              <a:ext uri="{FF2B5EF4-FFF2-40B4-BE49-F238E27FC236}">
                <a16:creationId xmlns:a16="http://schemas.microsoft.com/office/drawing/2014/main" id="{9EDE413D-CDAE-E37C-933F-CCD481E5FCF2}"/>
              </a:ext>
            </a:extLst>
          </p:cNvPr>
          <p:cNvSpPr>
            <a:spLocks noGrp="1"/>
          </p:cNvSpPr>
          <p:nvPr>
            <p:ph idx="1"/>
          </p:nvPr>
        </p:nvSpPr>
        <p:spPr>
          <a:xfrm>
            <a:off x="760414" y="1740188"/>
            <a:ext cx="10512349" cy="4320000"/>
          </a:xfrm>
        </p:spPr>
        <p:txBody>
          <a:bodyPr/>
          <a:lstStyle/>
          <a:p>
            <a:r>
              <a:rPr lang="nl-NL" dirty="0"/>
              <a:t>Faalkans voor de verplaatsing, FORM:</a:t>
            </a:r>
          </a:p>
          <a:p>
            <a:pPr marL="342900" indent="-342900">
              <a:buFont typeface="+mj-lt"/>
              <a:buAutoNum type="arabicPeriod"/>
            </a:pPr>
            <a:endParaRPr lang="nl-NL" dirty="0"/>
          </a:p>
        </p:txBody>
      </p:sp>
      <p:sp>
        <p:nvSpPr>
          <p:cNvPr id="4" name="Date Placeholder 3">
            <a:extLst>
              <a:ext uri="{FF2B5EF4-FFF2-40B4-BE49-F238E27FC236}">
                <a16:creationId xmlns:a16="http://schemas.microsoft.com/office/drawing/2014/main" id="{CD1B82CD-8D23-4539-D9C0-BFC762D57A74}"/>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D0AB7550-D734-E7D9-C1A6-45FB0809F59C}"/>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1195F7A7-BEED-7748-3150-B5C48D377AEB}"/>
              </a:ext>
            </a:extLst>
          </p:cNvPr>
          <p:cNvSpPr>
            <a:spLocks noGrp="1"/>
          </p:cNvSpPr>
          <p:nvPr>
            <p:ph type="sldNum" sz="quarter" idx="12"/>
          </p:nvPr>
        </p:nvSpPr>
        <p:spPr/>
        <p:txBody>
          <a:bodyPr/>
          <a:lstStyle/>
          <a:p>
            <a:fld id="{F42B3F14-D836-496B-80A2-23BE75BD68CB}" type="slidenum">
              <a:rPr lang="nl-NL" smtClean="0"/>
              <a:t>12</a:t>
            </a:fld>
            <a:endParaRPr lang="nl-NL"/>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A80786F-018F-5881-15C2-AA5FBB84AB56}"/>
                  </a:ext>
                </a:extLst>
              </p:cNvPr>
              <p:cNvSpPr txBox="1"/>
              <p:nvPr/>
            </p:nvSpPr>
            <p:spPr>
              <a:xfrm>
                <a:off x="987044" y="2205799"/>
                <a:ext cx="7533473" cy="29841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nl-NL" b="0" i="0" smtClean="0">
                          <a:solidFill>
                            <a:schemeClr val="tx2">
                              <a:lumMod val="60000"/>
                              <a:lumOff val="40000"/>
                            </a:schemeClr>
                          </a:solidFill>
                          <a:latin typeface="Cambria Math" panose="02040503050406030204" pitchFamily="18" charset="0"/>
                        </a:rPr>
                        <m:t>P</m:t>
                      </m:r>
                      <m:r>
                        <a:rPr lang="nl-NL" b="0" i="0" smtClean="0">
                          <a:solidFill>
                            <a:schemeClr val="tx2">
                              <a:lumMod val="60000"/>
                              <a:lumOff val="40000"/>
                            </a:schemeClr>
                          </a:solidFill>
                          <a:latin typeface="Cambria Math" panose="02040503050406030204" pitchFamily="18" charset="0"/>
                        </a:rPr>
                        <m:t>(</m:t>
                      </m:r>
                      <m:sSub>
                        <m:sSubPr>
                          <m:ctrlPr>
                            <a:rPr lang="nl-NL" i="1">
                              <a:solidFill>
                                <a:schemeClr val="tx2">
                                  <a:lumMod val="60000"/>
                                  <a:lumOff val="40000"/>
                                </a:schemeClr>
                              </a:solidFill>
                              <a:latin typeface="Cambria Math" panose="02040503050406030204" pitchFamily="18" charset="0"/>
                            </a:rPr>
                          </m:ctrlPr>
                        </m:sSubPr>
                        <m:e>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𝑑𝑖𝑝𝑙𝑎𝑐𝑒𝑚𝑒𝑛𝑡</m:t>
                          </m:r>
                        </m:sub>
                      </m:sSub>
                      <m:r>
                        <a:rPr lang="nl-NL" i="1">
                          <a:solidFill>
                            <a:schemeClr val="tx2">
                              <a:lumMod val="60000"/>
                              <a:lumOff val="40000"/>
                            </a:schemeClr>
                          </a:solidFill>
                          <a:latin typeface="Cambria Math" panose="02040503050406030204" pitchFamily="18" charset="0"/>
                        </a:rPr>
                        <m:t>&lt;0</m:t>
                      </m:r>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𝑐𝑟𝑖𝑡𝑖𝑐𝑎𝑙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𝑑𝑖𝑠𝑝𝑙𝑎𝑐𝑒𝑚𝑒𝑛𝑡</m:t>
                      </m:r>
                      <m:r>
                        <a:rPr lang="nl-NL" b="0" i="1" smtClean="0">
                          <a:solidFill>
                            <a:schemeClr val="tx2">
                              <a:lumMod val="60000"/>
                              <a:lumOff val="40000"/>
                            </a:schemeClr>
                          </a:solidFill>
                          <a:latin typeface="Cambria Math" panose="02040503050406030204" pitchFamily="18" charset="0"/>
                        </a:rPr>
                        <m:t>&lt; </m:t>
                      </m:r>
                      <m:r>
                        <a:rPr lang="nl-NL" b="0" i="1" smtClean="0">
                          <a:solidFill>
                            <a:schemeClr val="tx2">
                              <a:lumMod val="60000"/>
                              <a:lumOff val="40000"/>
                            </a:schemeClr>
                          </a:solidFill>
                          <a:latin typeface="Cambria Math" panose="02040503050406030204" pitchFamily="18" charset="0"/>
                        </a:rPr>
                        <m:t>𝑡𝑜𝑡𝑎𝑙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𝑑𝑖𝑠𝑝𝑙𝑎𝑐𝑒𝑚𝑒𝑛𝑡</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𝑥</m:t>
                      </m:r>
                      <m:r>
                        <a:rPr lang="nl-NL" b="0" i="1" smtClean="0">
                          <a:solidFill>
                            <a:schemeClr val="tx2">
                              <a:lumMod val="60000"/>
                              <a:lumOff val="40000"/>
                            </a:schemeClr>
                          </a:solidFill>
                          <a:latin typeface="Cambria Math" panose="02040503050406030204" pitchFamily="18" charset="0"/>
                        </a:rPr>
                        <m:t>)</m:t>
                      </m:r>
                    </m:oMath>
                  </m:oMathPara>
                </a14:m>
                <a:endParaRPr lang="nl-NL" dirty="0">
                  <a:solidFill>
                    <a:schemeClr val="tx2">
                      <a:lumMod val="60000"/>
                      <a:lumOff val="40000"/>
                    </a:schemeClr>
                  </a:solidFill>
                </a:endParaRPr>
              </a:p>
            </p:txBody>
          </p:sp>
        </mc:Choice>
        <mc:Fallback xmlns="">
          <p:sp>
            <p:nvSpPr>
              <p:cNvPr id="7" name="TextBox 6">
                <a:extLst>
                  <a:ext uri="{FF2B5EF4-FFF2-40B4-BE49-F238E27FC236}">
                    <a16:creationId xmlns:a16="http://schemas.microsoft.com/office/drawing/2014/main" id="{1A80786F-018F-5881-15C2-AA5FBB84AB56}"/>
                  </a:ext>
                </a:extLst>
              </p:cNvPr>
              <p:cNvSpPr txBox="1">
                <a:spLocks noRot="1" noChangeAspect="1" noMove="1" noResize="1" noEditPoints="1" noAdjustHandles="1" noChangeArrowheads="1" noChangeShapeType="1" noTextEdit="1"/>
              </p:cNvSpPr>
              <p:nvPr/>
            </p:nvSpPr>
            <p:spPr>
              <a:xfrm>
                <a:off x="987044" y="2205799"/>
                <a:ext cx="7533473" cy="298415"/>
              </a:xfrm>
              <a:prstGeom prst="rect">
                <a:avLst/>
              </a:prstGeom>
              <a:blipFill>
                <a:blip r:embed="rId2"/>
                <a:stretch>
                  <a:fillRect b="-26531"/>
                </a:stretch>
              </a:blipFill>
            </p:spPr>
            <p:txBody>
              <a:bodyPr/>
              <a:lstStyle/>
              <a:p>
                <a:r>
                  <a:rPr lang="nl-NL">
                    <a:noFill/>
                  </a:rPr>
                  <a:t> </a:t>
                </a:r>
              </a:p>
            </p:txBody>
          </p:sp>
        </mc:Fallback>
      </mc:AlternateContent>
      <p:graphicFrame>
        <p:nvGraphicFramePr>
          <p:cNvPr id="11" name="Table 10">
            <a:extLst>
              <a:ext uri="{FF2B5EF4-FFF2-40B4-BE49-F238E27FC236}">
                <a16:creationId xmlns:a16="http://schemas.microsoft.com/office/drawing/2014/main" id="{A4C08C42-E55E-158B-9B7E-7080F1FE61D8}"/>
              </a:ext>
            </a:extLst>
          </p:cNvPr>
          <p:cNvGraphicFramePr>
            <a:graphicFrameLocks noGrp="1"/>
          </p:cNvGraphicFramePr>
          <p:nvPr>
            <p:extLst>
              <p:ext uri="{D42A27DB-BD31-4B8C-83A1-F6EECF244321}">
                <p14:modId xmlns:p14="http://schemas.microsoft.com/office/powerpoint/2010/main" val="227736681"/>
              </p:ext>
            </p:extLst>
          </p:nvPr>
        </p:nvGraphicFramePr>
        <p:xfrm>
          <a:off x="1117600" y="3158508"/>
          <a:ext cx="8614875" cy="1854200"/>
        </p:xfrm>
        <a:graphic>
          <a:graphicData uri="http://schemas.openxmlformats.org/drawingml/2006/table">
            <a:tbl>
              <a:tblPr firstRow="1" bandRow="1">
                <a:tableStyleId>{5C22544A-7EE6-4342-B048-85BDC9FD1C3A}</a:tableStyleId>
              </a:tblPr>
              <a:tblGrid>
                <a:gridCol w="3247404">
                  <a:extLst>
                    <a:ext uri="{9D8B030D-6E8A-4147-A177-3AD203B41FA5}">
                      <a16:colId xmlns:a16="http://schemas.microsoft.com/office/drawing/2014/main" val="2781947665"/>
                    </a:ext>
                  </a:extLst>
                </a:gridCol>
                <a:gridCol w="2495846">
                  <a:extLst>
                    <a:ext uri="{9D8B030D-6E8A-4147-A177-3AD203B41FA5}">
                      <a16:colId xmlns:a16="http://schemas.microsoft.com/office/drawing/2014/main" val="1422021900"/>
                    </a:ext>
                  </a:extLst>
                </a:gridCol>
                <a:gridCol w="2871625">
                  <a:extLst>
                    <a:ext uri="{9D8B030D-6E8A-4147-A177-3AD203B41FA5}">
                      <a16:colId xmlns:a16="http://schemas.microsoft.com/office/drawing/2014/main" val="1774012867"/>
                    </a:ext>
                  </a:extLst>
                </a:gridCol>
              </a:tblGrid>
              <a:tr h="370840">
                <a:tc>
                  <a:txBody>
                    <a:bodyPr/>
                    <a:lstStyle/>
                    <a:p>
                      <a:pPr algn="ctr"/>
                      <a:r>
                        <a:rPr lang="nl-NL" dirty="0"/>
                        <a:t>Kritieke verplaatsing [m]</a:t>
                      </a:r>
                    </a:p>
                  </a:txBody>
                  <a:tcPr/>
                </a:tc>
                <a:tc>
                  <a:txBody>
                    <a:bodyPr/>
                    <a:lstStyle/>
                    <a:p>
                      <a:pPr algn="ctr"/>
                      <a:r>
                        <a:rPr lang="nl-NL" dirty="0"/>
                        <a:t>Faalkans</a:t>
                      </a:r>
                    </a:p>
                  </a:txBody>
                  <a:tcPr/>
                </a:tc>
                <a:tc>
                  <a:txBody>
                    <a:bodyPr/>
                    <a:lstStyle/>
                    <a:p>
                      <a:pPr algn="ctr"/>
                      <a:r>
                        <a:rPr lang="nl-NL" dirty="0"/>
                        <a:t>Betrouwbaarheidsindex</a:t>
                      </a:r>
                    </a:p>
                  </a:txBody>
                  <a:tcPr/>
                </a:tc>
                <a:extLst>
                  <a:ext uri="{0D108BD9-81ED-4DB2-BD59-A6C34878D82A}">
                    <a16:rowId xmlns:a16="http://schemas.microsoft.com/office/drawing/2014/main" val="1162540976"/>
                  </a:ext>
                </a:extLst>
              </a:tr>
              <a:tr h="370840">
                <a:tc>
                  <a:txBody>
                    <a:bodyPr/>
                    <a:lstStyle/>
                    <a:p>
                      <a:pPr algn="ctr"/>
                      <a:r>
                        <a:rPr lang="nl-NL" dirty="0"/>
                        <a:t>-0.19</a:t>
                      </a:r>
                    </a:p>
                  </a:txBody>
                  <a:tcPr/>
                </a:tc>
                <a:tc>
                  <a:txBody>
                    <a:bodyPr/>
                    <a:lstStyle/>
                    <a:p>
                      <a:pPr algn="ctr"/>
                      <a:r>
                        <a:rPr lang="nl-NL" dirty="0"/>
                        <a:t>0.02</a:t>
                      </a:r>
                    </a:p>
                  </a:txBody>
                  <a:tcPr/>
                </a:tc>
                <a:tc>
                  <a:txBody>
                    <a:bodyPr/>
                    <a:lstStyle/>
                    <a:p>
                      <a:pPr algn="ctr"/>
                      <a:r>
                        <a:rPr lang="nl-NL" dirty="0"/>
                        <a:t>1.99</a:t>
                      </a:r>
                    </a:p>
                  </a:txBody>
                  <a:tcPr/>
                </a:tc>
                <a:extLst>
                  <a:ext uri="{0D108BD9-81ED-4DB2-BD59-A6C34878D82A}">
                    <a16:rowId xmlns:a16="http://schemas.microsoft.com/office/drawing/2014/main" val="3161623711"/>
                  </a:ext>
                </a:extLst>
              </a:tr>
              <a:tr h="370840">
                <a:tc>
                  <a:txBody>
                    <a:bodyPr/>
                    <a:lstStyle/>
                    <a:p>
                      <a:pPr algn="ctr"/>
                      <a:r>
                        <a:rPr lang="nl-NL" dirty="0"/>
                        <a:t>-0.17</a:t>
                      </a:r>
                    </a:p>
                  </a:txBody>
                  <a:tcPr/>
                </a:tc>
                <a:tc>
                  <a:txBody>
                    <a:bodyPr/>
                    <a:lstStyle/>
                    <a:p>
                      <a:pPr algn="ctr"/>
                      <a:r>
                        <a:rPr lang="nl-NL" sz="1800" b="0" i="0" kern="1200" dirty="0">
                          <a:solidFill>
                            <a:schemeClr val="dk1"/>
                          </a:solidFill>
                          <a:effectLst/>
                          <a:latin typeface="+mn-lt"/>
                          <a:ea typeface="+mn-ea"/>
                          <a:cs typeface="+mn-cs"/>
                        </a:rPr>
                        <a:t>0.24</a:t>
                      </a:r>
                      <a:endParaRPr lang="nl-NL" dirty="0"/>
                    </a:p>
                  </a:txBody>
                  <a:tcPr/>
                </a:tc>
                <a:tc>
                  <a:txBody>
                    <a:bodyPr/>
                    <a:lstStyle/>
                    <a:p>
                      <a:pPr algn="ctr"/>
                      <a:r>
                        <a:rPr lang="nl-NL" sz="1800" b="0" i="0" kern="1200" dirty="0">
                          <a:solidFill>
                            <a:schemeClr val="dk1"/>
                          </a:solidFill>
                          <a:effectLst/>
                          <a:latin typeface="+mn-lt"/>
                          <a:ea typeface="+mn-ea"/>
                          <a:cs typeface="+mn-cs"/>
                        </a:rPr>
                        <a:t>0.72</a:t>
                      </a:r>
                      <a:endParaRPr lang="nl-NL" dirty="0"/>
                    </a:p>
                  </a:txBody>
                  <a:tcPr/>
                </a:tc>
                <a:extLst>
                  <a:ext uri="{0D108BD9-81ED-4DB2-BD59-A6C34878D82A}">
                    <a16:rowId xmlns:a16="http://schemas.microsoft.com/office/drawing/2014/main" val="3288244781"/>
                  </a:ext>
                </a:extLst>
              </a:tr>
              <a:tr h="370840">
                <a:tc>
                  <a:txBody>
                    <a:bodyPr/>
                    <a:lstStyle/>
                    <a:p>
                      <a:pPr algn="ctr"/>
                      <a:r>
                        <a:rPr lang="nl-NL" dirty="0"/>
                        <a:t>-0.15</a:t>
                      </a:r>
                    </a:p>
                  </a:txBody>
                  <a:tcPr/>
                </a:tc>
                <a:tc>
                  <a:txBody>
                    <a:bodyPr/>
                    <a:lstStyle/>
                    <a:p>
                      <a:pPr algn="ctr"/>
                      <a:r>
                        <a:rPr lang="nl-NL" sz="1800" b="0" i="0" kern="1200" dirty="0">
                          <a:solidFill>
                            <a:schemeClr val="dk1"/>
                          </a:solidFill>
                          <a:effectLst/>
                          <a:latin typeface="+mn-lt"/>
                          <a:ea typeface="+mn-ea"/>
                          <a:cs typeface="+mn-cs"/>
                        </a:rPr>
                        <a:t>0.55</a:t>
                      </a:r>
                      <a:endParaRPr lang="nl-NL" dirty="0"/>
                    </a:p>
                  </a:txBody>
                  <a:tcPr/>
                </a:tc>
                <a:tc>
                  <a:txBody>
                    <a:bodyPr/>
                    <a:lstStyle/>
                    <a:p>
                      <a:pPr algn="ctr"/>
                      <a:r>
                        <a:rPr lang="nl-NL" sz="1800" b="0" i="0" kern="1200" dirty="0">
                          <a:solidFill>
                            <a:schemeClr val="dk1"/>
                          </a:solidFill>
                          <a:effectLst/>
                          <a:latin typeface="+mn-lt"/>
                          <a:ea typeface="+mn-ea"/>
                          <a:cs typeface="+mn-cs"/>
                        </a:rPr>
                        <a:t>-0.14</a:t>
                      </a:r>
                      <a:endParaRPr lang="nl-NL" dirty="0"/>
                    </a:p>
                  </a:txBody>
                  <a:tcPr/>
                </a:tc>
                <a:extLst>
                  <a:ext uri="{0D108BD9-81ED-4DB2-BD59-A6C34878D82A}">
                    <a16:rowId xmlns:a16="http://schemas.microsoft.com/office/drawing/2014/main" val="4148467074"/>
                  </a:ext>
                </a:extLst>
              </a:tr>
              <a:tr h="370840">
                <a:tc>
                  <a:txBody>
                    <a:bodyPr/>
                    <a:lstStyle/>
                    <a:p>
                      <a:pPr algn="ctr"/>
                      <a:r>
                        <a:rPr lang="nl-NL" dirty="0"/>
                        <a:t>-0.10</a:t>
                      </a:r>
                    </a:p>
                  </a:txBody>
                  <a:tcPr/>
                </a:tc>
                <a:tc>
                  <a:txBody>
                    <a:bodyPr/>
                    <a:lstStyle/>
                    <a:p>
                      <a:pPr algn="ctr"/>
                      <a:r>
                        <a:rPr lang="nl-NL" dirty="0"/>
                        <a:t>1.0</a:t>
                      </a:r>
                    </a:p>
                  </a:txBody>
                  <a:tcPr/>
                </a:tc>
                <a:tc>
                  <a:txBody>
                    <a:bodyPr/>
                    <a:lstStyle/>
                    <a:p>
                      <a:pPr algn="ctr"/>
                      <a:r>
                        <a:rPr lang="nl-NL" dirty="0"/>
                        <a:t>-40.0</a:t>
                      </a:r>
                    </a:p>
                  </a:txBody>
                  <a:tcPr/>
                </a:tc>
                <a:extLst>
                  <a:ext uri="{0D108BD9-81ED-4DB2-BD59-A6C34878D82A}">
                    <a16:rowId xmlns:a16="http://schemas.microsoft.com/office/drawing/2014/main" val="3829753190"/>
                  </a:ext>
                </a:extLst>
              </a:tr>
            </a:tbl>
          </a:graphicData>
        </a:graphic>
      </p:graphicFrame>
      <p:sp>
        <p:nvSpPr>
          <p:cNvPr id="12" name="Rectangle 11">
            <a:extLst>
              <a:ext uri="{FF2B5EF4-FFF2-40B4-BE49-F238E27FC236}">
                <a16:creationId xmlns:a16="http://schemas.microsoft.com/office/drawing/2014/main" id="{A284989D-B137-5E5C-817B-5819924B0283}"/>
              </a:ext>
            </a:extLst>
          </p:cNvPr>
          <p:cNvSpPr/>
          <p:nvPr/>
        </p:nvSpPr>
        <p:spPr>
          <a:xfrm>
            <a:off x="1117600" y="3543300"/>
            <a:ext cx="8614875" cy="304800"/>
          </a:xfrm>
          <a:custGeom>
            <a:avLst/>
            <a:gdLst>
              <a:gd name="connsiteX0" fmla="*/ 0 w 8614875"/>
              <a:gd name="connsiteY0" fmla="*/ 0 h 304800"/>
              <a:gd name="connsiteX1" fmla="*/ 488176 w 8614875"/>
              <a:gd name="connsiteY1" fmla="*/ 0 h 304800"/>
              <a:gd name="connsiteX2" fmla="*/ 890204 w 8614875"/>
              <a:gd name="connsiteY2" fmla="*/ 0 h 304800"/>
              <a:gd name="connsiteX3" fmla="*/ 1464529 w 8614875"/>
              <a:gd name="connsiteY3" fmla="*/ 0 h 304800"/>
              <a:gd name="connsiteX4" fmla="*/ 1780408 w 8614875"/>
              <a:gd name="connsiteY4" fmla="*/ 0 h 304800"/>
              <a:gd name="connsiteX5" fmla="*/ 2182435 w 8614875"/>
              <a:gd name="connsiteY5" fmla="*/ 0 h 304800"/>
              <a:gd name="connsiteX6" fmla="*/ 2929057 w 8614875"/>
              <a:gd name="connsiteY6" fmla="*/ 0 h 304800"/>
              <a:gd name="connsiteX7" fmla="*/ 3503382 w 8614875"/>
              <a:gd name="connsiteY7" fmla="*/ 0 h 304800"/>
              <a:gd name="connsiteX8" fmla="*/ 3905410 w 8614875"/>
              <a:gd name="connsiteY8" fmla="*/ 0 h 304800"/>
              <a:gd name="connsiteX9" fmla="*/ 4221289 w 8614875"/>
              <a:gd name="connsiteY9" fmla="*/ 0 h 304800"/>
              <a:gd name="connsiteX10" fmla="*/ 4709465 w 8614875"/>
              <a:gd name="connsiteY10" fmla="*/ 0 h 304800"/>
              <a:gd name="connsiteX11" fmla="*/ 5283790 w 8614875"/>
              <a:gd name="connsiteY11" fmla="*/ 0 h 304800"/>
              <a:gd name="connsiteX12" fmla="*/ 5685817 w 8614875"/>
              <a:gd name="connsiteY12" fmla="*/ 0 h 304800"/>
              <a:gd name="connsiteX13" fmla="*/ 6432440 w 8614875"/>
              <a:gd name="connsiteY13" fmla="*/ 0 h 304800"/>
              <a:gd name="connsiteX14" fmla="*/ 6920616 w 8614875"/>
              <a:gd name="connsiteY14" fmla="*/ 0 h 304800"/>
              <a:gd name="connsiteX15" fmla="*/ 7408792 w 8614875"/>
              <a:gd name="connsiteY15" fmla="*/ 0 h 304800"/>
              <a:gd name="connsiteX16" fmla="*/ 7896969 w 8614875"/>
              <a:gd name="connsiteY16" fmla="*/ 0 h 304800"/>
              <a:gd name="connsiteX17" fmla="*/ 8614875 w 8614875"/>
              <a:gd name="connsiteY17" fmla="*/ 0 h 304800"/>
              <a:gd name="connsiteX18" fmla="*/ 8614875 w 8614875"/>
              <a:gd name="connsiteY18" fmla="*/ 304800 h 304800"/>
              <a:gd name="connsiteX19" fmla="*/ 8040550 w 8614875"/>
              <a:gd name="connsiteY19" fmla="*/ 304800 h 304800"/>
              <a:gd name="connsiteX20" fmla="*/ 7293928 w 8614875"/>
              <a:gd name="connsiteY20" fmla="*/ 304800 h 304800"/>
              <a:gd name="connsiteX21" fmla="*/ 6891900 w 8614875"/>
              <a:gd name="connsiteY21" fmla="*/ 304800 h 304800"/>
              <a:gd name="connsiteX22" fmla="*/ 6231426 w 8614875"/>
              <a:gd name="connsiteY22" fmla="*/ 304800 h 304800"/>
              <a:gd name="connsiteX23" fmla="*/ 5657101 w 8614875"/>
              <a:gd name="connsiteY23" fmla="*/ 304800 h 304800"/>
              <a:gd name="connsiteX24" fmla="*/ 4910479 w 8614875"/>
              <a:gd name="connsiteY24" fmla="*/ 304800 h 304800"/>
              <a:gd name="connsiteX25" fmla="*/ 4508451 w 8614875"/>
              <a:gd name="connsiteY25" fmla="*/ 304800 h 304800"/>
              <a:gd name="connsiteX26" fmla="*/ 3761829 w 8614875"/>
              <a:gd name="connsiteY26" fmla="*/ 304800 h 304800"/>
              <a:gd name="connsiteX27" fmla="*/ 3445950 w 8614875"/>
              <a:gd name="connsiteY27" fmla="*/ 304800 h 304800"/>
              <a:gd name="connsiteX28" fmla="*/ 2699328 w 8614875"/>
              <a:gd name="connsiteY28" fmla="*/ 304800 h 304800"/>
              <a:gd name="connsiteX29" fmla="*/ 1952705 w 8614875"/>
              <a:gd name="connsiteY29" fmla="*/ 304800 h 304800"/>
              <a:gd name="connsiteX30" fmla="*/ 1378380 w 8614875"/>
              <a:gd name="connsiteY30" fmla="*/ 304800 h 304800"/>
              <a:gd name="connsiteX31" fmla="*/ 976353 w 8614875"/>
              <a:gd name="connsiteY31" fmla="*/ 304800 h 304800"/>
              <a:gd name="connsiteX32" fmla="*/ 488176 w 8614875"/>
              <a:gd name="connsiteY32" fmla="*/ 304800 h 304800"/>
              <a:gd name="connsiteX33" fmla="*/ 0 w 8614875"/>
              <a:gd name="connsiteY33" fmla="*/ 304800 h 304800"/>
              <a:gd name="connsiteX34" fmla="*/ 0 w 8614875"/>
              <a:gd name="connsiteY34" fmla="*/ 0 h 304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614875" h="304800" extrusionOk="0">
                <a:moveTo>
                  <a:pt x="0" y="0"/>
                </a:moveTo>
                <a:cubicBezTo>
                  <a:pt x="144277" y="-6644"/>
                  <a:pt x="352376" y="54271"/>
                  <a:pt x="488176" y="0"/>
                </a:cubicBezTo>
                <a:cubicBezTo>
                  <a:pt x="623976" y="-54271"/>
                  <a:pt x="716988" y="40241"/>
                  <a:pt x="890204" y="0"/>
                </a:cubicBezTo>
                <a:cubicBezTo>
                  <a:pt x="1063420" y="-40241"/>
                  <a:pt x="1328977" y="3905"/>
                  <a:pt x="1464529" y="0"/>
                </a:cubicBezTo>
                <a:cubicBezTo>
                  <a:pt x="1600082" y="-3905"/>
                  <a:pt x="1676960" y="26526"/>
                  <a:pt x="1780408" y="0"/>
                </a:cubicBezTo>
                <a:cubicBezTo>
                  <a:pt x="1883856" y="-26526"/>
                  <a:pt x="2053939" y="9150"/>
                  <a:pt x="2182435" y="0"/>
                </a:cubicBezTo>
                <a:cubicBezTo>
                  <a:pt x="2310931" y="-9150"/>
                  <a:pt x="2623881" y="68367"/>
                  <a:pt x="2929057" y="0"/>
                </a:cubicBezTo>
                <a:cubicBezTo>
                  <a:pt x="3234233" y="-68367"/>
                  <a:pt x="3376348" y="14315"/>
                  <a:pt x="3503382" y="0"/>
                </a:cubicBezTo>
                <a:cubicBezTo>
                  <a:pt x="3630416" y="-14315"/>
                  <a:pt x="3708577" y="42212"/>
                  <a:pt x="3905410" y="0"/>
                </a:cubicBezTo>
                <a:cubicBezTo>
                  <a:pt x="4102243" y="-42212"/>
                  <a:pt x="4068091" y="438"/>
                  <a:pt x="4221289" y="0"/>
                </a:cubicBezTo>
                <a:cubicBezTo>
                  <a:pt x="4374487" y="-438"/>
                  <a:pt x="4521307" y="27959"/>
                  <a:pt x="4709465" y="0"/>
                </a:cubicBezTo>
                <a:cubicBezTo>
                  <a:pt x="4897623" y="-27959"/>
                  <a:pt x="5140746" y="20408"/>
                  <a:pt x="5283790" y="0"/>
                </a:cubicBezTo>
                <a:cubicBezTo>
                  <a:pt x="5426834" y="-20408"/>
                  <a:pt x="5595505" y="24633"/>
                  <a:pt x="5685817" y="0"/>
                </a:cubicBezTo>
                <a:cubicBezTo>
                  <a:pt x="5776129" y="-24633"/>
                  <a:pt x="6085257" y="55229"/>
                  <a:pt x="6432440" y="0"/>
                </a:cubicBezTo>
                <a:cubicBezTo>
                  <a:pt x="6779623" y="-55229"/>
                  <a:pt x="6735777" y="26512"/>
                  <a:pt x="6920616" y="0"/>
                </a:cubicBezTo>
                <a:cubicBezTo>
                  <a:pt x="7105455" y="-26512"/>
                  <a:pt x="7183624" y="13401"/>
                  <a:pt x="7408792" y="0"/>
                </a:cubicBezTo>
                <a:cubicBezTo>
                  <a:pt x="7633960" y="-13401"/>
                  <a:pt x="7720563" y="30215"/>
                  <a:pt x="7896969" y="0"/>
                </a:cubicBezTo>
                <a:cubicBezTo>
                  <a:pt x="8073375" y="-30215"/>
                  <a:pt x="8348543" y="84464"/>
                  <a:pt x="8614875" y="0"/>
                </a:cubicBezTo>
                <a:cubicBezTo>
                  <a:pt x="8630610" y="78841"/>
                  <a:pt x="8605101" y="172418"/>
                  <a:pt x="8614875" y="304800"/>
                </a:cubicBezTo>
                <a:cubicBezTo>
                  <a:pt x="8478088" y="367983"/>
                  <a:pt x="8313452" y="252003"/>
                  <a:pt x="8040550" y="304800"/>
                </a:cubicBezTo>
                <a:cubicBezTo>
                  <a:pt x="7767649" y="357597"/>
                  <a:pt x="7506175" y="215367"/>
                  <a:pt x="7293928" y="304800"/>
                </a:cubicBezTo>
                <a:cubicBezTo>
                  <a:pt x="7081681" y="394233"/>
                  <a:pt x="6978039" y="292650"/>
                  <a:pt x="6891900" y="304800"/>
                </a:cubicBezTo>
                <a:cubicBezTo>
                  <a:pt x="6805761" y="316950"/>
                  <a:pt x="6531894" y="282119"/>
                  <a:pt x="6231426" y="304800"/>
                </a:cubicBezTo>
                <a:cubicBezTo>
                  <a:pt x="5930958" y="327481"/>
                  <a:pt x="5792527" y="249345"/>
                  <a:pt x="5657101" y="304800"/>
                </a:cubicBezTo>
                <a:cubicBezTo>
                  <a:pt x="5521676" y="360255"/>
                  <a:pt x="5201890" y="287167"/>
                  <a:pt x="4910479" y="304800"/>
                </a:cubicBezTo>
                <a:cubicBezTo>
                  <a:pt x="4619068" y="322433"/>
                  <a:pt x="4660452" y="264769"/>
                  <a:pt x="4508451" y="304800"/>
                </a:cubicBezTo>
                <a:cubicBezTo>
                  <a:pt x="4356450" y="344831"/>
                  <a:pt x="4119813" y="237483"/>
                  <a:pt x="3761829" y="304800"/>
                </a:cubicBezTo>
                <a:cubicBezTo>
                  <a:pt x="3403845" y="372117"/>
                  <a:pt x="3569663" y="293088"/>
                  <a:pt x="3445950" y="304800"/>
                </a:cubicBezTo>
                <a:cubicBezTo>
                  <a:pt x="3322237" y="316512"/>
                  <a:pt x="3059662" y="276256"/>
                  <a:pt x="2699328" y="304800"/>
                </a:cubicBezTo>
                <a:cubicBezTo>
                  <a:pt x="2338994" y="333344"/>
                  <a:pt x="2293979" y="263047"/>
                  <a:pt x="1952705" y="304800"/>
                </a:cubicBezTo>
                <a:cubicBezTo>
                  <a:pt x="1611431" y="346553"/>
                  <a:pt x="1509612" y="251757"/>
                  <a:pt x="1378380" y="304800"/>
                </a:cubicBezTo>
                <a:cubicBezTo>
                  <a:pt x="1247149" y="357843"/>
                  <a:pt x="1142319" y="288662"/>
                  <a:pt x="976353" y="304800"/>
                </a:cubicBezTo>
                <a:cubicBezTo>
                  <a:pt x="810387" y="320938"/>
                  <a:pt x="716184" y="282934"/>
                  <a:pt x="488176" y="304800"/>
                </a:cubicBezTo>
                <a:cubicBezTo>
                  <a:pt x="260168" y="326666"/>
                  <a:pt x="145214" y="263156"/>
                  <a:pt x="0" y="304800"/>
                </a:cubicBezTo>
                <a:cubicBezTo>
                  <a:pt x="-6435" y="236675"/>
                  <a:pt x="15890" y="96382"/>
                  <a:pt x="0" y="0"/>
                </a:cubicBezTo>
                <a:close/>
              </a:path>
            </a:pathLst>
          </a:custGeom>
          <a:noFill/>
          <a:ln w="38100">
            <a:solidFill>
              <a:srgbClr val="FF0000"/>
            </a:solidFill>
            <a:extLst>
              <a:ext uri="{C807C97D-BFC1-408E-A445-0C87EB9F89A2}">
                <ask:lineSketchStyleProps xmlns:ask="http://schemas.microsoft.com/office/drawing/2018/sketchyshapes" sd="3414524578">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3977681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D683C-83FD-F5E0-2EBF-5B11932558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57257C-0783-FEE7-AE93-E4192E08F1E3}"/>
              </a:ext>
            </a:extLst>
          </p:cNvPr>
          <p:cNvSpPr>
            <a:spLocks noGrp="1"/>
          </p:cNvSpPr>
          <p:nvPr>
            <p:ph type="title"/>
          </p:nvPr>
        </p:nvSpPr>
        <p:spPr/>
        <p:txBody>
          <a:bodyPr/>
          <a:lstStyle/>
          <a:p>
            <a:r>
              <a:rPr lang="nl-NL" dirty="0"/>
              <a:t>Betrouwbaarheidsanalyse</a:t>
            </a:r>
          </a:p>
        </p:txBody>
      </p:sp>
      <p:sp>
        <p:nvSpPr>
          <p:cNvPr id="3" name="Content Placeholder 2">
            <a:extLst>
              <a:ext uri="{FF2B5EF4-FFF2-40B4-BE49-F238E27FC236}">
                <a16:creationId xmlns:a16="http://schemas.microsoft.com/office/drawing/2014/main" id="{29F36235-3517-86B2-50B1-11B1215B08F1}"/>
              </a:ext>
            </a:extLst>
          </p:cNvPr>
          <p:cNvSpPr>
            <a:spLocks noGrp="1"/>
          </p:cNvSpPr>
          <p:nvPr>
            <p:ph idx="1"/>
          </p:nvPr>
        </p:nvSpPr>
        <p:spPr>
          <a:xfrm>
            <a:off x="760414" y="1740188"/>
            <a:ext cx="10512349" cy="4320000"/>
          </a:xfrm>
        </p:spPr>
        <p:txBody>
          <a:bodyPr/>
          <a:lstStyle/>
          <a:p>
            <a:r>
              <a:rPr lang="nl-NL" dirty="0"/>
              <a:t>Kritieke verplaatsing = -0,19 m:</a:t>
            </a:r>
          </a:p>
        </p:txBody>
      </p:sp>
      <p:sp>
        <p:nvSpPr>
          <p:cNvPr id="4" name="Date Placeholder 3">
            <a:extLst>
              <a:ext uri="{FF2B5EF4-FFF2-40B4-BE49-F238E27FC236}">
                <a16:creationId xmlns:a16="http://schemas.microsoft.com/office/drawing/2014/main" id="{E2D3FBAA-DD0A-3A73-44BD-B8CD22CB467C}"/>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5416FEBF-786F-292E-0F20-212B8B9ED7B4}"/>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35AE21D4-874E-93F3-C1EE-AD3E84C2C8AB}"/>
              </a:ext>
            </a:extLst>
          </p:cNvPr>
          <p:cNvSpPr>
            <a:spLocks noGrp="1"/>
          </p:cNvSpPr>
          <p:nvPr>
            <p:ph type="sldNum" sz="quarter" idx="12"/>
          </p:nvPr>
        </p:nvSpPr>
        <p:spPr/>
        <p:txBody>
          <a:bodyPr/>
          <a:lstStyle/>
          <a:p>
            <a:fld id="{F42B3F14-D836-496B-80A2-23BE75BD68CB}" type="slidenum">
              <a:rPr lang="nl-NL" smtClean="0"/>
              <a:t>13</a:t>
            </a:fld>
            <a:endParaRPr lang="nl-NL"/>
          </a:p>
        </p:txBody>
      </p:sp>
      <p:pic>
        <p:nvPicPr>
          <p:cNvPr id="14" name="Picture 13">
            <a:extLst>
              <a:ext uri="{FF2B5EF4-FFF2-40B4-BE49-F238E27FC236}">
                <a16:creationId xmlns:a16="http://schemas.microsoft.com/office/drawing/2014/main" id="{6A577AED-29D9-D55D-57DE-39A678280F35}"/>
              </a:ext>
            </a:extLst>
          </p:cNvPr>
          <p:cNvPicPr>
            <a:picLocks noChangeAspect="1"/>
          </p:cNvPicPr>
          <p:nvPr/>
        </p:nvPicPr>
        <p:blipFill>
          <a:blip r:embed="rId2"/>
          <a:stretch>
            <a:fillRect/>
          </a:stretch>
        </p:blipFill>
        <p:spPr>
          <a:xfrm>
            <a:off x="711651" y="2737982"/>
            <a:ext cx="5180132" cy="2838761"/>
          </a:xfrm>
          <a:prstGeom prst="rect">
            <a:avLst/>
          </a:prstGeom>
        </p:spPr>
      </p:pic>
      <p:pic>
        <p:nvPicPr>
          <p:cNvPr id="16" name="Picture 15">
            <a:extLst>
              <a:ext uri="{FF2B5EF4-FFF2-40B4-BE49-F238E27FC236}">
                <a16:creationId xmlns:a16="http://schemas.microsoft.com/office/drawing/2014/main" id="{E2B8585E-3F96-AAE3-3975-560CE5A04772}"/>
              </a:ext>
            </a:extLst>
          </p:cNvPr>
          <p:cNvPicPr>
            <a:picLocks noChangeAspect="1"/>
          </p:cNvPicPr>
          <p:nvPr/>
        </p:nvPicPr>
        <p:blipFill>
          <a:blip r:embed="rId3"/>
          <a:stretch>
            <a:fillRect/>
          </a:stretch>
        </p:blipFill>
        <p:spPr>
          <a:xfrm>
            <a:off x="6508392" y="2499857"/>
            <a:ext cx="4764371" cy="3496486"/>
          </a:xfrm>
          <a:prstGeom prst="rect">
            <a:avLst/>
          </a:prstGeom>
        </p:spPr>
      </p:pic>
    </p:spTree>
    <p:extLst>
      <p:ext uri="{BB962C8B-B14F-4D97-AF65-F5344CB8AC3E}">
        <p14:creationId xmlns:p14="http://schemas.microsoft.com/office/powerpoint/2010/main" val="15218436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47ABA-0C9D-FC5D-E220-13E8C56976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821D66-A720-7A4B-317A-93C836F156EF}"/>
              </a:ext>
            </a:extLst>
          </p:cNvPr>
          <p:cNvSpPr>
            <a:spLocks noGrp="1"/>
          </p:cNvSpPr>
          <p:nvPr>
            <p:ph type="title"/>
          </p:nvPr>
        </p:nvSpPr>
        <p:spPr/>
        <p:txBody>
          <a:bodyPr/>
          <a:lstStyle/>
          <a:p>
            <a:r>
              <a:rPr lang="nl-NL" dirty="0"/>
              <a:t>Betrouwbaarheidsanalyse</a:t>
            </a:r>
          </a:p>
        </p:txBody>
      </p:sp>
      <p:sp>
        <p:nvSpPr>
          <p:cNvPr id="3" name="Content Placeholder 2">
            <a:extLst>
              <a:ext uri="{FF2B5EF4-FFF2-40B4-BE49-F238E27FC236}">
                <a16:creationId xmlns:a16="http://schemas.microsoft.com/office/drawing/2014/main" id="{3A0557A2-CCAF-07AC-8E81-84D079A7CF62}"/>
              </a:ext>
            </a:extLst>
          </p:cNvPr>
          <p:cNvSpPr>
            <a:spLocks noGrp="1"/>
          </p:cNvSpPr>
          <p:nvPr>
            <p:ph idx="1"/>
          </p:nvPr>
        </p:nvSpPr>
        <p:spPr>
          <a:xfrm>
            <a:off x="760414" y="1740188"/>
            <a:ext cx="10512349" cy="4320000"/>
          </a:xfrm>
        </p:spPr>
        <p:txBody>
          <a:bodyPr/>
          <a:lstStyle/>
          <a:p>
            <a:r>
              <a:rPr lang="nl-NL" dirty="0"/>
              <a:t>Faalkans voor het maximale buigmoment, FORM:</a:t>
            </a:r>
          </a:p>
          <a:p>
            <a:pPr marL="342900" indent="-342900">
              <a:buFont typeface="+mj-lt"/>
              <a:buAutoNum type="arabicPeriod"/>
            </a:pPr>
            <a:endParaRPr lang="nl-NL" dirty="0"/>
          </a:p>
        </p:txBody>
      </p:sp>
      <p:sp>
        <p:nvSpPr>
          <p:cNvPr id="4" name="Date Placeholder 3">
            <a:extLst>
              <a:ext uri="{FF2B5EF4-FFF2-40B4-BE49-F238E27FC236}">
                <a16:creationId xmlns:a16="http://schemas.microsoft.com/office/drawing/2014/main" id="{243D883C-253E-F85E-C2C6-47A75BB087F5}"/>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EEF246BE-FD4E-384B-50BA-92D3B112DFEC}"/>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5D921212-7F8B-F8CD-34EF-56E91AF8C4F5}"/>
              </a:ext>
            </a:extLst>
          </p:cNvPr>
          <p:cNvSpPr>
            <a:spLocks noGrp="1"/>
          </p:cNvSpPr>
          <p:nvPr>
            <p:ph type="sldNum" sz="quarter" idx="12"/>
          </p:nvPr>
        </p:nvSpPr>
        <p:spPr/>
        <p:txBody>
          <a:bodyPr/>
          <a:lstStyle/>
          <a:p>
            <a:fld id="{F42B3F14-D836-496B-80A2-23BE75BD68CB}" type="slidenum">
              <a:rPr lang="nl-NL" smtClean="0"/>
              <a:t>14</a:t>
            </a:fld>
            <a:endParaRPr lang="nl-NL"/>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94A6CE48-CD2A-1EAB-3ECA-5B245B29DF7D}"/>
                  </a:ext>
                </a:extLst>
              </p:cNvPr>
              <p:cNvSpPr txBox="1"/>
              <p:nvPr/>
            </p:nvSpPr>
            <p:spPr>
              <a:xfrm>
                <a:off x="1004962" y="2299564"/>
                <a:ext cx="7950445" cy="29956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nl-NL" b="0" i="1" smtClean="0">
                              <a:solidFill>
                                <a:schemeClr val="tx2">
                                  <a:lumMod val="60000"/>
                                  <a:lumOff val="40000"/>
                                </a:schemeClr>
                              </a:solidFill>
                              <a:latin typeface="Cambria Math" panose="02040503050406030204" pitchFamily="18" charset="0"/>
                            </a:rPr>
                          </m:ctrlPr>
                        </m:sSubPr>
                        <m:e>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𝑍</m:t>
                          </m:r>
                        </m:e>
                        <m:sub>
                          <m:r>
                            <a:rPr lang="nl-NL" b="0" i="1" smtClean="0">
                              <a:solidFill>
                                <a:schemeClr val="tx2">
                                  <a:lumMod val="60000"/>
                                  <a:lumOff val="40000"/>
                                </a:schemeClr>
                              </a:solidFill>
                              <a:latin typeface="Cambria Math" panose="02040503050406030204" pitchFamily="18" charset="0"/>
                            </a:rPr>
                            <m:t>𝑏𝑒𝑛𝑑𝑖𝑛𝑔</m:t>
                          </m:r>
                        </m:sub>
                      </m:sSub>
                      <m:r>
                        <a:rPr lang="nl-NL" b="0" i="1" smtClean="0">
                          <a:solidFill>
                            <a:schemeClr val="tx2">
                              <a:lumMod val="60000"/>
                              <a:lumOff val="40000"/>
                            </a:schemeClr>
                          </a:solidFill>
                          <a:latin typeface="Cambria Math" panose="02040503050406030204" pitchFamily="18" charset="0"/>
                        </a:rPr>
                        <m:t>&lt;0)=</m:t>
                      </m:r>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𝑐𝑟𝑖𝑡𝑖𝑐𝑎𝑙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𝑏𝑒𝑛𝑑𝑖𝑛𝑔</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𝑚𝑜𝑚𝑒𝑛𝑡</m:t>
                      </m:r>
                      <m:r>
                        <a:rPr lang="nl-NL" b="0" i="1" smtClean="0">
                          <a:solidFill>
                            <a:schemeClr val="tx2">
                              <a:lumMod val="60000"/>
                              <a:lumOff val="40000"/>
                            </a:schemeClr>
                          </a:solidFill>
                          <a:latin typeface="Cambria Math" panose="02040503050406030204" pitchFamily="18" charset="0"/>
                        </a:rPr>
                        <m:t>&lt;</m:t>
                      </m:r>
                      <m:r>
                        <a:rPr lang="nl-NL" b="0" i="1" smtClean="0">
                          <a:solidFill>
                            <a:schemeClr val="tx2">
                              <a:lumMod val="60000"/>
                              <a:lumOff val="40000"/>
                            </a:schemeClr>
                          </a:solidFill>
                          <a:latin typeface="Cambria Math" panose="02040503050406030204" pitchFamily="18" charset="0"/>
                        </a:rPr>
                        <m:t>𝑚𝑎𝑥𝑖𝑚𝑎𝑙</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𝑏𝑒𝑛𝑑𝑖𝑛𝑔</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𝑚𝑜𝑚𝑒𝑛𝑡</m:t>
                      </m:r>
                      <m:r>
                        <a:rPr lang="nl-NL" b="0" i="1" smtClean="0">
                          <a:solidFill>
                            <a:schemeClr val="tx2">
                              <a:lumMod val="60000"/>
                              <a:lumOff val="40000"/>
                            </a:schemeClr>
                          </a:solidFill>
                          <a:latin typeface="Cambria Math" panose="02040503050406030204" pitchFamily="18" charset="0"/>
                        </a:rPr>
                        <m:t>)</m:t>
                      </m:r>
                    </m:oMath>
                  </m:oMathPara>
                </a14:m>
                <a:endParaRPr lang="nl-NL" dirty="0">
                  <a:solidFill>
                    <a:schemeClr val="tx2">
                      <a:lumMod val="60000"/>
                      <a:lumOff val="40000"/>
                    </a:schemeClr>
                  </a:solidFill>
                </a:endParaRPr>
              </a:p>
            </p:txBody>
          </p:sp>
        </mc:Choice>
        <mc:Fallback xmlns="">
          <p:sp>
            <p:nvSpPr>
              <p:cNvPr id="8" name="TextBox 7">
                <a:extLst>
                  <a:ext uri="{FF2B5EF4-FFF2-40B4-BE49-F238E27FC236}">
                    <a16:creationId xmlns:a16="http://schemas.microsoft.com/office/drawing/2014/main" id="{94A6CE48-CD2A-1EAB-3ECA-5B245B29DF7D}"/>
                  </a:ext>
                </a:extLst>
              </p:cNvPr>
              <p:cNvSpPr txBox="1">
                <a:spLocks noRot="1" noChangeAspect="1" noMove="1" noResize="1" noEditPoints="1" noAdjustHandles="1" noChangeArrowheads="1" noChangeShapeType="1" noTextEdit="1"/>
              </p:cNvSpPr>
              <p:nvPr/>
            </p:nvSpPr>
            <p:spPr>
              <a:xfrm>
                <a:off x="1004962" y="2299564"/>
                <a:ext cx="7950445" cy="299569"/>
              </a:xfrm>
              <a:prstGeom prst="rect">
                <a:avLst/>
              </a:prstGeom>
              <a:blipFill>
                <a:blip r:embed="rId2"/>
                <a:stretch>
                  <a:fillRect r="-383" b="-30612"/>
                </a:stretch>
              </a:blipFill>
            </p:spPr>
            <p:txBody>
              <a:bodyPr/>
              <a:lstStyle/>
              <a:p>
                <a:r>
                  <a:rPr lang="nl-NL">
                    <a:noFill/>
                  </a:rPr>
                  <a:t> </a:t>
                </a:r>
              </a:p>
            </p:txBody>
          </p:sp>
        </mc:Fallback>
      </mc:AlternateContent>
      <p:graphicFrame>
        <p:nvGraphicFramePr>
          <p:cNvPr id="9" name="Table 8">
            <a:extLst>
              <a:ext uri="{FF2B5EF4-FFF2-40B4-BE49-F238E27FC236}">
                <a16:creationId xmlns:a16="http://schemas.microsoft.com/office/drawing/2014/main" id="{D56CFE28-4CCC-9897-7A15-590ECE66127A}"/>
              </a:ext>
            </a:extLst>
          </p:cNvPr>
          <p:cNvGraphicFramePr>
            <a:graphicFrameLocks noGrp="1"/>
          </p:cNvGraphicFramePr>
          <p:nvPr>
            <p:extLst>
              <p:ext uri="{D42A27DB-BD31-4B8C-83A1-F6EECF244321}">
                <p14:modId xmlns:p14="http://schemas.microsoft.com/office/powerpoint/2010/main" val="3275110240"/>
              </p:ext>
            </p:extLst>
          </p:nvPr>
        </p:nvGraphicFramePr>
        <p:xfrm>
          <a:off x="1117600" y="3158508"/>
          <a:ext cx="8940800" cy="1483360"/>
        </p:xfrm>
        <a:graphic>
          <a:graphicData uri="http://schemas.openxmlformats.org/drawingml/2006/table">
            <a:tbl>
              <a:tblPr firstRow="1" bandRow="1">
                <a:tableStyleId>{5C22544A-7EE6-4342-B048-85BDC9FD1C3A}</a:tableStyleId>
              </a:tblPr>
              <a:tblGrid>
                <a:gridCol w="3521075">
                  <a:extLst>
                    <a:ext uri="{9D8B030D-6E8A-4147-A177-3AD203B41FA5}">
                      <a16:colId xmlns:a16="http://schemas.microsoft.com/office/drawing/2014/main" val="2781947665"/>
                    </a:ext>
                  </a:extLst>
                </a:gridCol>
                <a:gridCol w="2439458">
                  <a:extLst>
                    <a:ext uri="{9D8B030D-6E8A-4147-A177-3AD203B41FA5}">
                      <a16:colId xmlns:a16="http://schemas.microsoft.com/office/drawing/2014/main" val="1422021900"/>
                    </a:ext>
                  </a:extLst>
                </a:gridCol>
                <a:gridCol w="2980267">
                  <a:extLst>
                    <a:ext uri="{9D8B030D-6E8A-4147-A177-3AD203B41FA5}">
                      <a16:colId xmlns:a16="http://schemas.microsoft.com/office/drawing/2014/main" val="1774012867"/>
                    </a:ext>
                  </a:extLst>
                </a:gridCol>
              </a:tblGrid>
              <a:tr h="370840">
                <a:tc>
                  <a:txBody>
                    <a:bodyPr/>
                    <a:lstStyle/>
                    <a:p>
                      <a:pPr algn="ctr"/>
                      <a:r>
                        <a:rPr lang="nl-NL" dirty="0"/>
                        <a:t>Kritiek buigmoment [Nm]</a:t>
                      </a:r>
                    </a:p>
                  </a:txBody>
                  <a:tcPr/>
                </a:tc>
                <a:tc>
                  <a:txBody>
                    <a:bodyPr/>
                    <a:lstStyle/>
                    <a:p>
                      <a:pPr algn="ctr"/>
                      <a:r>
                        <a:rPr lang="nl-NL" dirty="0"/>
                        <a:t>Faalkans</a:t>
                      </a:r>
                    </a:p>
                  </a:txBody>
                  <a:tcPr/>
                </a:tc>
                <a:tc>
                  <a:txBody>
                    <a:bodyPr/>
                    <a:lstStyle/>
                    <a:p>
                      <a:pPr algn="ctr"/>
                      <a:r>
                        <a:rPr lang="nl-NL" dirty="0"/>
                        <a:t>Betrouwbaarheidsindex</a:t>
                      </a:r>
                    </a:p>
                  </a:txBody>
                  <a:tcPr/>
                </a:tc>
                <a:extLst>
                  <a:ext uri="{0D108BD9-81ED-4DB2-BD59-A6C34878D82A}">
                    <a16:rowId xmlns:a16="http://schemas.microsoft.com/office/drawing/2014/main" val="1162540976"/>
                  </a:ext>
                </a:extLst>
              </a:tr>
              <a:tr h="370840">
                <a:tc>
                  <a:txBody>
                    <a:bodyPr/>
                    <a:lstStyle/>
                    <a:p>
                      <a:pPr algn="ctr"/>
                      <a:r>
                        <a:rPr lang="nl-NL" dirty="0"/>
                        <a:t>20,000</a:t>
                      </a:r>
                    </a:p>
                  </a:txBody>
                  <a:tcPr/>
                </a:tc>
                <a:tc>
                  <a:txBody>
                    <a:bodyPr/>
                    <a:lstStyle/>
                    <a:p>
                      <a:pPr algn="ctr"/>
                      <a:r>
                        <a:rPr lang="nl-NL" dirty="0"/>
                        <a:t>0.231</a:t>
                      </a:r>
                    </a:p>
                  </a:txBody>
                  <a:tcPr/>
                </a:tc>
                <a:tc>
                  <a:txBody>
                    <a:bodyPr/>
                    <a:lstStyle/>
                    <a:p>
                      <a:pPr algn="ctr"/>
                      <a:r>
                        <a:rPr lang="nl-NL" sz="1800" b="0" i="0" kern="1200" dirty="0">
                          <a:solidFill>
                            <a:schemeClr val="dk1"/>
                          </a:solidFill>
                          <a:effectLst/>
                          <a:latin typeface="+mn-lt"/>
                          <a:ea typeface="+mn-ea"/>
                          <a:cs typeface="+mn-cs"/>
                        </a:rPr>
                        <a:t>0.74</a:t>
                      </a:r>
                      <a:endParaRPr lang="nl-NL" dirty="0"/>
                    </a:p>
                  </a:txBody>
                  <a:tcPr/>
                </a:tc>
                <a:extLst>
                  <a:ext uri="{0D108BD9-81ED-4DB2-BD59-A6C34878D82A}">
                    <a16:rowId xmlns:a16="http://schemas.microsoft.com/office/drawing/2014/main" val="3161623711"/>
                  </a:ext>
                </a:extLst>
              </a:tr>
              <a:tr h="370840">
                <a:tc>
                  <a:txBody>
                    <a:bodyPr/>
                    <a:lstStyle/>
                    <a:p>
                      <a:pPr algn="ctr"/>
                      <a:r>
                        <a:rPr lang="nl-NL" dirty="0"/>
                        <a:t>30,000</a:t>
                      </a:r>
                    </a:p>
                  </a:txBody>
                  <a:tcPr/>
                </a:tc>
                <a:tc>
                  <a:txBody>
                    <a:bodyPr/>
                    <a:lstStyle/>
                    <a:p>
                      <a:pPr algn="ctr"/>
                      <a:r>
                        <a:rPr lang="nl-NL" sz="1800" b="0" i="0" kern="1200" dirty="0">
                          <a:solidFill>
                            <a:schemeClr val="dk1"/>
                          </a:solidFill>
                          <a:effectLst/>
                          <a:latin typeface="+mn-lt"/>
                          <a:ea typeface="+mn-ea"/>
                          <a:cs typeface="+mn-cs"/>
                        </a:rPr>
                        <a:t>0.12</a:t>
                      </a:r>
                      <a:endParaRPr lang="nl-NL" dirty="0"/>
                    </a:p>
                  </a:txBody>
                  <a:tcPr/>
                </a:tc>
                <a:tc>
                  <a:txBody>
                    <a:bodyPr/>
                    <a:lstStyle/>
                    <a:p>
                      <a:pPr algn="ctr"/>
                      <a:r>
                        <a:rPr lang="nl-NL" sz="1800" b="0" i="0" kern="1200" dirty="0">
                          <a:solidFill>
                            <a:schemeClr val="dk1"/>
                          </a:solidFill>
                          <a:effectLst/>
                          <a:latin typeface="+mn-lt"/>
                          <a:ea typeface="+mn-ea"/>
                          <a:cs typeface="+mn-cs"/>
                        </a:rPr>
                        <a:t>1.17</a:t>
                      </a:r>
                      <a:endParaRPr lang="nl-NL" dirty="0"/>
                    </a:p>
                  </a:txBody>
                  <a:tcPr/>
                </a:tc>
                <a:extLst>
                  <a:ext uri="{0D108BD9-81ED-4DB2-BD59-A6C34878D82A}">
                    <a16:rowId xmlns:a16="http://schemas.microsoft.com/office/drawing/2014/main" val="3288244781"/>
                  </a:ext>
                </a:extLst>
              </a:tr>
              <a:tr h="370840">
                <a:tc>
                  <a:txBody>
                    <a:bodyPr/>
                    <a:lstStyle/>
                    <a:p>
                      <a:pPr algn="ctr"/>
                      <a:r>
                        <a:rPr lang="nl-NL" dirty="0"/>
                        <a:t>40,000</a:t>
                      </a:r>
                    </a:p>
                  </a:txBody>
                  <a:tcPr/>
                </a:tc>
                <a:tc>
                  <a:txBody>
                    <a:bodyPr/>
                    <a:lstStyle/>
                    <a:p>
                      <a:pPr algn="ctr"/>
                      <a:r>
                        <a:rPr lang="nl-NL" sz="1800" b="0" i="0" kern="1200" dirty="0">
                          <a:solidFill>
                            <a:schemeClr val="dk1"/>
                          </a:solidFill>
                          <a:effectLst/>
                          <a:latin typeface="+mn-lt"/>
                          <a:ea typeface="+mn-ea"/>
                          <a:cs typeface="+mn-cs"/>
                        </a:rPr>
                        <a:t>0.047</a:t>
                      </a:r>
                      <a:endParaRPr lang="nl-NL" dirty="0"/>
                    </a:p>
                  </a:txBody>
                  <a:tcPr/>
                </a:tc>
                <a:tc>
                  <a:txBody>
                    <a:bodyPr/>
                    <a:lstStyle/>
                    <a:p>
                      <a:pPr algn="ctr"/>
                      <a:r>
                        <a:rPr lang="nl-NL" sz="1800" b="0" i="0" kern="1200" dirty="0">
                          <a:solidFill>
                            <a:schemeClr val="dk1"/>
                          </a:solidFill>
                          <a:effectLst/>
                          <a:latin typeface="+mn-lt"/>
                          <a:ea typeface="+mn-ea"/>
                          <a:cs typeface="+mn-cs"/>
                        </a:rPr>
                        <a:t>1.67</a:t>
                      </a:r>
                      <a:endParaRPr lang="nl-NL" dirty="0"/>
                    </a:p>
                  </a:txBody>
                  <a:tcPr/>
                </a:tc>
                <a:extLst>
                  <a:ext uri="{0D108BD9-81ED-4DB2-BD59-A6C34878D82A}">
                    <a16:rowId xmlns:a16="http://schemas.microsoft.com/office/drawing/2014/main" val="4148467074"/>
                  </a:ext>
                </a:extLst>
              </a:tr>
            </a:tbl>
          </a:graphicData>
        </a:graphic>
      </p:graphicFrame>
      <p:sp>
        <p:nvSpPr>
          <p:cNvPr id="10" name="Rectangle 9">
            <a:extLst>
              <a:ext uri="{FF2B5EF4-FFF2-40B4-BE49-F238E27FC236}">
                <a16:creationId xmlns:a16="http://schemas.microsoft.com/office/drawing/2014/main" id="{3FEAAD87-205D-B20B-4E14-EB20AC3C8AC7}"/>
              </a:ext>
            </a:extLst>
          </p:cNvPr>
          <p:cNvSpPr/>
          <p:nvPr/>
        </p:nvSpPr>
        <p:spPr>
          <a:xfrm>
            <a:off x="1257300" y="4295775"/>
            <a:ext cx="8601075" cy="346093"/>
          </a:xfrm>
          <a:custGeom>
            <a:avLst/>
            <a:gdLst>
              <a:gd name="connsiteX0" fmla="*/ 0 w 8601075"/>
              <a:gd name="connsiteY0" fmla="*/ 0 h 346093"/>
              <a:gd name="connsiteX1" fmla="*/ 315373 w 8601075"/>
              <a:gd name="connsiteY1" fmla="*/ 0 h 346093"/>
              <a:gd name="connsiteX2" fmla="*/ 974789 w 8601075"/>
              <a:gd name="connsiteY2" fmla="*/ 0 h 346093"/>
              <a:gd name="connsiteX3" fmla="*/ 1548194 w 8601075"/>
              <a:gd name="connsiteY3" fmla="*/ 0 h 346093"/>
              <a:gd name="connsiteX4" fmla="*/ 2293620 w 8601075"/>
              <a:gd name="connsiteY4" fmla="*/ 0 h 346093"/>
              <a:gd name="connsiteX5" fmla="*/ 2695004 w 8601075"/>
              <a:gd name="connsiteY5" fmla="*/ 0 h 346093"/>
              <a:gd name="connsiteX6" fmla="*/ 3010376 w 8601075"/>
              <a:gd name="connsiteY6" fmla="*/ 0 h 346093"/>
              <a:gd name="connsiteX7" fmla="*/ 3411760 w 8601075"/>
              <a:gd name="connsiteY7" fmla="*/ 0 h 346093"/>
              <a:gd name="connsiteX8" fmla="*/ 3813143 w 8601075"/>
              <a:gd name="connsiteY8" fmla="*/ 0 h 346093"/>
              <a:gd name="connsiteX9" fmla="*/ 4558570 w 8601075"/>
              <a:gd name="connsiteY9" fmla="*/ 0 h 346093"/>
              <a:gd name="connsiteX10" fmla="*/ 5131975 w 8601075"/>
              <a:gd name="connsiteY10" fmla="*/ 0 h 346093"/>
              <a:gd name="connsiteX11" fmla="*/ 5533358 w 8601075"/>
              <a:gd name="connsiteY11" fmla="*/ 0 h 346093"/>
              <a:gd name="connsiteX12" fmla="*/ 6192774 w 8601075"/>
              <a:gd name="connsiteY12" fmla="*/ 0 h 346093"/>
              <a:gd name="connsiteX13" fmla="*/ 6594157 w 8601075"/>
              <a:gd name="connsiteY13" fmla="*/ 0 h 346093"/>
              <a:gd name="connsiteX14" fmla="*/ 6995541 w 8601075"/>
              <a:gd name="connsiteY14" fmla="*/ 0 h 346093"/>
              <a:gd name="connsiteX15" fmla="*/ 7740967 w 8601075"/>
              <a:gd name="connsiteY15" fmla="*/ 0 h 346093"/>
              <a:gd name="connsiteX16" fmla="*/ 8601075 w 8601075"/>
              <a:gd name="connsiteY16" fmla="*/ 0 h 346093"/>
              <a:gd name="connsiteX17" fmla="*/ 8601075 w 8601075"/>
              <a:gd name="connsiteY17" fmla="*/ 346093 h 346093"/>
              <a:gd name="connsiteX18" fmla="*/ 8027670 w 8601075"/>
              <a:gd name="connsiteY18" fmla="*/ 346093 h 346093"/>
              <a:gd name="connsiteX19" fmla="*/ 7540276 w 8601075"/>
              <a:gd name="connsiteY19" fmla="*/ 346093 h 346093"/>
              <a:gd name="connsiteX20" fmla="*/ 7224903 w 8601075"/>
              <a:gd name="connsiteY20" fmla="*/ 346093 h 346093"/>
              <a:gd name="connsiteX21" fmla="*/ 6737509 w 8601075"/>
              <a:gd name="connsiteY21" fmla="*/ 346093 h 346093"/>
              <a:gd name="connsiteX22" fmla="*/ 6422136 w 8601075"/>
              <a:gd name="connsiteY22" fmla="*/ 346093 h 346093"/>
              <a:gd name="connsiteX23" fmla="*/ 6106763 w 8601075"/>
              <a:gd name="connsiteY23" fmla="*/ 346093 h 346093"/>
              <a:gd name="connsiteX24" fmla="*/ 5791391 w 8601075"/>
              <a:gd name="connsiteY24" fmla="*/ 346093 h 346093"/>
              <a:gd name="connsiteX25" fmla="*/ 5217986 w 8601075"/>
              <a:gd name="connsiteY25" fmla="*/ 346093 h 346093"/>
              <a:gd name="connsiteX26" fmla="*/ 4472559 w 8601075"/>
              <a:gd name="connsiteY26" fmla="*/ 346093 h 346093"/>
              <a:gd name="connsiteX27" fmla="*/ 4157186 w 8601075"/>
              <a:gd name="connsiteY27" fmla="*/ 346093 h 346093"/>
              <a:gd name="connsiteX28" fmla="*/ 3583781 w 8601075"/>
              <a:gd name="connsiteY28" fmla="*/ 346093 h 346093"/>
              <a:gd name="connsiteX29" fmla="*/ 2838355 w 8601075"/>
              <a:gd name="connsiteY29" fmla="*/ 346093 h 346093"/>
              <a:gd name="connsiteX30" fmla="*/ 2436971 w 8601075"/>
              <a:gd name="connsiteY30" fmla="*/ 346093 h 346093"/>
              <a:gd name="connsiteX31" fmla="*/ 2121599 w 8601075"/>
              <a:gd name="connsiteY31" fmla="*/ 346093 h 346093"/>
              <a:gd name="connsiteX32" fmla="*/ 1634204 w 8601075"/>
              <a:gd name="connsiteY32" fmla="*/ 346093 h 346093"/>
              <a:gd name="connsiteX33" fmla="*/ 974789 w 8601075"/>
              <a:gd name="connsiteY33" fmla="*/ 346093 h 346093"/>
              <a:gd name="connsiteX34" fmla="*/ 0 w 8601075"/>
              <a:gd name="connsiteY34" fmla="*/ 346093 h 346093"/>
              <a:gd name="connsiteX35" fmla="*/ 0 w 8601075"/>
              <a:gd name="connsiteY35" fmla="*/ 0 h 346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601075" h="346093" extrusionOk="0">
                <a:moveTo>
                  <a:pt x="0" y="0"/>
                </a:moveTo>
                <a:cubicBezTo>
                  <a:pt x="141396" y="-18702"/>
                  <a:pt x="237504" y="25287"/>
                  <a:pt x="315373" y="0"/>
                </a:cubicBezTo>
                <a:cubicBezTo>
                  <a:pt x="393242" y="-25287"/>
                  <a:pt x="671114" y="19766"/>
                  <a:pt x="974789" y="0"/>
                </a:cubicBezTo>
                <a:cubicBezTo>
                  <a:pt x="1278464" y="-19766"/>
                  <a:pt x="1412778" y="46679"/>
                  <a:pt x="1548194" y="0"/>
                </a:cubicBezTo>
                <a:cubicBezTo>
                  <a:pt x="1683610" y="-46679"/>
                  <a:pt x="2037756" y="44465"/>
                  <a:pt x="2293620" y="0"/>
                </a:cubicBezTo>
                <a:cubicBezTo>
                  <a:pt x="2549484" y="-44465"/>
                  <a:pt x="2522474" y="7384"/>
                  <a:pt x="2695004" y="0"/>
                </a:cubicBezTo>
                <a:cubicBezTo>
                  <a:pt x="2867534" y="-7384"/>
                  <a:pt x="2934642" y="33262"/>
                  <a:pt x="3010376" y="0"/>
                </a:cubicBezTo>
                <a:cubicBezTo>
                  <a:pt x="3086110" y="-33262"/>
                  <a:pt x="3279149" y="10422"/>
                  <a:pt x="3411760" y="0"/>
                </a:cubicBezTo>
                <a:cubicBezTo>
                  <a:pt x="3544371" y="-10422"/>
                  <a:pt x="3729325" y="21941"/>
                  <a:pt x="3813143" y="0"/>
                </a:cubicBezTo>
                <a:cubicBezTo>
                  <a:pt x="3896961" y="-21941"/>
                  <a:pt x="4377620" y="24170"/>
                  <a:pt x="4558570" y="0"/>
                </a:cubicBezTo>
                <a:cubicBezTo>
                  <a:pt x="4739520" y="-24170"/>
                  <a:pt x="4892288" y="1808"/>
                  <a:pt x="5131975" y="0"/>
                </a:cubicBezTo>
                <a:cubicBezTo>
                  <a:pt x="5371662" y="-1808"/>
                  <a:pt x="5363283" y="13257"/>
                  <a:pt x="5533358" y="0"/>
                </a:cubicBezTo>
                <a:cubicBezTo>
                  <a:pt x="5703433" y="-13257"/>
                  <a:pt x="5993618" y="46045"/>
                  <a:pt x="6192774" y="0"/>
                </a:cubicBezTo>
                <a:cubicBezTo>
                  <a:pt x="6391930" y="-46045"/>
                  <a:pt x="6453868" y="35052"/>
                  <a:pt x="6594157" y="0"/>
                </a:cubicBezTo>
                <a:cubicBezTo>
                  <a:pt x="6734446" y="-35052"/>
                  <a:pt x="6886663" y="6126"/>
                  <a:pt x="6995541" y="0"/>
                </a:cubicBezTo>
                <a:cubicBezTo>
                  <a:pt x="7104419" y="-6126"/>
                  <a:pt x="7557679" y="27827"/>
                  <a:pt x="7740967" y="0"/>
                </a:cubicBezTo>
                <a:cubicBezTo>
                  <a:pt x="7924255" y="-27827"/>
                  <a:pt x="8306001" y="74010"/>
                  <a:pt x="8601075" y="0"/>
                </a:cubicBezTo>
                <a:cubicBezTo>
                  <a:pt x="8624981" y="159227"/>
                  <a:pt x="8592910" y="258615"/>
                  <a:pt x="8601075" y="346093"/>
                </a:cubicBezTo>
                <a:cubicBezTo>
                  <a:pt x="8338855" y="411400"/>
                  <a:pt x="8312031" y="329288"/>
                  <a:pt x="8027670" y="346093"/>
                </a:cubicBezTo>
                <a:cubicBezTo>
                  <a:pt x="7743310" y="362898"/>
                  <a:pt x="7782272" y="308456"/>
                  <a:pt x="7540276" y="346093"/>
                </a:cubicBezTo>
                <a:cubicBezTo>
                  <a:pt x="7298280" y="383730"/>
                  <a:pt x="7307348" y="341225"/>
                  <a:pt x="7224903" y="346093"/>
                </a:cubicBezTo>
                <a:cubicBezTo>
                  <a:pt x="7142458" y="350961"/>
                  <a:pt x="6884207" y="329357"/>
                  <a:pt x="6737509" y="346093"/>
                </a:cubicBezTo>
                <a:cubicBezTo>
                  <a:pt x="6590811" y="362829"/>
                  <a:pt x="6553285" y="336420"/>
                  <a:pt x="6422136" y="346093"/>
                </a:cubicBezTo>
                <a:cubicBezTo>
                  <a:pt x="6290987" y="355766"/>
                  <a:pt x="6220905" y="320578"/>
                  <a:pt x="6106763" y="346093"/>
                </a:cubicBezTo>
                <a:cubicBezTo>
                  <a:pt x="5992621" y="371608"/>
                  <a:pt x="5926848" y="341527"/>
                  <a:pt x="5791391" y="346093"/>
                </a:cubicBezTo>
                <a:cubicBezTo>
                  <a:pt x="5655934" y="350659"/>
                  <a:pt x="5459350" y="322151"/>
                  <a:pt x="5217986" y="346093"/>
                </a:cubicBezTo>
                <a:cubicBezTo>
                  <a:pt x="4976622" y="370035"/>
                  <a:pt x="4753352" y="331174"/>
                  <a:pt x="4472559" y="346093"/>
                </a:cubicBezTo>
                <a:cubicBezTo>
                  <a:pt x="4191766" y="361012"/>
                  <a:pt x="4250818" y="323150"/>
                  <a:pt x="4157186" y="346093"/>
                </a:cubicBezTo>
                <a:cubicBezTo>
                  <a:pt x="4063554" y="369036"/>
                  <a:pt x="3786540" y="325947"/>
                  <a:pt x="3583781" y="346093"/>
                </a:cubicBezTo>
                <a:cubicBezTo>
                  <a:pt x="3381022" y="366239"/>
                  <a:pt x="3020507" y="283695"/>
                  <a:pt x="2838355" y="346093"/>
                </a:cubicBezTo>
                <a:cubicBezTo>
                  <a:pt x="2656203" y="408491"/>
                  <a:pt x="2555245" y="343981"/>
                  <a:pt x="2436971" y="346093"/>
                </a:cubicBezTo>
                <a:cubicBezTo>
                  <a:pt x="2318697" y="348205"/>
                  <a:pt x="2200994" y="312520"/>
                  <a:pt x="2121599" y="346093"/>
                </a:cubicBezTo>
                <a:cubicBezTo>
                  <a:pt x="2042204" y="379666"/>
                  <a:pt x="1818287" y="334836"/>
                  <a:pt x="1634204" y="346093"/>
                </a:cubicBezTo>
                <a:cubicBezTo>
                  <a:pt x="1450121" y="357350"/>
                  <a:pt x="1207341" y="297912"/>
                  <a:pt x="974789" y="346093"/>
                </a:cubicBezTo>
                <a:cubicBezTo>
                  <a:pt x="742237" y="394274"/>
                  <a:pt x="194987" y="278551"/>
                  <a:pt x="0" y="346093"/>
                </a:cubicBezTo>
                <a:cubicBezTo>
                  <a:pt x="-38112" y="233381"/>
                  <a:pt x="13016" y="120078"/>
                  <a:pt x="0" y="0"/>
                </a:cubicBezTo>
                <a:close/>
              </a:path>
            </a:pathLst>
          </a:custGeom>
          <a:noFill/>
          <a:ln w="28575">
            <a:solidFill>
              <a:srgbClr val="FF0000"/>
            </a:solidFill>
            <a:extLst>
              <a:ext uri="{C807C97D-BFC1-408E-A445-0C87EB9F89A2}">
                <ask:lineSketchStyleProps xmlns:ask="http://schemas.microsoft.com/office/drawing/2018/sketchyshapes" sd="1363178909">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23892016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767555-35F4-2A11-76E4-603A10D2DF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8CE65C-311A-1448-D353-A1F8B9874CC5}"/>
              </a:ext>
            </a:extLst>
          </p:cNvPr>
          <p:cNvSpPr>
            <a:spLocks noGrp="1"/>
          </p:cNvSpPr>
          <p:nvPr>
            <p:ph type="title"/>
          </p:nvPr>
        </p:nvSpPr>
        <p:spPr/>
        <p:txBody>
          <a:bodyPr/>
          <a:lstStyle/>
          <a:p>
            <a:r>
              <a:rPr lang="nl-NL" dirty="0"/>
              <a:t>Betrouwbaarheidsanalyse</a:t>
            </a:r>
          </a:p>
        </p:txBody>
      </p:sp>
      <p:sp>
        <p:nvSpPr>
          <p:cNvPr id="3" name="Content Placeholder 2">
            <a:extLst>
              <a:ext uri="{FF2B5EF4-FFF2-40B4-BE49-F238E27FC236}">
                <a16:creationId xmlns:a16="http://schemas.microsoft.com/office/drawing/2014/main" id="{74563743-79A6-B99E-4881-1BCE524044D2}"/>
              </a:ext>
            </a:extLst>
          </p:cNvPr>
          <p:cNvSpPr>
            <a:spLocks noGrp="1"/>
          </p:cNvSpPr>
          <p:nvPr>
            <p:ph idx="1"/>
          </p:nvPr>
        </p:nvSpPr>
        <p:spPr>
          <a:xfrm>
            <a:off x="760414" y="1740188"/>
            <a:ext cx="10512349" cy="4320000"/>
          </a:xfrm>
        </p:spPr>
        <p:txBody>
          <a:bodyPr/>
          <a:lstStyle/>
          <a:p>
            <a:r>
              <a:rPr lang="nl-NL" dirty="0"/>
              <a:t>Kritiek buigmoment = 40,000 Nm </a:t>
            </a:r>
          </a:p>
          <a:p>
            <a:pPr marL="342900" indent="-342900">
              <a:buFont typeface="+mj-lt"/>
              <a:buAutoNum type="arabicPeriod"/>
            </a:pPr>
            <a:endParaRPr lang="nl-NL" dirty="0"/>
          </a:p>
        </p:txBody>
      </p:sp>
      <p:sp>
        <p:nvSpPr>
          <p:cNvPr id="4" name="Date Placeholder 3">
            <a:extLst>
              <a:ext uri="{FF2B5EF4-FFF2-40B4-BE49-F238E27FC236}">
                <a16:creationId xmlns:a16="http://schemas.microsoft.com/office/drawing/2014/main" id="{A5547421-4FB2-F977-C391-21D789382BB9}"/>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8FCE208F-C9F5-52B8-FA7B-D86C457C4571}"/>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1769D7D3-F0AC-319A-49F0-B6E45CFD6523}"/>
              </a:ext>
            </a:extLst>
          </p:cNvPr>
          <p:cNvSpPr>
            <a:spLocks noGrp="1"/>
          </p:cNvSpPr>
          <p:nvPr>
            <p:ph type="sldNum" sz="quarter" idx="12"/>
          </p:nvPr>
        </p:nvSpPr>
        <p:spPr/>
        <p:txBody>
          <a:bodyPr/>
          <a:lstStyle/>
          <a:p>
            <a:fld id="{F42B3F14-D836-496B-80A2-23BE75BD68CB}" type="slidenum">
              <a:rPr lang="nl-NL" smtClean="0"/>
              <a:t>15</a:t>
            </a:fld>
            <a:endParaRPr lang="nl-NL"/>
          </a:p>
        </p:txBody>
      </p:sp>
      <p:pic>
        <p:nvPicPr>
          <p:cNvPr id="14" name="Picture 13">
            <a:extLst>
              <a:ext uri="{FF2B5EF4-FFF2-40B4-BE49-F238E27FC236}">
                <a16:creationId xmlns:a16="http://schemas.microsoft.com/office/drawing/2014/main" id="{034841A2-53A5-7B99-C84B-20D8D552CE29}"/>
              </a:ext>
            </a:extLst>
          </p:cNvPr>
          <p:cNvPicPr>
            <a:picLocks noChangeAspect="1"/>
          </p:cNvPicPr>
          <p:nvPr/>
        </p:nvPicPr>
        <p:blipFill>
          <a:blip r:embed="rId2"/>
          <a:stretch>
            <a:fillRect/>
          </a:stretch>
        </p:blipFill>
        <p:spPr>
          <a:xfrm>
            <a:off x="383674" y="2590287"/>
            <a:ext cx="5472665" cy="3134764"/>
          </a:xfrm>
          <a:prstGeom prst="rect">
            <a:avLst/>
          </a:prstGeom>
        </p:spPr>
      </p:pic>
      <p:pic>
        <p:nvPicPr>
          <p:cNvPr id="16" name="Picture 15">
            <a:extLst>
              <a:ext uri="{FF2B5EF4-FFF2-40B4-BE49-F238E27FC236}">
                <a16:creationId xmlns:a16="http://schemas.microsoft.com/office/drawing/2014/main" id="{030AEA2B-E17F-B5B6-73D0-0E60DCCD5719}"/>
              </a:ext>
            </a:extLst>
          </p:cNvPr>
          <p:cNvPicPr>
            <a:picLocks noChangeAspect="1"/>
          </p:cNvPicPr>
          <p:nvPr/>
        </p:nvPicPr>
        <p:blipFill>
          <a:blip r:embed="rId3"/>
          <a:stretch>
            <a:fillRect/>
          </a:stretch>
        </p:blipFill>
        <p:spPr>
          <a:xfrm>
            <a:off x="6529640" y="2345361"/>
            <a:ext cx="4982992" cy="3624615"/>
          </a:xfrm>
          <a:prstGeom prst="rect">
            <a:avLst/>
          </a:prstGeom>
        </p:spPr>
      </p:pic>
    </p:spTree>
    <p:extLst>
      <p:ext uri="{BB962C8B-B14F-4D97-AF65-F5344CB8AC3E}">
        <p14:creationId xmlns:p14="http://schemas.microsoft.com/office/powerpoint/2010/main" val="12952826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A9D4AC-3FE1-547A-A83A-C9299A18818E}"/>
              </a:ext>
            </a:extLst>
          </p:cNvPr>
          <p:cNvSpPr>
            <a:spLocks noGrp="1"/>
          </p:cNvSpPr>
          <p:nvPr>
            <p:ph type="title"/>
          </p:nvPr>
        </p:nvSpPr>
        <p:spPr/>
        <p:txBody>
          <a:bodyPr/>
          <a:lstStyle/>
          <a:p>
            <a:r>
              <a:rPr lang="nl-NL" dirty="0"/>
              <a:t>Betrouwbaarheidsanalyse</a:t>
            </a:r>
          </a:p>
        </p:txBody>
      </p:sp>
      <p:sp>
        <p:nvSpPr>
          <p:cNvPr id="3" name="Content Placeholder 2">
            <a:extLst>
              <a:ext uri="{FF2B5EF4-FFF2-40B4-BE49-F238E27FC236}">
                <a16:creationId xmlns:a16="http://schemas.microsoft.com/office/drawing/2014/main" id="{37F1EA2F-9F5D-CA87-7AC9-FCDA901B760E}"/>
              </a:ext>
            </a:extLst>
          </p:cNvPr>
          <p:cNvSpPr>
            <a:spLocks noGrp="1"/>
          </p:cNvSpPr>
          <p:nvPr>
            <p:ph idx="1"/>
          </p:nvPr>
        </p:nvSpPr>
        <p:spPr/>
        <p:txBody>
          <a:bodyPr/>
          <a:lstStyle/>
          <a:p>
            <a:r>
              <a:rPr lang="nl-NL" dirty="0"/>
              <a:t>Gecombineerde kans:</a:t>
            </a:r>
          </a:p>
          <a:p>
            <a:endParaRPr lang="nl-NL" dirty="0"/>
          </a:p>
          <a:p>
            <a:r>
              <a:rPr lang="nl-NL" dirty="0"/>
              <a:t>Kritieke verplaatsing = -0.19 m, kritiek buigmoment = 40,000 Nm</a:t>
            </a:r>
          </a:p>
        </p:txBody>
      </p:sp>
      <p:sp>
        <p:nvSpPr>
          <p:cNvPr id="4" name="Date Placeholder 3">
            <a:extLst>
              <a:ext uri="{FF2B5EF4-FFF2-40B4-BE49-F238E27FC236}">
                <a16:creationId xmlns:a16="http://schemas.microsoft.com/office/drawing/2014/main" id="{864F4E8D-3567-64AD-8298-B7965F660D09}"/>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A66A8E79-7F85-834A-2C86-2A042B3F8247}"/>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85D99075-1544-8033-61D9-395915C6E3BF}"/>
              </a:ext>
            </a:extLst>
          </p:cNvPr>
          <p:cNvSpPr>
            <a:spLocks noGrp="1"/>
          </p:cNvSpPr>
          <p:nvPr>
            <p:ph type="sldNum" sz="quarter" idx="12"/>
          </p:nvPr>
        </p:nvSpPr>
        <p:spPr/>
        <p:txBody>
          <a:bodyPr/>
          <a:lstStyle/>
          <a:p>
            <a:fld id="{F42B3F14-D836-496B-80A2-23BE75BD68CB}" type="slidenum">
              <a:rPr lang="nl-NL" smtClean="0"/>
              <a:t>16</a:t>
            </a:fld>
            <a:endParaRPr lang="nl-NL"/>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AD09584D-0DC8-DB4C-2980-899DFD15CFAD}"/>
                  </a:ext>
                </a:extLst>
              </p:cNvPr>
              <p:cNvSpPr txBox="1"/>
              <p:nvPr/>
            </p:nvSpPr>
            <p:spPr>
              <a:xfrm>
                <a:off x="3405262" y="1721138"/>
                <a:ext cx="3704219" cy="29956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nl-NL" b="0" i="1" smtClean="0">
                              <a:solidFill>
                                <a:schemeClr val="tx2">
                                  <a:lumMod val="60000"/>
                                  <a:lumOff val="40000"/>
                                </a:schemeClr>
                              </a:solidFill>
                              <a:latin typeface="Cambria Math" panose="02040503050406030204" pitchFamily="18" charset="0"/>
                            </a:rPr>
                          </m:ctrlPr>
                        </m:sSubPr>
                        <m:e>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sSub>
                            <m:sSubPr>
                              <m:ctrlPr>
                                <a:rPr lang="nl-NL" i="1">
                                  <a:solidFill>
                                    <a:schemeClr val="tx2">
                                      <a:lumMod val="60000"/>
                                      <a:lumOff val="40000"/>
                                    </a:schemeClr>
                                  </a:solidFill>
                                  <a:latin typeface="Cambria Math" panose="02040503050406030204" pitchFamily="18" charset="0"/>
                                </a:rPr>
                              </m:ctrlPr>
                            </m:sSubPr>
                            <m:e>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m:t>
                              </m:r>
                              <m:r>
                                <a:rPr lang="nl-NL" b="0" i="1" smtClean="0">
                                  <a:solidFill>
                                    <a:schemeClr val="tx2">
                                      <a:lumMod val="60000"/>
                                      <a:lumOff val="40000"/>
                                    </a:schemeClr>
                                  </a:solidFill>
                                  <a:latin typeface="Cambria Math" panose="02040503050406030204" pitchFamily="18" charset="0"/>
                                </a:rPr>
                                <m:t>𝑠</m:t>
                              </m:r>
                              <m:r>
                                <a:rPr lang="nl-NL" i="1">
                                  <a:solidFill>
                                    <a:schemeClr val="tx2">
                                      <a:lumMod val="60000"/>
                                      <a:lumOff val="40000"/>
                                    </a:schemeClr>
                                  </a:solidFill>
                                  <a:latin typeface="Cambria Math" panose="02040503050406030204" pitchFamily="18" charset="0"/>
                                </a:rPr>
                                <m:t>𝑝𝑙𝑎𝑐𝑒𝑚𝑒𝑛𝑡</m:t>
                              </m:r>
                            </m:sub>
                          </m:sSub>
                          <m:r>
                            <a:rPr lang="nl-NL" i="1">
                              <a:solidFill>
                                <a:schemeClr val="tx2">
                                  <a:lumMod val="60000"/>
                                  <a:lumOff val="40000"/>
                                </a:schemeClr>
                              </a:solidFill>
                              <a:latin typeface="Cambria Math" panose="02040503050406030204" pitchFamily="18" charset="0"/>
                            </a:rPr>
                            <m:t>&lt;0</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𝑜𝑟</m:t>
                          </m:r>
                          <m:r>
                            <a:rPr lang="nl-NL" b="0" i="1" smtClean="0">
                              <a:solidFill>
                                <a:schemeClr val="tx2">
                                  <a:lumMod val="60000"/>
                                  <a:lumOff val="40000"/>
                                </a:schemeClr>
                              </a:solidFill>
                              <a:latin typeface="Cambria Math" panose="02040503050406030204" pitchFamily="18" charset="0"/>
                            </a:rPr>
                            <m:t> </m:t>
                          </m:r>
                          <m:r>
                            <a:rPr lang="nl-NL" b="0" i="1" smtClean="0">
                              <a:solidFill>
                                <a:schemeClr val="tx2">
                                  <a:lumMod val="60000"/>
                                  <a:lumOff val="40000"/>
                                </a:schemeClr>
                              </a:solidFill>
                              <a:latin typeface="Cambria Math" panose="02040503050406030204" pitchFamily="18" charset="0"/>
                            </a:rPr>
                            <m:t>𝑍</m:t>
                          </m:r>
                        </m:e>
                        <m:sub>
                          <m:r>
                            <a:rPr lang="nl-NL" b="0" i="1" smtClean="0">
                              <a:solidFill>
                                <a:schemeClr val="tx2">
                                  <a:lumMod val="60000"/>
                                  <a:lumOff val="40000"/>
                                </a:schemeClr>
                              </a:solidFill>
                              <a:latin typeface="Cambria Math" panose="02040503050406030204" pitchFamily="18" charset="0"/>
                            </a:rPr>
                            <m:t>𝑏𝑒𝑛𝑑𝑖𝑛𝑔</m:t>
                          </m:r>
                        </m:sub>
                      </m:sSub>
                      <m:r>
                        <a:rPr lang="nl-NL" b="0" i="1" smtClean="0">
                          <a:solidFill>
                            <a:schemeClr val="tx2">
                              <a:lumMod val="60000"/>
                              <a:lumOff val="40000"/>
                            </a:schemeClr>
                          </a:solidFill>
                          <a:latin typeface="Cambria Math" panose="02040503050406030204" pitchFamily="18" charset="0"/>
                        </a:rPr>
                        <m:t>&lt;0)</m:t>
                      </m:r>
                    </m:oMath>
                  </m:oMathPara>
                </a14:m>
                <a:endParaRPr lang="nl-NL" dirty="0">
                  <a:solidFill>
                    <a:schemeClr val="tx2">
                      <a:lumMod val="60000"/>
                      <a:lumOff val="40000"/>
                    </a:schemeClr>
                  </a:solidFill>
                </a:endParaRPr>
              </a:p>
            </p:txBody>
          </p:sp>
        </mc:Choice>
        <mc:Fallback xmlns="">
          <p:sp>
            <p:nvSpPr>
              <p:cNvPr id="7" name="TextBox 6">
                <a:extLst>
                  <a:ext uri="{FF2B5EF4-FFF2-40B4-BE49-F238E27FC236}">
                    <a16:creationId xmlns:a16="http://schemas.microsoft.com/office/drawing/2014/main" id="{AD09584D-0DC8-DB4C-2980-899DFD15CFAD}"/>
                  </a:ext>
                </a:extLst>
              </p:cNvPr>
              <p:cNvSpPr txBox="1">
                <a:spLocks noRot="1" noChangeAspect="1" noMove="1" noResize="1" noEditPoints="1" noAdjustHandles="1" noChangeArrowheads="1" noChangeShapeType="1" noTextEdit="1"/>
              </p:cNvSpPr>
              <p:nvPr/>
            </p:nvSpPr>
            <p:spPr>
              <a:xfrm>
                <a:off x="3405262" y="1721138"/>
                <a:ext cx="3704219" cy="299569"/>
              </a:xfrm>
              <a:prstGeom prst="rect">
                <a:avLst/>
              </a:prstGeom>
              <a:blipFill>
                <a:blip r:embed="rId2"/>
                <a:stretch>
                  <a:fillRect l="-988" r="-1812" b="-30612"/>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graphicFrame>
            <p:nvGraphicFramePr>
              <p:cNvPr id="8" name="Table 7">
                <a:extLst>
                  <a:ext uri="{FF2B5EF4-FFF2-40B4-BE49-F238E27FC236}">
                    <a16:creationId xmlns:a16="http://schemas.microsoft.com/office/drawing/2014/main" id="{1AE3442E-D2EF-CB6A-B5F0-8A54F1B79C59}"/>
                  </a:ext>
                </a:extLst>
              </p:cNvPr>
              <p:cNvGraphicFramePr>
                <a:graphicFrameLocks noGrp="1"/>
              </p:cNvGraphicFramePr>
              <p:nvPr>
                <p:extLst>
                  <p:ext uri="{D42A27DB-BD31-4B8C-83A1-F6EECF244321}">
                    <p14:modId xmlns:p14="http://schemas.microsoft.com/office/powerpoint/2010/main" val="3151633705"/>
                  </p:ext>
                </p:extLst>
              </p:nvPr>
            </p:nvGraphicFramePr>
            <p:xfrm>
              <a:off x="1041400" y="3301383"/>
              <a:ext cx="10394950" cy="1534033"/>
            </p:xfrm>
            <a:graphic>
              <a:graphicData uri="http://schemas.openxmlformats.org/drawingml/2006/table">
                <a:tbl>
                  <a:tblPr firstRow="1" bandRow="1">
                    <a:tableStyleId>{5C22544A-7EE6-4342-B048-85BDC9FD1C3A}</a:tableStyleId>
                  </a:tblPr>
                  <a:tblGrid>
                    <a:gridCol w="4093750">
                      <a:extLst>
                        <a:ext uri="{9D8B030D-6E8A-4147-A177-3AD203B41FA5}">
                          <a16:colId xmlns:a16="http://schemas.microsoft.com/office/drawing/2014/main" val="2781947665"/>
                        </a:ext>
                      </a:extLst>
                    </a:gridCol>
                    <a:gridCol w="3499436">
                      <a:extLst>
                        <a:ext uri="{9D8B030D-6E8A-4147-A177-3AD203B41FA5}">
                          <a16:colId xmlns:a16="http://schemas.microsoft.com/office/drawing/2014/main" val="1422021900"/>
                        </a:ext>
                      </a:extLst>
                    </a:gridCol>
                    <a:gridCol w="2801764">
                      <a:extLst>
                        <a:ext uri="{9D8B030D-6E8A-4147-A177-3AD203B41FA5}">
                          <a16:colId xmlns:a16="http://schemas.microsoft.com/office/drawing/2014/main" val="1774012867"/>
                        </a:ext>
                      </a:extLst>
                    </a:gridCol>
                  </a:tblGrid>
                  <a:tr h="370840">
                    <a:tc>
                      <a:txBody>
                        <a:bodyPr/>
                        <a:lstStyle/>
                        <a:p>
                          <a:endParaRPr lang="nl-NL" dirty="0"/>
                        </a:p>
                      </a:txBody>
                      <a:tcPr/>
                    </a:tc>
                    <a:tc>
                      <a:txBody>
                        <a:bodyPr/>
                        <a:lstStyle/>
                        <a:p>
                          <a:pPr algn="ctr"/>
                          <a:r>
                            <a:rPr lang="nl-NL" dirty="0"/>
                            <a:t>Faalkans</a:t>
                          </a:r>
                        </a:p>
                      </a:txBody>
                      <a:tcPr/>
                    </a:tc>
                    <a:tc>
                      <a:txBody>
                        <a:bodyPr/>
                        <a:lstStyle/>
                        <a:p>
                          <a:pPr algn="ctr"/>
                          <a:r>
                            <a:rPr lang="nl-NL" dirty="0"/>
                            <a:t>Betrouwbaarheidsindex</a:t>
                          </a:r>
                        </a:p>
                      </a:txBody>
                      <a:tcPr/>
                    </a:tc>
                    <a:extLst>
                      <a:ext uri="{0D108BD9-81ED-4DB2-BD59-A6C34878D82A}">
                        <a16:rowId xmlns:a16="http://schemas.microsoft.com/office/drawing/2014/main" val="1162540976"/>
                      </a:ext>
                    </a:extLst>
                  </a:tr>
                  <a:tr h="370840">
                    <a:tc>
                      <a:txBody>
                        <a:bodyPr/>
                        <a:lstStyle/>
                        <a:p>
                          <a:pPr/>
                          <a14:m>
                            <m:oMathPara xmlns:m="http://schemas.openxmlformats.org/officeDocument/2006/math">
                              <m:oMathParaPr>
                                <m:jc m:val="left"/>
                              </m:oMathParaPr>
                              <m:oMath xmlns:m="http://schemas.openxmlformats.org/officeDocument/2006/math">
                                <m:r>
                                  <a:rPr lang="nl-NL" b="0" i="1" smtClean="0">
                                    <a:latin typeface="Cambria Math" panose="02040503050406030204" pitchFamily="18" charset="0"/>
                                  </a:rPr>
                                  <m:t>𝑃</m:t>
                                </m:r>
                                <m:r>
                                  <a:rPr lang="nl-NL" b="0" i="1" smtClean="0">
                                    <a:latin typeface="Cambria Math" panose="02040503050406030204" pitchFamily="18" charset="0"/>
                                  </a:rPr>
                                  <m:t>(</m:t>
                                </m:r>
                                <m:sSub>
                                  <m:sSubPr>
                                    <m:ctrlPr>
                                      <a:rPr lang="nl-NL" b="0" i="1" smtClean="0">
                                        <a:latin typeface="Cambria Math" panose="02040503050406030204" pitchFamily="18" charset="0"/>
                                      </a:rPr>
                                    </m:ctrlPr>
                                  </m:sSubPr>
                                  <m:e>
                                    <m:r>
                                      <a:rPr lang="nl-NL" b="0" i="1" smtClean="0">
                                        <a:latin typeface="Cambria Math" panose="02040503050406030204" pitchFamily="18" charset="0"/>
                                      </a:rPr>
                                      <m:t>𝑍</m:t>
                                    </m:r>
                                  </m:e>
                                  <m:sub>
                                    <m:r>
                                      <a:rPr lang="nl-NL" b="0" i="1" smtClean="0">
                                        <a:latin typeface="Cambria Math" panose="02040503050406030204" pitchFamily="18" charset="0"/>
                                      </a:rPr>
                                      <m:t>𝑑𝑖𝑠𝑝𝑙𝑎𝑐𝑒𝑚𝑒𝑛𝑡</m:t>
                                    </m:r>
                                  </m:sub>
                                </m:sSub>
                                <m:r>
                                  <a:rPr lang="nl-NL" b="0" i="1" smtClean="0">
                                    <a:latin typeface="Cambria Math" panose="02040503050406030204" pitchFamily="18" charset="0"/>
                                  </a:rPr>
                                  <m:t>&lt;0)</m:t>
                                </m:r>
                              </m:oMath>
                            </m:oMathPara>
                          </a14:m>
                          <a:endParaRPr lang="nl-NL" dirty="0"/>
                        </a:p>
                      </a:txBody>
                      <a:tcPr/>
                    </a:tc>
                    <a:tc>
                      <a:txBody>
                        <a:bodyPr/>
                        <a:lstStyle/>
                        <a:p>
                          <a:pPr algn="ctr"/>
                          <a:r>
                            <a:rPr lang="nl-NL" dirty="0"/>
                            <a:t>0.02</a:t>
                          </a:r>
                        </a:p>
                      </a:txBody>
                      <a:tcPr/>
                    </a:tc>
                    <a:tc>
                      <a:txBody>
                        <a:bodyPr/>
                        <a:lstStyle/>
                        <a:p>
                          <a:pPr algn="ctr"/>
                          <a:r>
                            <a:rPr lang="nl-NL" dirty="0"/>
                            <a:t>1.99</a:t>
                          </a:r>
                        </a:p>
                      </a:txBody>
                      <a:tcPr/>
                    </a:tc>
                    <a:extLst>
                      <a:ext uri="{0D108BD9-81ED-4DB2-BD59-A6C34878D82A}">
                        <a16:rowId xmlns:a16="http://schemas.microsoft.com/office/drawing/2014/main" val="3161623711"/>
                      </a:ext>
                    </a:extLst>
                  </a:tr>
                  <a:tr h="370840">
                    <a:tc>
                      <a:txBody>
                        <a:bodyPr/>
                        <a:lstStyle/>
                        <a:p>
                          <a:pPr/>
                          <a14:m>
                            <m:oMathPara xmlns:m="http://schemas.openxmlformats.org/officeDocument/2006/math">
                              <m:oMathParaPr>
                                <m:jc m:val="left"/>
                              </m:oMathParaPr>
                              <m:oMath xmlns:m="http://schemas.openxmlformats.org/officeDocument/2006/math">
                                <m:r>
                                  <a:rPr lang="nl-NL" b="0" i="1" smtClean="0">
                                    <a:latin typeface="Cambria Math" panose="02040503050406030204" pitchFamily="18" charset="0"/>
                                  </a:rPr>
                                  <m:t>𝑃</m:t>
                                </m:r>
                                <m:r>
                                  <a:rPr lang="nl-NL" b="0" i="1" smtClean="0">
                                    <a:latin typeface="Cambria Math" panose="02040503050406030204" pitchFamily="18" charset="0"/>
                                  </a:rPr>
                                  <m:t>(</m:t>
                                </m:r>
                                <m:sSub>
                                  <m:sSubPr>
                                    <m:ctrlPr>
                                      <a:rPr lang="nl-NL" b="0" i="1" smtClean="0">
                                        <a:latin typeface="Cambria Math" panose="02040503050406030204" pitchFamily="18" charset="0"/>
                                      </a:rPr>
                                    </m:ctrlPr>
                                  </m:sSubPr>
                                  <m:e>
                                    <m:r>
                                      <a:rPr lang="nl-NL" b="0" i="1" smtClean="0">
                                        <a:latin typeface="Cambria Math" panose="02040503050406030204" pitchFamily="18" charset="0"/>
                                      </a:rPr>
                                      <m:t>𝑍</m:t>
                                    </m:r>
                                  </m:e>
                                  <m:sub>
                                    <m:r>
                                      <a:rPr lang="nl-NL" b="0" i="1" smtClean="0">
                                        <a:latin typeface="Cambria Math" panose="02040503050406030204" pitchFamily="18" charset="0"/>
                                      </a:rPr>
                                      <m:t>𝑏𝑒𝑛𝑑𝑖𝑛𝑔</m:t>
                                    </m:r>
                                  </m:sub>
                                </m:sSub>
                                <m:r>
                                  <a:rPr lang="nl-NL" b="0" i="1" smtClean="0">
                                    <a:latin typeface="Cambria Math" panose="02040503050406030204" pitchFamily="18" charset="0"/>
                                  </a:rPr>
                                  <m:t>&lt;0)</m:t>
                                </m:r>
                              </m:oMath>
                            </m:oMathPara>
                          </a14:m>
                          <a:endParaRPr lang="nl-NL" dirty="0"/>
                        </a:p>
                      </a:txBody>
                      <a:tcPr/>
                    </a:tc>
                    <a:tc>
                      <a:txBody>
                        <a:bodyPr/>
                        <a:lstStyle/>
                        <a:p>
                          <a:pPr algn="ctr"/>
                          <a:r>
                            <a:rPr lang="nl-NL" sz="1800" b="0" i="0" kern="1200" dirty="0">
                              <a:solidFill>
                                <a:schemeClr val="dk1"/>
                              </a:solidFill>
                              <a:effectLst/>
                              <a:latin typeface="+mn-lt"/>
                              <a:ea typeface="+mn-ea"/>
                              <a:cs typeface="+mn-cs"/>
                            </a:rPr>
                            <a:t>0.047</a:t>
                          </a:r>
                          <a:endParaRPr lang="nl-NL" dirty="0"/>
                        </a:p>
                      </a:txBody>
                      <a:tcPr/>
                    </a:tc>
                    <a:tc>
                      <a:txBody>
                        <a:bodyPr/>
                        <a:lstStyle/>
                        <a:p>
                          <a:pPr algn="ctr"/>
                          <a:r>
                            <a:rPr lang="nl-NL" sz="1800" b="0" i="0" kern="1200" dirty="0">
                              <a:solidFill>
                                <a:schemeClr val="dk1"/>
                              </a:solidFill>
                              <a:effectLst/>
                              <a:latin typeface="+mn-lt"/>
                              <a:ea typeface="+mn-ea"/>
                              <a:cs typeface="+mn-cs"/>
                            </a:rPr>
                            <a:t>1.67</a:t>
                          </a:r>
                          <a:endParaRPr lang="nl-NL" dirty="0"/>
                        </a:p>
                      </a:txBody>
                      <a:tcPr/>
                    </a:tc>
                    <a:extLst>
                      <a:ext uri="{0D108BD9-81ED-4DB2-BD59-A6C34878D82A}">
                        <a16:rowId xmlns:a16="http://schemas.microsoft.com/office/drawing/2014/main" val="3288244781"/>
                      </a:ext>
                    </a:extLst>
                  </a:tr>
                  <a:tr h="370840">
                    <a:tc>
                      <a:txBody>
                        <a:bodyPr/>
                        <a:lstStyle/>
                        <a:p>
                          <a:pPr/>
                          <a14:m>
                            <m:oMathPara xmlns:m="http://schemas.openxmlformats.org/officeDocument/2006/math">
                              <m:oMathParaPr>
                                <m:jc m:val="left"/>
                              </m:oMathParaPr>
                              <m:oMath xmlns:m="http://schemas.openxmlformats.org/officeDocument/2006/math">
                                <m:r>
                                  <a:rPr lang="nl-NL" b="0" i="1" smtClean="0">
                                    <a:latin typeface="Cambria Math" panose="02040503050406030204" pitchFamily="18" charset="0"/>
                                  </a:rPr>
                                  <m:t>𝑃</m:t>
                                </m:r>
                                <m:r>
                                  <a:rPr lang="nl-NL" b="0" i="1" smtClean="0">
                                    <a:latin typeface="Cambria Math" panose="02040503050406030204" pitchFamily="18" charset="0"/>
                                  </a:rPr>
                                  <m:t>(</m:t>
                                </m:r>
                                <m:sSub>
                                  <m:sSubPr>
                                    <m:ctrlPr>
                                      <a:rPr lang="nl-NL" b="0" i="1" smtClean="0">
                                        <a:latin typeface="Cambria Math" panose="02040503050406030204" pitchFamily="18" charset="0"/>
                                      </a:rPr>
                                    </m:ctrlPr>
                                  </m:sSubPr>
                                  <m:e>
                                    <m:r>
                                      <a:rPr lang="nl-NL" b="0" i="1" smtClean="0">
                                        <a:latin typeface="Cambria Math" panose="02040503050406030204" pitchFamily="18" charset="0"/>
                                      </a:rPr>
                                      <m:t>𝑍</m:t>
                                    </m:r>
                                  </m:e>
                                  <m:sub>
                                    <m:r>
                                      <a:rPr lang="nl-NL" b="0" i="1" smtClean="0">
                                        <a:latin typeface="Cambria Math" panose="02040503050406030204" pitchFamily="18" charset="0"/>
                                      </a:rPr>
                                      <m:t>𝑑𝑖𝑠𝑝𝑙𝑎𝑐𝑒𝑚𝑒𝑛𝑡</m:t>
                                    </m:r>
                                  </m:sub>
                                </m:sSub>
                                <m:r>
                                  <a:rPr lang="nl-NL" b="0" i="1" smtClean="0">
                                    <a:latin typeface="Cambria Math" panose="02040503050406030204" pitchFamily="18" charset="0"/>
                                  </a:rPr>
                                  <m:t>&lt;0 </m:t>
                                </m:r>
                                <m:r>
                                  <a:rPr lang="nl-NL" b="0" i="1" smtClean="0">
                                    <a:latin typeface="Cambria Math" panose="02040503050406030204" pitchFamily="18" charset="0"/>
                                  </a:rPr>
                                  <m:t>𝑜𝑟</m:t>
                                </m:r>
                                <m:r>
                                  <a:rPr lang="nl-NL" b="0" i="1" smtClean="0">
                                    <a:latin typeface="Cambria Math" panose="02040503050406030204" pitchFamily="18" charset="0"/>
                                  </a:rPr>
                                  <m:t> </m:t>
                                </m:r>
                                <m:sSub>
                                  <m:sSubPr>
                                    <m:ctrlPr>
                                      <a:rPr lang="nl-NL" b="0" i="1" smtClean="0">
                                        <a:latin typeface="Cambria Math" panose="02040503050406030204" pitchFamily="18" charset="0"/>
                                      </a:rPr>
                                    </m:ctrlPr>
                                  </m:sSubPr>
                                  <m:e>
                                    <m:r>
                                      <a:rPr lang="nl-NL" b="0" i="1" smtClean="0">
                                        <a:latin typeface="Cambria Math" panose="02040503050406030204" pitchFamily="18" charset="0"/>
                                      </a:rPr>
                                      <m:t>𝑍</m:t>
                                    </m:r>
                                  </m:e>
                                  <m:sub>
                                    <m:r>
                                      <a:rPr lang="nl-NL" b="0" i="1" smtClean="0">
                                        <a:latin typeface="Cambria Math" panose="02040503050406030204" pitchFamily="18" charset="0"/>
                                      </a:rPr>
                                      <m:t>𝑏𝑒𝑛𝑑𝑖𝑛𝑔</m:t>
                                    </m:r>
                                  </m:sub>
                                </m:sSub>
                                <m:r>
                                  <a:rPr lang="nl-NL" b="0" i="1" smtClean="0">
                                    <a:latin typeface="Cambria Math" panose="02040503050406030204" pitchFamily="18" charset="0"/>
                                  </a:rPr>
                                  <m:t>&lt;0)</m:t>
                                </m:r>
                              </m:oMath>
                            </m:oMathPara>
                          </a14:m>
                          <a:endParaRPr lang="nl-NL" dirty="0"/>
                        </a:p>
                      </a:txBody>
                      <a:tcPr/>
                    </a:tc>
                    <a:tc>
                      <a:txBody>
                        <a:bodyPr/>
                        <a:lstStyle/>
                        <a:p>
                          <a:pPr algn="ctr"/>
                          <a:r>
                            <a:rPr lang="nl-NL" dirty="0"/>
                            <a:t>0.069</a:t>
                          </a:r>
                        </a:p>
                      </a:txBody>
                      <a:tcPr/>
                    </a:tc>
                    <a:tc>
                      <a:txBody>
                        <a:bodyPr/>
                        <a:lstStyle/>
                        <a:p>
                          <a:pPr algn="ctr"/>
                          <a:r>
                            <a:rPr lang="nl-NL" dirty="0"/>
                            <a:t>1.48</a:t>
                          </a:r>
                        </a:p>
                      </a:txBody>
                      <a:tcPr/>
                    </a:tc>
                    <a:extLst>
                      <a:ext uri="{0D108BD9-81ED-4DB2-BD59-A6C34878D82A}">
                        <a16:rowId xmlns:a16="http://schemas.microsoft.com/office/drawing/2014/main" val="4148467074"/>
                      </a:ext>
                    </a:extLst>
                  </a:tr>
                </a:tbl>
              </a:graphicData>
            </a:graphic>
          </p:graphicFrame>
        </mc:Choice>
        <mc:Fallback xmlns="">
          <p:graphicFrame>
            <p:nvGraphicFramePr>
              <p:cNvPr id="8" name="Table 7">
                <a:extLst>
                  <a:ext uri="{FF2B5EF4-FFF2-40B4-BE49-F238E27FC236}">
                    <a16:creationId xmlns:a16="http://schemas.microsoft.com/office/drawing/2014/main" id="{1AE3442E-D2EF-CB6A-B5F0-8A54F1B79C59}"/>
                  </a:ext>
                </a:extLst>
              </p:cNvPr>
              <p:cNvGraphicFramePr>
                <a:graphicFrameLocks noGrp="1"/>
              </p:cNvGraphicFramePr>
              <p:nvPr>
                <p:extLst>
                  <p:ext uri="{D42A27DB-BD31-4B8C-83A1-F6EECF244321}">
                    <p14:modId xmlns:p14="http://schemas.microsoft.com/office/powerpoint/2010/main" val="3151633705"/>
                  </p:ext>
                </p:extLst>
              </p:nvPr>
            </p:nvGraphicFramePr>
            <p:xfrm>
              <a:off x="1041400" y="3301383"/>
              <a:ext cx="10394950" cy="1534033"/>
            </p:xfrm>
            <a:graphic>
              <a:graphicData uri="http://schemas.openxmlformats.org/drawingml/2006/table">
                <a:tbl>
                  <a:tblPr firstRow="1" bandRow="1">
                    <a:tableStyleId>{5C22544A-7EE6-4342-B048-85BDC9FD1C3A}</a:tableStyleId>
                  </a:tblPr>
                  <a:tblGrid>
                    <a:gridCol w="4093750">
                      <a:extLst>
                        <a:ext uri="{9D8B030D-6E8A-4147-A177-3AD203B41FA5}">
                          <a16:colId xmlns:a16="http://schemas.microsoft.com/office/drawing/2014/main" val="2781947665"/>
                        </a:ext>
                      </a:extLst>
                    </a:gridCol>
                    <a:gridCol w="3499436">
                      <a:extLst>
                        <a:ext uri="{9D8B030D-6E8A-4147-A177-3AD203B41FA5}">
                          <a16:colId xmlns:a16="http://schemas.microsoft.com/office/drawing/2014/main" val="1422021900"/>
                        </a:ext>
                      </a:extLst>
                    </a:gridCol>
                    <a:gridCol w="2801764">
                      <a:extLst>
                        <a:ext uri="{9D8B030D-6E8A-4147-A177-3AD203B41FA5}">
                          <a16:colId xmlns:a16="http://schemas.microsoft.com/office/drawing/2014/main" val="1774012867"/>
                        </a:ext>
                      </a:extLst>
                    </a:gridCol>
                  </a:tblGrid>
                  <a:tr h="370840">
                    <a:tc>
                      <a:txBody>
                        <a:bodyPr/>
                        <a:lstStyle/>
                        <a:p>
                          <a:endParaRPr lang="nl-NL" dirty="0"/>
                        </a:p>
                      </a:txBody>
                      <a:tcPr/>
                    </a:tc>
                    <a:tc>
                      <a:txBody>
                        <a:bodyPr/>
                        <a:lstStyle/>
                        <a:p>
                          <a:pPr algn="ctr"/>
                          <a:r>
                            <a:rPr lang="nl-NL" dirty="0"/>
                            <a:t>Faalkans</a:t>
                          </a:r>
                        </a:p>
                      </a:txBody>
                      <a:tcPr/>
                    </a:tc>
                    <a:tc>
                      <a:txBody>
                        <a:bodyPr/>
                        <a:lstStyle/>
                        <a:p>
                          <a:pPr algn="ctr"/>
                          <a:r>
                            <a:rPr lang="nl-NL" dirty="0"/>
                            <a:t>Betrouwbaarheidsindex</a:t>
                          </a:r>
                        </a:p>
                      </a:txBody>
                      <a:tcPr/>
                    </a:tc>
                    <a:extLst>
                      <a:ext uri="{0D108BD9-81ED-4DB2-BD59-A6C34878D82A}">
                        <a16:rowId xmlns:a16="http://schemas.microsoft.com/office/drawing/2014/main" val="1162540976"/>
                      </a:ext>
                    </a:extLst>
                  </a:tr>
                  <a:tr h="386969">
                    <a:tc>
                      <a:txBody>
                        <a:bodyPr/>
                        <a:lstStyle/>
                        <a:p>
                          <a:endParaRPr lang="nl-NL"/>
                        </a:p>
                      </a:txBody>
                      <a:tcPr>
                        <a:blipFill>
                          <a:blip r:embed="rId3"/>
                          <a:stretch>
                            <a:fillRect l="-149" t="-103125" r="-154613" b="-218750"/>
                          </a:stretch>
                        </a:blipFill>
                      </a:tcPr>
                    </a:tc>
                    <a:tc>
                      <a:txBody>
                        <a:bodyPr/>
                        <a:lstStyle/>
                        <a:p>
                          <a:pPr algn="ctr"/>
                          <a:r>
                            <a:rPr lang="nl-NL" dirty="0"/>
                            <a:t>0.02</a:t>
                          </a:r>
                        </a:p>
                      </a:txBody>
                      <a:tcPr/>
                    </a:tc>
                    <a:tc>
                      <a:txBody>
                        <a:bodyPr/>
                        <a:lstStyle/>
                        <a:p>
                          <a:pPr algn="ctr"/>
                          <a:r>
                            <a:rPr lang="nl-NL" dirty="0"/>
                            <a:t>1.99</a:t>
                          </a:r>
                        </a:p>
                      </a:txBody>
                      <a:tcPr/>
                    </a:tc>
                    <a:extLst>
                      <a:ext uri="{0D108BD9-81ED-4DB2-BD59-A6C34878D82A}">
                        <a16:rowId xmlns:a16="http://schemas.microsoft.com/office/drawing/2014/main" val="3161623711"/>
                      </a:ext>
                    </a:extLst>
                  </a:tr>
                  <a:tr h="388112">
                    <a:tc>
                      <a:txBody>
                        <a:bodyPr/>
                        <a:lstStyle/>
                        <a:p>
                          <a:endParaRPr lang="nl-NL"/>
                        </a:p>
                      </a:txBody>
                      <a:tcPr>
                        <a:blipFill>
                          <a:blip r:embed="rId3"/>
                          <a:stretch>
                            <a:fillRect l="-149" t="-203125" r="-154613" b="-118750"/>
                          </a:stretch>
                        </a:blipFill>
                      </a:tcPr>
                    </a:tc>
                    <a:tc>
                      <a:txBody>
                        <a:bodyPr/>
                        <a:lstStyle/>
                        <a:p>
                          <a:pPr algn="ctr"/>
                          <a:r>
                            <a:rPr lang="nl-NL" sz="1800" b="0" i="0" kern="1200" dirty="0">
                              <a:solidFill>
                                <a:schemeClr val="dk1"/>
                              </a:solidFill>
                              <a:effectLst/>
                              <a:latin typeface="+mn-lt"/>
                              <a:ea typeface="+mn-ea"/>
                              <a:cs typeface="+mn-cs"/>
                            </a:rPr>
                            <a:t>0.047</a:t>
                          </a:r>
                          <a:endParaRPr lang="nl-NL" dirty="0"/>
                        </a:p>
                      </a:txBody>
                      <a:tcPr/>
                    </a:tc>
                    <a:tc>
                      <a:txBody>
                        <a:bodyPr/>
                        <a:lstStyle/>
                        <a:p>
                          <a:pPr algn="ctr"/>
                          <a:r>
                            <a:rPr lang="nl-NL" sz="1800" b="0" i="0" kern="1200" dirty="0">
                              <a:solidFill>
                                <a:schemeClr val="dk1"/>
                              </a:solidFill>
                              <a:effectLst/>
                              <a:latin typeface="+mn-lt"/>
                              <a:ea typeface="+mn-ea"/>
                              <a:cs typeface="+mn-cs"/>
                            </a:rPr>
                            <a:t>1.67</a:t>
                          </a:r>
                          <a:endParaRPr lang="nl-NL" dirty="0"/>
                        </a:p>
                      </a:txBody>
                      <a:tcPr/>
                    </a:tc>
                    <a:extLst>
                      <a:ext uri="{0D108BD9-81ED-4DB2-BD59-A6C34878D82A}">
                        <a16:rowId xmlns:a16="http://schemas.microsoft.com/office/drawing/2014/main" val="3288244781"/>
                      </a:ext>
                    </a:extLst>
                  </a:tr>
                  <a:tr h="388112">
                    <a:tc>
                      <a:txBody>
                        <a:bodyPr/>
                        <a:lstStyle/>
                        <a:p>
                          <a:endParaRPr lang="nl-NL"/>
                        </a:p>
                      </a:txBody>
                      <a:tcPr>
                        <a:blipFill>
                          <a:blip r:embed="rId3"/>
                          <a:stretch>
                            <a:fillRect l="-149" t="-303125" r="-154613" b="-18750"/>
                          </a:stretch>
                        </a:blipFill>
                      </a:tcPr>
                    </a:tc>
                    <a:tc>
                      <a:txBody>
                        <a:bodyPr/>
                        <a:lstStyle/>
                        <a:p>
                          <a:pPr algn="ctr"/>
                          <a:r>
                            <a:rPr lang="nl-NL" dirty="0"/>
                            <a:t>0.069</a:t>
                          </a:r>
                        </a:p>
                      </a:txBody>
                      <a:tcPr/>
                    </a:tc>
                    <a:tc>
                      <a:txBody>
                        <a:bodyPr/>
                        <a:lstStyle/>
                        <a:p>
                          <a:pPr algn="ctr"/>
                          <a:r>
                            <a:rPr lang="nl-NL" dirty="0"/>
                            <a:t>1.48</a:t>
                          </a:r>
                        </a:p>
                      </a:txBody>
                      <a:tcPr/>
                    </a:tc>
                    <a:extLst>
                      <a:ext uri="{0D108BD9-81ED-4DB2-BD59-A6C34878D82A}">
                        <a16:rowId xmlns:a16="http://schemas.microsoft.com/office/drawing/2014/main" val="4148467074"/>
                      </a:ext>
                    </a:extLst>
                  </a:tr>
                </a:tbl>
              </a:graphicData>
            </a:graphic>
          </p:graphicFrame>
        </mc:Fallback>
      </mc:AlternateContent>
    </p:spTree>
    <p:extLst>
      <p:ext uri="{BB962C8B-B14F-4D97-AF65-F5344CB8AC3E}">
        <p14:creationId xmlns:p14="http://schemas.microsoft.com/office/powerpoint/2010/main" val="352445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38F79D-344B-5447-2044-1D5C6438F8B1}"/>
              </a:ext>
            </a:extLst>
          </p:cNvPr>
          <p:cNvSpPr>
            <a:spLocks noGrp="1"/>
          </p:cNvSpPr>
          <p:nvPr>
            <p:ph type="title"/>
          </p:nvPr>
        </p:nvSpPr>
        <p:spPr/>
        <p:txBody>
          <a:bodyPr/>
          <a:lstStyle/>
          <a:p>
            <a:r>
              <a:rPr lang="nl-NL" dirty="0"/>
              <a:t>Bewezen sterkte</a:t>
            </a:r>
          </a:p>
        </p:txBody>
      </p:sp>
      <p:sp>
        <p:nvSpPr>
          <p:cNvPr id="3" name="Content Placeholder 2">
            <a:extLst>
              <a:ext uri="{FF2B5EF4-FFF2-40B4-BE49-F238E27FC236}">
                <a16:creationId xmlns:a16="http://schemas.microsoft.com/office/drawing/2014/main" id="{7EA0643A-F3D7-D819-D1EB-C8890A2B9F0A}"/>
              </a:ext>
            </a:extLst>
          </p:cNvPr>
          <p:cNvSpPr>
            <a:spLocks noGrp="1"/>
          </p:cNvSpPr>
          <p:nvPr>
            <p:ph idx="1"/>
          </p:nvPr>
        </p:nvSpPr>
        <p:spPr/>
        <p:txBody>
          <a:bodyPr/>
          <a:lstStyle/>
          <a:p>
            <a:r>
              <a:rPr lang="nl-NL" dirty="0"/>
              <a:t>De dikte van de damwand neemt in de loop van de tijd af</a:t>
            </a:r>
          </a:p>
          <a:p>
            <a:endParaRPr lang="nl-NL" dirty="0"/>
          </a:p>
          <a:p>
            <a:r>
              <a:rPr lang="nl-NL" b="1" dirty="0"/>
              <a:t>Neem aan dat: </a:t>
            </a:r>
          </a:p>
          <a:p>
            <a:pPr lvl="1"/>
            <a:r>
              <a:rPr lang="nl-NL" dirty="0"/>
              <a:t>Dikte in 2025 = 0.025 m</a:t>
            </a:r>
          </a:p>
          <a:p>
            <a:pPr lvl="1"/>
            <a:r>
              <a:rPr lang="nl-NL" dirty="0"/>
              <a:t>Verwachte dikte in 2075 = 0.015 m</a:t>
            </a:r>
          </a:p>
          <a:p>
            <a:pPr lvl="1"/>
            <a:endParaRPr lang="nl-NL" dirty="0"/>
          </a:p>
          <a:p>
            <a:r>
              <a:rPr lang="nl-NL" b="1" dirty="0"/>
              <a:t>Bewezen sterkte:</a:t>
            </a:r>
            <a:r>
              <a:rPr lang="nl-NL" dirty="0"/>
              <a:t> we weten dat in 2025 de verplaatsing van de damwand de kritieke waarde van -0.17 m niet overschrijdt.</a:t>
            </a:r>
          </a:p>
          <a:p>
            <a:endParaRPr lang="nl-NL" dirty="0"/>
          </a:p>
          <a:p>
            <a:r>
              <a:rPr lang="nl-NL" b="1" dirty="0"/>
              <a:t>Vraag:</a:t>
            </a:r>
            <a:r>
              <a:rPr lang="nl-NL" dirty="0"/>
              <a:t> wat is de faalkans in 2075, gegeven dat de damwand in 2025 stabiel is?</a:t>
            </a:r>
          </a:p>
        </p:txBody>
      </p:sp>
      <p:sp>
        <p:nvSpPr>
          <p:cNvPr id="4" name="Date Placeholder 3">
            <a:extLst>
              <a:ext uri="{FF2B5EF4-FFF2-40B4-BE49-F238E27FC236}">
                <a16:creationId xmlns:a16="http://schemas.microsoft.com/office/drawing/2014/main" id="{C82592CE-DAAD-0E31-9A78-FCBF42E3AF7A}"/>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07ED03A9-59B2-1C29-EAAE-9673010D60E4}"/>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21CB0768-68FD-5808-E6DC-FBD766258088}"/>
              </a:ext>
            </a:extLst>
          </p:cNvPr>
          <p:cNvSpPr>
            <a:spLocks noGrp="1"/>
          </p:cNvSpPr>
          <p:nvPr>
            <p:ph type="sldNum" sz="quarter" idx="12"/>
          </p:nvPr>
        </p:nvSpPr>
        <p:spPr/>
        <p:txBody>
          <a:bodyPr/>
          <a:lstStyle/>
          <a:p>
            <a:fld id="{F42B3F14-D836-496B-80A2-23BE75BD68CB}" type="slidenum">
              <a:rPr lang="nl-NL" smtClean="0"/>
              <a:t>17</a:t>
            </a:fld>
            <a:endParaRPr lang="nl-NL"/>
          </a:p>
        </p:txBody>
      </p:sp>
    </p:spTree>
    <p:extLst>
      <p:ext uri="{BB962C8B-B14F-4D97-AF65-F5344CB8AC3E}">
        <p14:creationId xmlns:p14="http://schemas.microsoft.com/office/powerpoint/2010/main" val="11353685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69EB0D-6A4A-6598-CB10-0AEEFACE90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A29A1E-FED5-0207-5439-5C4B2AD44BD5}"/>
              </a:ext>
            </a:extLst>
          </p:cNvPr>
          <p:cNvSpPr>
            <a:spLocks noGrp="1"/>
          </p:cNvSpPr>
          <p:nvPr>
            <p:ph type="title"/>
          </p:nvPr>
        </p:nvSpPr>
        <p:spPr/>
        <p:txBody>
          <a:bodyPr/>
          <a:lstStyle/>
          <a:p>
            <a:r>
              <a:rPr lang="nl-NL" dirty="0"/>
              <a:t>Bewezen sterkte</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A3FC3904-ED0A-03E9-A36E-E6D56EC64572}"/>
                  </a:ext>
                </a:extLst>
              </p:cNvPr>
              <p:cNvSpPr>
                <a:spLocks noGrp="1"/>
              </p:cNvSpPr>
              <p:nvPr>
                <p:ph idx="1"/>
              </p:nvPr>
            </p:nvSpPr>
            <p:spPr/>
            <p:txBody>
              <a:bodyPr/>
              <a:lstStyle/>
              <a:p>
                <a:r>
                  <a:rPr lang="nl-NL" u="sng" dirty="0"/>
                  <a:t>A priori</a:t>
                </a:r>
                <a:r>
                  <a:rPr lang="nl-NL" dirty="0"/>
                  <a:t> faalkans in 2075, zonder aanvullende informatie: </a:t>
                </a:r>
              </a:p>
              <a:p>
                <a:pPr/>
                <a14:m>
                  <m:oMath xmlns:m="http://schemas.openxmlformats.org/officeDocument/2006/math">
                    <m:sSub>
                      <m:sSubPr>
                        <m:ctrlPr>
                          <a:rPr lang="nl-NL" i="1" smtClean="0">
                            <a:solidFill>
                              <a:schemeClr val="tx2">
                                <a:lumMod val="60000"/>
                                <a:lumOff val="40000"/>
                              </a:schemeClr>
                            </a:solidFill>
                            <a:latin typeface="Cambria Math" panose="02040503050406030204" pitchFamily="18" charset="0"/>
                          </a:rPr>
                        </m:ctrlPr>
                      </m:sSubPr>
                      <m:e>
                        <m:r>
                          <a:rPr lang="nl-NL" i="1">
                            <a:solidFill>
                              <a:schemeClr val="tx2">
                                <a:lumMod val="60000"/>
                                <a:lumOff val="40000"/>
                              </a:schemeClr>
                            </a:solidFill>
                            <a:latin typeface="Cambria Math" panose="02040503050406030204" pitchFamily="18" charset="0"/>
                          </a:rPr>
                          <m:t>𝑃</m:t>
                        </m:r>
                        <m:r>
                          <a:rPr lang="nl-NL" i="1">
                            <a:solidFill>
                              <a:schemeClr val="tx2">
                                <a:lumMod val="60000"/>
                                <a:lumOff val="40000"/>
                              </a:schemeClr>
                            </a:solidFill>
                            <a:latin typeface="Cambria Math" panose="02040503050406030204" pitchFamily="18" charset="0"/>
                          </a:rPr>
                          <m:t>(</m:t>
                        </m:r>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𝑑𝑖𝑠𝑝𝑙𝑎𝑐𝑒𝑚𝑒𝑛𝑡</m:t>
                        </m:r>
                      </m:sub>
                    </m:sSub>
                    <m:r>
                      <a:rPr lang="nl-NL" i="1">
                        <a:solidFill>
                          <a:schemeClr val="tx2">
                            <a:lumMod val="60000"/>
                            <a:lumOff val="40000"/>
                          </a:schemeClr>
                        </a:solidFill>
                        <a:latin typeface="Cambria Math" panose="02040503050406030204" pitchFamily="18" charset="0"/>
                      </a:rPr>
                      <m:t> </m:t>
                    </m:r>
                    <m:r>
                      <a:rPr lang="nl-NL" i="1">
                        <a:solidFill>
                          <a:schemeClr val="tx2">
                            <a:lumMod val="60000"/>
                            <a:lumOff val="40000"/>
                          </a:schemeClr>
                        </a:solidFill>
                        <a:latin typeface="Cambria Math" panose="02040503050406030204" pitchFamily="18" charset="0"/>
                      </a:rPr>
                      <m:t>𝑖𝑛</m:t>
                    </m:r>
                    <m:r>
                      <a:rPr lang="nl-NL" i="1">
                        <a:solidFill>
                          <a:schemeClr val="tx2">
                            <a:lumMod val="60000"/>
                            <a:lumOff val="40000"/>
                          </a:schemeClr>
                        </a:solidFill>
                        <a:latin typeface="Cambria Math" panose="02040503050406030204" pitchFamily="18" charset="0"/>
                      </a:rPr>
                      <m:t> 2075&lt;0)</m:t>
                    </m:r>
                  </m:oMath>
                </a14:m>
                <a:endParaRPr lang="nl-NL" dirty="0"/>
              </a:p>
              <a:p>
                <a:endParaRPr lang="nl-NL" dirty="0"/>
              </a:p>
              <a:p>
                <a:r>
                  <a:rPr lang="nl-NL" u="sng" dirty="0"/>
                  <a:t>Bewezen sterkte</a:t>
                </a:r>
                <a:r>
                  <a:rPr lang="nl-NL" dirty="0"/>
                  <a:t> kans in 2025:</a:t>
                </a:r>
              </a:p>
              <a:p>
                <a14:m>
                  <m:oMath xmlns:m="http://schemas.openxmlformats.org/officeDocument/2006/math">
                    <m:sSub>
                      <m:sSubPr>
                        <m:ctrlPr>
                          <a:rPr lang="nl-NL" i="1">
                            <a:solidFill>
                              <a:schemeClr val="tx2">
                                <a:lumMod val="60000"/>
                                <a:lumOff val="40000"/>
                              </a:schemeClr>
                            </a:solidFill>
                            <a:latin typeface="Cambria Math" panose="02040503050406030204" pitchFamily="18" charset="0"/>
                          </a:rPr>
                        </m:ctrlPr>
                      </m:sSubPr>
                      <m:e>
                        <m:r>
                          <a:rPr lang="nl-NL" i="1">
                            <a:solidFill>
                              <a:schemeClr val="tx2">
                                <a:lumMod val="60000"/>
                                <a:lumOff val="40000"/>
                              </a:schemeClr>
                            </a:solidFill>
                            <a:latin typeface="Cambria Math" panose="02040503050406030204" pitchFamily="18" charset="0"/>
                          </a:rPr>
                          <m:t>𝑃</m:t>
                        </m:r>
                        <m:r>
                          <a:rPr lang="nl-NL" i="1">
                            <a:solidFill>
                              <a:schemeClr val="tx2">
                                <a:lumMod val="60000"/>
                                <a:lumOff val="40000"/>
                              </a:schemeClr>
                            </a:solidFill>
                            <a:latin typeface="Cambria Math" panose="02040503050406030204" pitchFamily="18" charset="0"/>
                          </a:rPr>
                          <m:t>(</m:t>
                        </m:r>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𝑑𝑖𝑠𝑝𝑙𝑎𝑐𝑒𝑚𝑒𝑛𝑡</m:t>
                        </m:r>
                      </m:sub>
                    </m:sSub>
                    <m:r>
                      <a:rPr lang="nl-NL" i="1">
                        <a:solidFill>
                          <a:schemeClr val="tx2">
                            <a:lumMod val="60000"/>
                            <a:lumOff val="40000"/>
                          </a:schemeClr>
                        </a:solidFill>
                        <a:latin typeface="Cambria Math" panose="02040503050406030204" pitchFamily="18" charset="0"/>
                      </a:rPr>
                      <m:t> </m:t>
                    </m:r>
                    <m:r>
                      <a:rPr lang="nl-NL" i="1">
                        <a:solidFill>
                          <a:schemeClr val="tx2">
                            <a:lumMod val="60000"/>
                            <a:lumOff val="40000"/>
                          </a:schemeClr>
                        </a:solidFill>
                        <a:latin typeface="Cambria Math" panose="02040503050406030204" pitchFamily="18" charset="0"/>
                      </a:rPr>
                      <m:t>𝑖𝑛</m:t>
                    </m:r>
                    <m:r>
                      <a:rPr lang="nl-NL" i="1">
                        <a:solidFill>
                          <a:schemeClr val="tx2">
                            <a:lumMod val="60000"/>
                            <a:lumOff val="40000"/>
                          </a:schemeClr>
                        </a:solidFill>
                        <a:latin typeface="Cambria Math" panose="02040503050406030204" pitchFamily="18" charset="0"/>
                      </a:rPr>
                      <m:t> 2025&gt;0)</m:t>
                    </m:r>
                  </m:oMath>
                </a14:m>
                <a:endParaRPr lang="nl-NL" dirty="0"/>
              </a:p>
              <a:p>
                <a:endParaRPr lang="nl-NL" dirty="0"/>
              </a:p>
              <a:p>
                <a:r>
                  <a:rPr lang="nl-NL" u="sng" dirty="0"/>
                  <a:t>A posteriori</a:t>
                </a:r>
                <a:r>
                  <a:rPr lang="nl-NL" dirty="0"/>
                  <a:t> faalkans in 2075, inclusief bewezen sterkte:</a:t>
                </a:r>
              </a:p>
              <a:p>
                <a14:m>
                  <m:oMath xmlns:m="http://schemas.openxmlformats.org/officeDocument/2006/math">
                    <m:sSub>
                      <m:sSubPr>
                        <m:ctrlPr>
                          <a:rPr lang="nl-NL" i="1">
                            <a:solidFill>
                              <a:schemeClr val="tx2">
                                <a:lumMod val="60000"/>
                                <a:lumOff val="40000"/>
                              </a:schemeClr>
                            </a:solidFill>
                            <a:latin typeface="Cambria Math" panose="02040503050406030204" pitchFamily="18" charset="0"/>
                          </a:rPr>
                        </m:ctrlPr>
                      </m:sSubPr>
                      <m:e>
                        <m:r>
                          <a:rPr lang="nl-NL" i="1">
                            <a:solidFill>
                              <a:schemeClr val="tx2">
                                <a:lumMod val="60000"/>
                                <a:lumOff val="40000"/>
                              </a:schemeClr>
                            </a:solidFill>
                            <a:latin typeface="Cambria Math" panose="02040503050406030204" pitchFamily="18" charset="0"/>
                          </a:rPr>
                          <m:t>𝑃</m:t>
                        </m:r>
                        <m:r>
                          <a:rPr lang="nl-NL" i="1">
                            <a:solidFill>
                              <a:schemeClr val="tx2">
                                <a:lumMod val="60000"/>
                                <a:lumOff val="40000"/>
                              </a:schemeClr>
                            </a:solidFill>
                            <a:latin typeface="Cambria Math" panose="02040503050406030204" pitchFamily="18" charset="0"/>
                          </a:rPr>
                          <m:t>(</m:t>
                        </m:r>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𝑑𝑖𝑠𝑝𝑙𝑎𝑐𝑒𝑚𝑒𝑛𝑡</m:t>
                        </m:r>
                      </m:sub>
                    </m:sSub>
                    <m:r>
                      <a:rPr lang="nl-NL" i="1">
                        <a:solidFill>
                          <a:schemeClr val="tx2">
                            <a:lumMod val="60000"/>
                            <a:lumOff val="40000"/>
                          </a:schemeClr>
                        </a:solidFill>
                        <a:latin typeface="Cambria Math" panose="02040503050406030204" pitchFamily="18" charset="0"/>
                      </a:rPr>
                      <m:t> </m:t>
                    </m:r>
                    <m:r>
                      <a:rPr lang="nl-NL" i="1">
                        <a:solidFill>
                          <a:schemeClr val="tx2">
                            <a:lumMod val="60000"/>
                            <a:lumOff val="40000"/>
                          </a:schemeClr>
                        </a:solidFill>
                        <a:latin typeface="Cambria Math" panose="02040503050406030204" pitchFamily="18" charset="0"/>
                      </a:rPr>
                      <m:t>𝑖𝑛</m:t>
                    </m:r>
                    <m:r>
                      <a:rPr lang="nl-NL" i="1">
                        <a:solidFill>
                          <a:schemeClr val="tx2">
                            <a:lumMod val="60000"/>
                            <a:lumOff val="40000"/>
                          </a:schemeClr>
                        </a:solidFill>
                        <a:latin typeface="Cambria Math" panose="02040503050406030204" pitchFamily="18" charset="0"/>
                      </a:rPr>
                      <m:t> 2075&lt;0</m:t>
                    </m:r>
                    <m:d>
                      <m:dPr>
                        <m:begChr m:val="|"/>
                        <m:ctrlPr>
                          <a:rPr lang="nl-NL" i="1">
                            <a:solidFill>
                              <a:schemeClr val="tx2">
                                <a:lumMod val="60000"/>
                                <a:lumOff val="40000"/>
                              </a:schemeClr>
                            </a:solidFill>
                            <a:latin typeface="Cambria Math" panose="02040503050406030204" pitchFamily="18" charset="0"/>
                          </a:rPr>
                        </m:ctrlPr>
                      </m:dPr>
                      <m:e>
                        <m:sSub>
                          <m:sSubPr>
                            <m:ctrlPr>
                              <a:rPr lang="nl-NL" i="1">
                                <a:solidFill>
                                  <a:schemeClr val="tx2">
                                    <a:lumMod val="60000"/>
                                    <a:lumOff val="40000"/>
                                  </a:schemeClr>
                                </a:solidFill>
                                <a:latin typeface="Cambria Math" panose="02040503050406030204" pitchFamily="18" charset="0"/>
                              </a:rPr>
                            </m:ctrlPr>
                          </m:sSubPr>
                          <m:e>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𝑑𝑖𝑠𝑝𝑙𝑎𝑐𝑒𝑚𝑒𝑛𝑡</m:t>
                            </m:r>
                          </m:sub>
                        </m:sSub>
                        <m:r>
                          <a:rPr lang="nl-NL" i="1">
                            <a:solidFill>
                              <a:schemeClr val="tx2">
                                <a:lumMod val="60000"/>
                                <a:lumOff val="40000"/>
                              </a:schemeClr>
                            </a:solidFill>
                            <a:latin typeface="Cambria Math" panose="02040503050406030204" pitchFamily="18" charset="0"/>
                          </a:rPr>
                          <m:t> </m:t>
                        </m:r>
                        <m:r>
                          <a:rPr lang="nl-NL" i="1">
                            <a:solidFill>
                              <a:schemeClr val="tx2">
                                <a:lumMod val="60000"/>
                                <a:lumOff val="40000"/>
                              </a:schemeClr>
                            </a:solidFill>
                            <a:latin typeface="Cambria Math" panose="02040503050406030204" pitchFamily="18" charset="0"/>
                          </a:rPr>
                          <m:t>𝑖𝑛</m:t>
                        </m:r>
                        <m:r>
                          <a:rPr lang="nl-NL" i="1">
                            <a:solidFill>
                              <a:schemeClr val="tx2">
                                <a:lumMod val="60000"/>
                                <a:lumOff val="40000"/>
                              </a:schemeClr>
                            </a:solidFill>
                            <a:latin typeface="Cambria Math" panose="02040503050406030204" pitchFamily="18" charset="0"/>
                          </a:rPr>
                          <m:t> 2025&gt;0</m:t>
                        </m:r>
                      </m:e>
                    </m:d>
                  </m:oMath>
                </a14:m>
                <a:endParaRPr lang="nl-NL" dirty="0">
                  <a:solidFill>
                    <a:schemeClr val="tx2">
                      <a:lumMod val="60000"/>
                      <a:lumOff val="40000"/>
                    </a:schemeClr>
                  </a:solidFill>
                </a:endParaRPr>
              </a:p>
              <a:p>
                <a:endParaRPr lang="nl-NL" dirty="0"/>
              </a:p>
              <a:p>
                <a:r>
                  <a:rPr lang="nl-NL" dirty="0"/>
                  <a:t>Bayesian updating:</a:t>
                </a:r>
              </a:p>
              <a:p>
                <a:r>
                  <a:rPr lang="nl-NL" dirty="0"/>
                  <a:t> </a:t>
                </a:r>
                <a14:m>
                  <m:oMath xmlns:m="http://schemas.openxmlformats.org/officeDocument/2006/math">
                    <m:sSub>
                      <m:sSubPr>
                        <m:ctrlPr>
                          <a:rPr lang="nl-NL" i="1">
                            <a:solidFill>
                              <a:schemeClr val="tx2">
                                <a:lumMod val="60000"/>
                                <a:lumOff val="40000"/>
                              </a:schemeClr>
                            </a:solidFill>
                            <a:latin typeface="Cambria Math" panose="02040503050406030204" pitchFamily="18" charset="0"/>
                          </a:rPr>
                        </m:ctrlPr>
                      </m:sSubPr>
                      <m:e>
                        <m:r>
                          <a:rPr lang="nl-NL" i="1">
                            <a:solidFill>
                              <a:schemeClr val="tx2">
                                <a:lumMod val="60000"/>
                                <a:lumOff val="40000"/>
                              </a:schemeClr>
                            </a:solidFill>
                            <a:latin typeface="Cambria Math" panose="02040503050406030204" pitchFamily="18" charset="0"/>
                          </a:rPr>
                          <m:t>𝑃</m:t>
                        </m:r>
                        <m:r>
                          <a:rPr lang="nl-NL" i="1">
                            <a:solidFill>
                              <a:schemeClr val="tx2">
                                <a:lumMod val="60000"/>
                                <a:lumOff val="40000"/>
                              </a:schemeClr>
                            </a:solidFill>
                            <a:latin typeface="Cambria Math" panose="02040503050406030204" pitchFamily="18" charset="0"/>
                          </a:rPr>
                          <m:t>(</m:t>
                        </m:r>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𝑑𝑖𝑠𝑝𝑙𝑎𝑐𝑒𝑚𝑒𝑛𝑡</m:t>
                        </m:r>
                      </m:sub>
                    </m:sSub>
                    <m:r>
                      <a:rPr lang="nl-NL" i="1">
                        <a:solidFill>
                          <a:schemeClr val="tx2">
                            <a:lumMod val="60000"/>
                            <a:lumOff val="40000"/>
                          </a:schemeClr>
                        </a:solidFill>
                        <a:latin typeface="Cambria Math" panose="02040503050406030204" pitchFamily="18" charset="0"/>
                      </a:rPr>
                      <m:t> </m:t>
                    </m:r>
                    <m:r>
                      <a:rPr lang="nl-NL" i="1">
                        <a:solidFill>
                          <a:schemeClr val="tx2">
                            <a:lumMod val="60000"/>
                            <a:lumOff val="40000"/>
                          </a:schemeClr>
                        </a:solidFill>
                        <a:latin typeface="Cambria Math" panose="02040503050406030204" pitchFamily="18" charset="0"/>
                      </a:rPr>
                      <m:t>𝑖𝑛</m:t>
                    </m:r>
                    <m:r>
                      <a:rPr lang="nl-NL" i="1">
                        <a:solidFill>
                          <a:schemeClr val="tx2">
                            <a:lumMod val="60000"/>
                            <a:lumOff val="40000"/>
                          </a:schemeClr>
                        </a:solidFill>
                        <a:latin typeface="Cambria Math" panose="02040503050406030204" pitchFamily="18" charset="0"/>
                      </a:rPr>
                      <m:t> 2075&lt;0 </m:t>
                    </m:r>
                    <m:nary>
                      <m:naryPr>
                        <m:chr m:val="⋂"/>
                        <m:subHide m:val="on"/>
                        <m:supHide m:val="on"/>
                        <m:ctrlPr>
                          <a:rPr lang="nl-NL" b="0" i="1" smtClean="0">
                            <a:solidFill>
                              <a:schemeClr val="tx2">
                                <a:lumMod val="60000"/>
                                <a:lumOff val="40000"/>
                              </a:schemeClr>
                            </a:solidFill>
                            <a:latin typeface="Cambria Math" panose="02040503050406030204" pitchFamily="18" charset="0"/>
                          </a:rPr>
                        </m:ctrlPr>
                      </m:naryPr>
                      <m:sub/>
                      <m:sup/>
                      <m:e>
                        <m:sSub>
                          <m:sSubPr>
                            <m:ctrlPr>
                              <a:rPr lang="nl-NL" i="1">
                                <a:solidFill>
                                  <a:schemeClr val="tx2">
                                    <a:lumMod val="60000"/>
                                    <a:lumOff val="40000"/>
                                  </a:schemeClr>
                                </a:solidFill>
                                <a:latin typeface="Cambria Math" panose="02040503050406030204" pitchFamily="18" charset="0"/>
                              </a:rPr>
                            </m:ctrlPr>
                          </m:sSubPr>
                          <m:e>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𝑑𝑖𝑠𝑝𝑙𝑎𝑐𝑒𝑚𝑒𝑛𝑡</m:t>
                            </m:r>
                          </m:sub>
                        </m:sSub>
                        <m:r>
                          <a:rPr lang="nl-NL" i="1">
                            <a:solidFill>
                              <a:schemeClr val="tx2">
                                <a:lumMod val="60000"/>
                                <a:lumOff val="40000"/>
                              </a:schemeClr>
                            </a:solidFill>
                            <a:latin typeface="Cambria Math" panose="02040503050406030204" pitchFamily="18" charset="0"/>
                          </a:rPr>
                          <m:t> </m:t>
                        </m:r>
                        <m:r>
                          <a:rPr lang="nl-NL" i="1">
                            <a:solidFill>
                              <a:schemeClr val="tx2">
                                <a:lumMod val="60000"/>
                                <a:lumOff val="40000"/>
                              </a:schemeClr>
                            </a:solidFill>
                            <a:latin typeface="Cambria Math" panose="02040503050406030204" pitchFamily="18" charset="0"/>
                          </a:rPr>
                          <m:t>𝑖𝑛</m:t>
                        </m:r>
                        <m:r>
                          <a:rPr lang="nl-NL" i="1">
                            <a:solidFill>
                              <a:schemeClr val="tx2">
                                <a:lumMod val="60000"/>
                                <a:lumOff val="40000"/>
                              </a:schemeClr>
                            </a:solidFill>
                            <a:latin typeface="Cambria Math" panose="02040503050406030204" pitchFamily="18" charset="0"/>
                          </a:rPr>
                          <m:t> 2025&gt;0)</m:t>
                        </m:r>
                      </m:e>
                    </m:nary>
                    <m:r>
                      <a:rPr lang="nl-NL" b="0" i="1" smtClean="0">
                        <a:solidFill>
                          <a:schemeClr val="tx2">
                            <a:lumMod val="60000"/>
                            <a:lumOff val="40000"/>
                          </a:schemeClr>
                        </a:solidFill>
                        <a:latin typeface="Cambria Math" panose="02040503050406030204" pitchFamily="18" charset="0"/>
                      </a:rPr>
                      <m:t>/</m:t>
                    </m:r>
                    <m:r>
                      <a:rPr lang="nl-NL" b="0" i="1" smtClean="0">
                        <a:solidFill>
                          <a:schemeClr val="tx2">
                            <a:lumMod val="60000"/>
                            <a:lumOff val="40000"/>
                          </a:schemeClr>
                        </a:solidFill>
                        <a:latin typeface="Cambria Math" panose="02040503050406030204" pitchFamily="18" charset="0"/>
                      </a:rPr>
                      <m:t>𝑃</m:t>
                    </m:r>
                    <m:r>
                      <a:rPr lang="nl-NL" b="0" i="1" smtClean="0">
                        <a:solidFill>
                          <a:schemeClr val="tx2">
                            <a:lumMod val="60000"/>
                            <a:lumOff val="40000"/>
                          </a:schemeClr>
                        </a:solidFill>
                        <a:latin typeface="Cambria Math" panose="02040503050406030204" pitchFamily="18" charset="0"/>
                      </a:rPr>
                      <m:t>(</m:t>
                    </m:r>
                    <m:sSub>
                      <m:sSubPr>
                        <m:ctrlPr>
                          <a:rPr lang="nl-NL" i="1">
                            <a:solidFill>
                              <a:schemeClr val="tx2">
                                <a:lumMod val="60000"/>
                                <a:lumOff val="40000"/>
                              </a:schemeClr>
                            </a:solidFill>
                            <a:latin typeface="Cambria Math" panose="02040503050406030204" pitchFamily="18" charset="0"/>
                          </a:rPr>
                        </m:ctrlPr>
                      </m:sSubPr>
                      <m:e>
                        <m:r>
                          <a:rPr lang="nl-NL" i="1">
                            <a:solidFill>
                              <a:schemeClr val="tx2">
                                <a:lumMod val="60000"/>
                                <a:lumOff val="40000"/>
                              </a:schemeClr>
                            </a:solidFill>
                            <a:latin typeface="Cambria Math" panose="02040503050406030204" pitchFamily="18" charset="0"/>
                          </a:rPr>
                          <m:t>𝑍</m:t>
                        </m:r>
                      </m:e>
                      <m:sub>
                        <m:r>
                          <a:rPr lang="nl-NL" i="1">
                            <a:solidFill>
                              <a:schemeClr val="tx2">
                                <a:lumMod val="60000"/>
                                <a:lumOff val="40000"/>
                              </a:schemeClr>
                            </a:solidFill>
                            <a:latin typeface="Cambria Math" panose="02040503050406030204" pitchFamily="18" charset="0"/>
                          </a:rPr>
                          <m:t>𝑑𝑖𝑠𝑝𝑙𝑎𝑐𝑒𝑚𝑒𝑛𝑡</m:t>
                        </m:r>
                      </m:sub>
                    </m:sSub>
                    <m:r>
                      <a:rPr lang="nl-NL" i="1">
                        <a:solidFill>
                          <a:schemeClr val="tx2">
                            <a:lumMod val="60000"/>
                            <a:lumOff val="40000"/>
                          </a:schemeClr>
                        </a:solidFill>
                        <a:latin typeface="Cambria Math" panose="02040503050406030204" pitchFamily="18" charset="0"/>
                      </a:rPr>
                      <m:t> </m:t>
                    </m:r>
                    <m:r>
                      <a:rPr lang="nl-NL" i="1">
                        <a:solidFill>
                          <a:schemeClr val="tx2">
                            <a:lumMod val="60000"/>
                            <a:lumOff val="40000"/>
                          </a:schemeClr>
                        </a:solidFill>
                        <a:latin typeface="Cambria Math" panose="02040503050406030204" pitchFamily="18" charset="0"/>
                      </a:rPr>
                      <m:t>𝑖𝑛</m:t>
                    </m:r>
                    <m:r>
                      <a:rPr lang="nl-NL" i="1">
                        <a:solidFill>
                          <a:schemeClr val="tx2">
                            <a:lumMod val="60000"/>
                            <a:lumOff val="40000"/>
                          </a:schemeClr>
                        </a:solidFill>
                        <a:latin typeface="Cambria Math" panose="02040503050406030204" pitchFamily="18" charset="0"/>
                      </a:rPr>
                      <m:t> 2025&gt;0)</m:t>
                    </m:r>
                  </m:oMath>
                </a14:m>
                <a:endParaRPr lang="nl-NL" dirty="0"/>
              </a:p>
              <a:p>
                <a:endParaRPr lang="nl-NL" dirty="0"/>
              </a:p>
              <a:p>
                <a:endParaRPr lang="nl-NL" dirty="0"/>
              </a:p>
              <a:p>
                <a:endParaRPr lang="nl-NL" dirty="0"/>
              </a:p>
              <a:p>
                <a:endParaRPr lang="nl-NL" dirty="0"/>
              </a:p>
            </p:txBody>
          </p:sp>
        </mc:Choice>
        <mc:Fallback>
          <p:sp>
            <p:nvSpPr>
              <p:cNvPr id="3" name="Content Placeholder 2">
                <a:extLst>
                  <a:ext uri="{FF2B5EF4-FFF2-40B4-BE49-F238E27FC236}">
                    <a16:creationId xmlns:a16="http://schemas.microsoft.com/office/drawing/2014/main" id="{A3FC3904-ED0A-03E9-A36E-E6D56EC64572}"/>
                  </a:ext>
                </a:extLst>
              </p:cNvPr>
              <p:cNvSpPr>
                <a:spLocks noGrp="1" noRot="1" noChangeAspect="1" noMove="1" noResize="1" noEditPoints="1" noAdjustHandles="1" noChangeArrowheads="1" noChangeShapeType="1" noTextEdit="1"/>
              </p:cNvSpPr>
              <p:nvPr>
                <p:ph idx="1"/>
              </p:nvPr>
            </p:nvSpPr>
            <p:spPr>
              <a:blipFill>
                <a:blip r:embed="rId2"/>
                <a:stretch>
                  <a:fillRect l="-1276" t="-2398" b="-7898"/>
                </a:stretch>
              </a:blipFill>
            </p:spPr>
            <p:txBody>
              <a:bodyPr/>
              <a:lstStyle/>
              <a:p>
                <a:r>
                  <a:rPr lang="nl-NL">
                    <a:noFill/>
                  </a:rPr>
                  <a:t> </a:t>
                </a:r>
              </a:p>
            </p:txBody>
          </p:sp>
        </mc:Fallback>
      </mc:AlternateContent>
      <p:sp>
        <p:nvSpPr>
          <p:cNvPr id="4" name="Date Placeholder 3">
            <a:extLst>
              <a:ext uri="{FF2B5EF4-FFF2-40B4-BE49-F238E27FC236}">
                <a16:creationId xmlns:a16="http://schemas.microsoft.com/office/drawing/2014/main" id="{F6876C7A-DA7C-F595-5200-79E455DEE595}"/>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461FCAB7-233B-6577-B002-336AFFF727AC}"/>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709238F8-5AB9-33A7-80BD-184EE1935D44}"/>
              </a:ext>
            </a:extLst>
          </p:cNvPr>
          <p:cNvSpPr>
            <a:spLocks noGrp="1"/>
          </p:cNvSpPr>
          <p:nvPr>
            <p:ph type="sldNum" sz="quarter" idx="12"/>
          </p:nvPr>
        </p:nvSpPr>
        <p:spPr/>
        <p:txBody>
          <a:bodyPr/>
          <a:lstStyle/>
          <a:p>
            <a:fld id="{F42B3F14-D836-496B-80A2-23BE75BD68CB}" type="slidenum">
              <a:rPr lang="nl-NL" smtClean="0"/>
              <a:t>18</a:t>
            </a:fld>
            <a:endParaRPr lang="nl-NL"/>
          </a:p>
        </p:txBody>
      </p:sp>
    </p:spTree>
    <p:extLst>
      <p:ext uri="{BB962C8B-B14F-4D97-AF65-F5344CB8AC3E}">
        <p14:creationId xmlns:p14="http://schemas.microsoft.com/office/powerpoint/2010/main" val="20567277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A87E3-11E8-6DBC-6049-EA9F057C79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19276F-8C43-B875-1E94-6EF608F0B8A7}"/>
              </a:ext>
            </a:extLst>
          </p:cNvPr>
          <p:cNvSpPr>
            <a:spLocks noGrp="1"/>
          </p:cNvSpPr>
          <p:nvPr>
            <p:ph type="title"/>
          </p:nvPr>
        </p:nvSpPr>
        <p:spPr/>
        <p:txBody>
          <a:bodyPr/>
          <a:lstStyle/>
          <a:p>
            <a:r>
              <a:rPr lang="nl-NL" dirty="0"/>
              <a:t>Bewezen sterkte</a:t>
            </a:r>
          </a:p>
        </p:txBody>
      </p:sp>
      <p:sp>
        <p:nvSpPr>
          <p:cNvPr id="4" name="Date Placeholder 3">
            <a:extLst>
              <a:ext uri="{FF2B5EF4-FFF2-40B4-BE49-F238E27FC236}">
                <a16:creationId xmlns:a16="http://schemas.microsoft.com/office/drawing/2014/main" id="{4B7CFECD-80B4-BFEB-87E3-72BCC76D2D9B}"/>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6B37CDF5-CF4A-F508-1EB2-BEE54E18BF45}"/>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FC7EB910-E0D0-94D5-90A7-A2201096C4C9}"/>
              </a:ext>
            </a:extLst>
          </p:cNvPr>
          <p:cNvSpPr>
            <a:spLocks noGrp="1"/>
          </p:cNvSpPr>
          <p:nvPr>
            <p:ph type="sldNum" sz="quarter" idx="12"/>
          </p:nvPr>
        </p:nvSpPr>
        <p:spPr/>
        <p:txBody>
          <a:bodyPr/>
          <a:lstStyle/>
          <a:p>
            <a:fld id="{F42B3F14-D836-496B-80A2-23BE75BD68CB}" type="slidenum">
              <a:rPr lang="nl-NL" smtClean="0"/>
              <a:t>19</a:t>
            </a:fld>
            <a:endParaRPr lang="nl-NL"/>
          </a:p>
        </p:txBody>
      </p:sp>
      <p:graphicFrame>
        <p:nvGraphicFramePr>
          <p:cNvPr id="11" name="Table 10">
            <a:extLst>
              <a:ext uri="{FF2B5EF4-FFF2-40B4-BE49-F238E27FC236}">
                <a16:creationId xmlns:a16="http://schemas.microsoft.com/office/drawing/2014/main" id="{C89DEB28-7B77-78D1-1F35-405BED9331A0}"/>
              </a:ext>
            </a:extLst>
          </p:cNvPr>
          <p:cNvGraphicFramePr>
            <a:graphicFrameLocks noGrp="1"/>
          </p:cNvGraphicFramePr>
          <p:nvPr>
            <p:extLst>
              <p:ext uri="{D42A27DB-BD31-4B8C-83A1-F6EECF244321}">
                <p14:modId xmlns:p14="http://schemas.microsoft.com/office/powerpoint/2010/main" val="3718327147"/>
              </p:ext>
            </p:extLst>
          </p:nvPr>
        </p:nvGraphicFramePr>
        <p:xfrm>
          <a:off x="398352" y="2050525"/>
          <a:ext cx="10924012" cy="1854200"/>
        </p:xfrm>
        <a:graphic>
          <a:graphicData uri="http://schemas.openxmlformats.org/drawingml/2006/table">
            <a:tbl>
              <a:tblPr firstRow="1" bandRow="1">
                <a:tableStyleId>{5C22544A-7EE6-4342-B048-85BDC9FD1C3A}</a:tableStyleId>
              </a:tblPr>
              <a:tblGrid>
                <a:gridCol w="5432080">
                  <a:extLst>
                    <a:ext uri="{9D8B030D-6E8A-4147-A177-3AD203B41FA5}">
                      <a16:colId xmlns:a16="http://schemas.microsoft.com/office/drawing/2014/main" val="2528922257"/>
                    </a:ext>
                  </a:extLst>
                </a:gridCol>
                <a:gridCol w="2472893">
                  <a:extLst>
                    <a:ext uri="{9D8B030D-6E8A-4147-A177-3AD203B41FA5}">
                      <a16:colId xmlns:a16="http://schemas.microsoft.com/office/drawing/2014/main" val="4123471549"/>
                    </a:ext>
                  </a:extLst>
                </a:gridCol>
                <a:gridCol w="3019039">
                  <a:extLst>
                    <a:ext uri="{9D8B030D-6E8A-4147-A177-3AD203B41FA5}">
                      <a16:colId xmlns:a16="http://schemas.microsoft.com/office/drawing/2014/main" val="916703281"/>
                    </a:ext>
                  </a:extLst>
                </a:gridCol>
              </a:tblGrid>
              <a:tr h="370840">
                <a:tc>
                  <a:txBody>
                    <a:bodyPr/>
                    <a:lstStyle/>
                    <a:p>
                      <a:endParaRPr lang="nl-NL"/>
                    </a:p>
                  </a:txBody>
                  <a:tcPr/>
                </a:tc>
                <a:tc>
                  <a:txBody>
                    <a:bodyPr/>
                    <a:lstStyle/>
                    <a:p>
                      <a:pPr algn="ctr"/>
                      <a:r>
                        <a:rPr lang="nl-NL" dirty="0"/>
                        <a:t>Faalkans</a:t>
                      </a:r>
                    </a:p>
                  </a:txBody>
                  <a:tcPr/>
                </a:tc>
                <a:tc>
                  <a:txBody>
                    <a:bodyPr/>
                    <a:lstStyle/>
                    <a:p>
                      <a:pPr algn="ctr"/>
                      <a:r>
                        <a:rPr lang="nl-NL" dirty="0"/>
                        <a:t>Betrouwbaarheidsindex</a:t>
                      </a:r>
                    </a:p>
                  </a:txBody>
                  <a:tcPr/>
                </a:tc>
                <a:extLst>
                  <a:ext uri="{0D108BD9-81ED-4DB2-BD59-A6C34878D82A}">
                    <a16:rowId xmlns:a16="http://schemas.microsoft.com/office/drawing/2014/main" val="2627539439"/>
                  </a:ext>
                </a:extLst>
              </a:tr>
              <a:tr h="370840">
                <a:tc>
                  <a:txBody>
                    <a:bodyPr/>
                    <a:lstStyle/>
                    <a:p>
                      <a:r>
                        <a:rPr lang="it-IT" dirty="0"/>
                        <a:t>A priori faalkans in 2075</a:t>
                      </a:r>
                      <a:endParaRPr lang="nl-NL" dirty="0"/>
                    </a:p>
                  </a:txBody>
                  <a:tcPr/>
                </a:tc>
                <a:tc>
                  <a:txBody>
                    <a:bodyPr/>
                    <a:lstStyle/>
                    <a:p>
                      <a:pPr algn="ctr"/>
                      <a:r>
                        <a:rPr lang="nl-NL" dirty="0"/>
                        <a:t>0.215</a:t>
                      </a:r>
                    </a:p>
                  </a:txBody>
                  <a:tcPr/>
                </a:tc>
                <a:tc>
                  <a:txBody>
                    <a:bodyPr/>
                    <a:lstStyle/>
                    <a:p>
                      <a:pPr algn="ctr"/>
                      <a:r>
                        <a:rPr lang="nl-NL" dirty="0"/>
                        <a:t>0.78</a:t>
                      </a:r>
                    </a:p>
                  </a:txBody>
                  <a:tcPr/>
                </a:tc>
                <a:extLst>
                  <a:ext uri="{0D108BD9-81ED-4DB2-BD59-A6C34878D82A}">
                    <a16:rowId xmlns:a16="http://schemas.microsoft.com/office/drawing/2014/main" val="3607683743"/>
                  </a:ext>
                </a:extLst>
              </a:tr>
              <a:tr h="370840">
                <a:tc>
                  <a:txBody>
                    <a:bodyPr/>
                    <a:lstStyle/>
                    <a:p>
                      <a:r>
                        <a:rPr lang="nl-NL" dirty="0"/>
                        <a:t>Bewezen sterkte</a:t>
                      </a:r>
                    </a:p>
                  </a:txBody>
                  <a:tcPr/>
                </a:tc>
                <a:tc>
                  <a:txBody>
                    <a:bodyPr/>
                    <a:lstStyle/>
                    <a:p>
                      <a:pPr algn="ctr"/>
                      <a:r>
                        <a:rPr lang="nl-NL" dirty="0"/>
                        <a:t>0.75</a:t>
                      </a:r>
                    </a:p>
                  </a:txBody>
                  <a:tcPr/>
                </a:tc>
                <a:tc>
                  <a:txBody>
                    <a:bodyPr/>
                    <a:lstStyle/>
                    <a:p>
                      <a:pPr algn="ctr"/>
                      <a:r>
                        <a:rPr lang="nl-NL" dirty="0"/>
                        <a:t>-0.68</a:t>
                      </a:r>
                    </a:p>
                  </a:txBody>
                  <a:tcPr/>
                </a:tc>
                <a:extLst>
                  <a:ext uri="{0D108BD9-81ED-4DB2-BD59-A6C34878D82A}">
                    <a16:rowId xmlns:a16="http://schemas.microsoft.com/office/drawing/2014/main" val="2102244749"/>
                  </a:ext>
                </a:extLst>
              </a:tr>
              <a:tr h="370840">
                <a:tc>
                  <a:txBody>
                    <a:bodyPr/>
                    <a:lstStyle/>
                    <a:p>
                      <a:r>
                        <a:rPr lang="nl-NL" dirty="0"/>
                        <a:t>Gecombineerde kans (a priori en waarneming)</a:t>
                      </a:r>
                    </a:p>
                  </a:txBody>
                  <a:tcPr/>
                </a:tc>
                <a:tc>
                  <a:txBody>
                    <a:bodyPr/>
                    <a:lstStyle/>
                    <a:p>
                      <a:pPr algn="ctr"/>
                      <a:r>
                        <a:rPr lang="nl-NL" dirty="0"/>
                        <a:t>0.00167</a:t>
                      </a:r>
                    </a:p>
                  </a:txBody>
                  <a:tcPr/>
                </a:tc>
                <a:tc>
                  <a:txBody>
                    <a:bodyPr/>
                    <a:lstStyle/>
                    <a:p>
                      <a:pPr algn="ctr"/>
                      <a:r>
                        <a:rPr lang="nl-NL" dirty="0"/>
                        <a:t>2.934</a:t>
                      </a:r>
                    </a:p>
                  </a:txBody>
                  <a:tcPr/>
                </a:tc>
                <a:extLst>
                  <a:ext uri="{0D108BD9-81ED-4DB2-BD59-A6C34878D82A}">
                    <a16:rowId xmlns:a16="http://schemas.microsoft.com/office/drawing/2014/main" val="439311233"/>
                  </a:ext>
                </a:extLst>
              </a:tr>
              <a:tr h="370840">
                <a:tc>
                  <a:txBody>
                    <a:bodyPr/>
                    <a:lstStyle/>
                    <a:p>
                      <a:r>
                        <a:rPr lang="it-IT" dirty="0"/>
                        <a:t>A posteriori faalkans in 2075 (</a:t>
                      </a:r>
                      <a:r>
                        <a:rPr lang="it-IT" dirty="0" err="1"/>
                        <a:t>Bayesian</a:t>
                      </a:r>
                      <a:r>
                        <a:rPr lang="it-IT" dirty="0"/>
                        <a:t>)</a:t>
                      </a:r>
                      <a:endParaRPr lang="nl-NL" dirty="0"/>
                    </a:p>
                  </a:txBody>
                  <a:tcPr/>
                </a:tc>
                <a:tc>
                  <a:txBody>
                    <a:bodyPr/>
                    <a:lstStyle/>
                    <a:p>
                      <a:pPr algn="ctr"/>
                      <a:r>
                        <a:rPr lang="nl-NL" dirty="0"/>
                        <a:t>0.0022</a:t>
                      </a:r>
                    </a:p>
                  </a:txBody>
                  <a:tcPr/>
                </a:tc>
                <a:tc>
                  <a:txBody>
                    <a:bodyPr/>
                    <a:lstStyle/>
                    <a:p>
                      <a:pPr algn="ctr"/>
                      <a:r>
                        <a:rPr lang="nl-NL" dirty="0"/>
                        <a:t>2.84</a:t>
                      </a:r>
                    </a:p>
                  </a:txBody>
                  <a:tcPr/>
                </a:tc>
                <a:extLst>
                  <a:ext uri="{0D108BD9-81ED-4DB2-BD59-A6C34878D82A}">
                    <a16:rowId xmlns:a16="http://schemas.microsoft.com/office/drawing/2014/main" val="1927111870"/>
                  </a:ext>
                </a:extLst>
              </a:tr>
            </a:tbl>
          </a:graphicData>
        </a:graphic>
      </p:graphicFrame>
      <p:sp>
        <p:nvSpPr>
          <p:cNvPr id="13" name="TextBox 12">
            <a:extLst>
              <a:ext uri="{FF2B5EF4-FFF2-40B4-BE49-F238E27FC236}">
                <a16:creationId xmlns:a16="http://schemas.microsoft.com/office/drawing/2014/main" id="{C1B30C64-86E7-4519-3B3F-64749B4B14C4}"/>
              </a:ext>
            </a:extLst>
          </p:cNvPr>
          <p:cNvSpPr txBox="1"/>
          <p:nvPr/>
        </p:nvSpPr>
        <p:spPr>
          <a:xfrm>
            <a:off x="416459" y="4531284"/>
            <a:ext cx="10557366" cy="369332"/>
          </a:xfrm>
          <a:prstGeom prst="rect">
            <a:avLst/>
          </a:prstGeom>
          <a:noFill/>
        </p:spPr>
        <p:txBody>
          <a:bodyPr wrap="square">
            <a:spAutoFit/>
          </a:bodyPr>
          <a:lstStyle/>
          <a:p>
            <a:r>
              <a:rPr lang="nl-NL" dirty="0">
                <a:solidFill>
                  <a:srgbClr val="0D38E0"/>
                </a:solidFill>
              </a:rPr>
              <a:t>Rekening houdend met de bewezen sterkte is de faalkans in 2075 gedaald van 0.215 naar 0.0022</a:t>
            </a:r>
          </a:p>
        </p:txBody>
      </p:sp>
      <p:sp>
        <p:nvSpPr>
          <p:cNvPr id="3" name="TextBox 2">
            <a:extLst>
              <a:ext uri="{FF2B5EF4-FFF2-40B4-BE49-F238E27FC236}">
                <a16:creationId xmlns:a16="http://schemas.microsoft.com/office/drawing/2014/main" id="{E569DD5A-4C8B-28B5-BDE9-69BB3B121D6B}"/>
              </a:ext>
            </a:extLst>
          </p:cNvPr>
          <p:cNvSpPr txBox="1"/>
          <p:nvPr/>
        </p:nvSpPr>
        <p:spPr>
          <a:xfrm>
            <a:off x="416459" y="5157843"/>
            <a:ext cx="10557366" cy="369332"/>
          </a:xfrm>
          <a:prstGeom prst="rect">
            <a:avLst/>
          </a:prstGeom>
          <a:noFill/>
        </p:spPr>
        <p:txBody>
          <a:bodyPr wrap="square">
            <a:spAutoFit/>
          </a:bodyPr>
          <a:lstStyle/>
          <a:p>
            <a:r>
              <a:rPr lang="nl-NL" dirty="0">
                <a:solidFill>
                  <a:srgbClr val="0D38E0"/>
                </a:solidFill>
              </a:rPr>
              <a:t>Aanname: Er treedt geen veroudering op in de grond- en damwandparameters</a:t>
            </a:r>
          </a:p>
        </p:txBody>
      </p:sp>
    </p:spTree>
    <p:extLst>
      <p:ext uri="{BB962C8B-B14F-4D97-AF65-F5344CB8AC3E}">
        <p14:creationId xmlns:p14="http://schemas.microsoft.com/office/powerpoint/2010/main" val="9807199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C964CC-5AEA-357F-FA8A-67BD41ECFD3A}"/>
              </a:ext>
            </a:extLst>
          </p:cNvPr>
          <p:cNvSpPr>
            <a:spLocks noGrp="1"/>
          </p:cNvSpPr>
          <p:nvPr>
            <p:ph type="title"/>
          </p:nvPr>
        </p:nvSpPr>
        <p:spPr/>
        <p:txBody>
          <a:bodyPr/>
          <a:lstStyle/>
          <a:p>
            <a:r>
              <a:rPr lang="nl-NL" dirty="0"/>
              <a:t>Doe mee aan de workshop om 14:15 uur</a:t>
            </a:r>
          </a:p>
        </p:txBody>
      </p:sp>
      <p:sp>
        <p:nvSpPr>
          <p:cNvPr id="3" name="Content Placeholder 2">
            <a:extLst>
              <a:ext uri="{FF2B5EF4-FFF2-40B4-BE49-F238E27FC236}">
                <a16:creationId xmlns:a16="http://schemas.microsoft.com/office/drawing/2014/main" id="{ED3025C5-E00C-8F6E-E0CD-5FA237B8990A}"/>
              </a:ext>
            </a:extLst>
          </p:cNvPr>
          <p:cNvSpPr>
            <a:spLocks noGrp="1"/>
          </p:cNvSpPr>
          <p:nvPr>
            <p:ph idx="1"/>
          </p:nvPr>
        </p:nvSpPr>
        <p:spPr/>
        <p:txBody>
          <a:bodyPr/>
          <a:lstStyle/>
          <a:p>
            <a:r>
              <a:rPr lang="nl-NL" dirty="0"/>
              <a:t>Leer hoe je de probabilistische bibliotheek vanuit Python gebruikt</a:t>
            </a:r>
          </a:p>
          <a:p>
            <a:endParaRPr lang="nl-NL" dirty="0"/>
          </a:p>
          <a:p>
            <a:r>
              <a:rPr lang="nl-NL" dirty="0"/>
              <a:t>Leer over de details van de probabilistische berekeningen met </a:t>
            </a:r>
            <a:r>
              <a:rPr lang="nl-NL" dirty="0" err="1"/>
              <a:t>Kratos</a:t>
            </a:r>
            <a:r>
              <a:rPr lang="nl-NL" dirty="0"/>
              <a:t> (damwand)</a:t>
            </a:r>
          </a:p>
        </p:txBody>
      </p:sp>
      <p:sp>
        <p:nvSpPr>
          <p:cNvPr id="4" name="Date Placeholder 3">
            <a:extLst>
              <a:ext uri="{FF2B5EF4-FFF2-40B4-BE49-F238E27FC236}">
                <a16:creationId xmlns:a16="http://schemas.microsoft.com/office/drawing/2014/main" id="{C6E027C9-2D11-1D7C-8086-D3D0329B77CA}"/>
              </a:ext>
            </a:extLst>
          </p:cNvPr>
          <p:cNvSpPr>
            <a:spLocks noGrp="1"/>
          </p:cNvSpPr>
          <p:nvPr>
            <p:ph type="dt" sz="half" idx="10"/>
          </p:nvPr>
        </p:nvSpPr>
        <p:spPr/>
        <p:txBody>
          <a:bodyPr/>
          <a:lstStyle/>
          <a:p>
            <a:r>
              <a:rPr lang="nl-NL"/>
              <a:t> 28 november 2019</a:t>
            </a:r>
          </a:p>
        </p:txBody>
      </p:sp>
      <p:sp>
        <p:nvSpPr>
          <p:cNvPr id="5" name="Footer Placeholder 4">
            <a:extLst>
              <a:ext uri="{FF2B5EF4-FFF2-40B4-BE49-F238E27FC236}">
                <a16:creationId xmlns:a16="http://schemas.microsoft.com/office/drawing/2014/main" id="{83114149-D769-B831-C838-8D04E4E01E31}"/>
              </a:ext>
            </a:extLst>
          </p:cNvPr>
          <p:cNvSpPr>
            <a:spLocks noGrp="1"/>
          </p:cNvSpPr>
          <p:nvPr>
            <p:ph type="ftr" sz="quarter" idx="11"/>
          </p:nvPr>
        </p:nvSpPr>
        <p:spPr/>
        <p:txBody>
          <a:bodyPr/>
          <a:lstStyle/>
          <a:p>
            <a:r>
              <a:rPr lang="nl-NL"/>
              <a:t>Voettekst van de presentatie</a:t>
            </a:r>
          </a:p>
        </p:txBody>
      </p:sp>
      <p:sp>
        <p:nvSpPr>
          <p:cNvPr id="6" name="Slide Number Placeholder 5">
            <a:extLst>
              <a:ext uri="{FF2B5EF4-FFF2-40B4-BE49-F238E27FC236}">
                <a16:creationId xmlns:a16="http://schemas.microsoft.com/office/drawing/2014/main" id="{A79236BF-7CE7-3A2C-D6BD-E3C83F26752A}"/>
              </a:ext>
            </a:extLst>
          </p:cNvPr>
          <p:cNvSpPr>
            <a:spLocks noGrp="1"/>
          </p:cNvSpPr>
          <p:nvPr>
            <p:ph type="sldNum" sz="quarter" idx="12"/>
          </p:nvPr>
        </p:nvSpPr>
        <p:spPr/>
        <p:txBody>
          <a:bodyPr/>
          <a:lstStyle/>
          <a:p>
            <a:fld id="{F42B3F14-D836-496B-80A2-23BE75BD68CB}" type="slidenum">
              <a:rPr lang="nl-NL" smtClean="0"/>
              <a:t>20</a:t>
            </a:fld>
            <a:endParaRPr lang="nl-NL"/>
          </a:p>
        </p:txBody>
      </p:sp>
    </p:spTree>
    <p:extLst>
      <p:ext uri="{BB962C8B-B14F-4D97-AF65-F5344CB8AC3E}">
        <p14:creationId xmlns:p14="http://schemas.microsoft.com/office/powerpoint/2010/main" val="1218110497"/>
      </p:ext>
    </p:extLst>
  </p:cSld>
  <p:clrMapOvr>
    <a:masterClrMapping/>
  </p:clrMapOvr>
</p:sld>
</file>

<file path=ppt/theme/theme1.xml><?xml version="1.0" encoding="utf-8"?>
<a:theme xmlns:a="http://schemas.openxmlformats.org/drawingml/2006/main" name="Deltares">
  <a:themeElements>
    <a:clrScheme name="Deltares">
      <a:dk1>
        <a:sysClr val="windowText" lastClr="000000"/>
      </a:dk1>
      <a:lt1>
        <a:sysClr val="window" lastClr="FFFFFF"/>
      </a:lt1>
      <a:dk2>
        <a:srgbClr val="080C80"/>
      </a:dk2>
      <a:lt2>
        <a:srgbClr val="F2F2F2"/>
      </a:lt2>
      <a:accent1>
        <a:srgbClr val="080C80"/>
      </a:accent1>
      <a:accent2>
        <a:srgbClr val="0D38E0"/>
      </a:accent2>
      <a:accent3>
        <a:srgbClr val="0EBBF0"/>
      </a:accent3>
      <a:accent4>
        <a:srgbClr val="00B389"/>
      </a:accent4>
      <a:accent5>
        <a:srgbClr val="00CC96"/>
      </a:accent5>
      <a:accent6>
        <a:srgbClr val="00E6A1"/>
      </a:accent6>
      <a:hlink>
        <a:srgbClr val="0D38E0"/>
      </a:hlink>
      <a:folHlink>
        <a:srgbClr val="70707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eltares - Sjabloon NL.potx" id="{B5042D55-6068-4240-A1FC-01315EC513B9}" vid="{8C6F3C8F-138B-4215-B743-53866FE2FE19}"/>
    </a:ext>
  </a:extLst>
</a:theme>
</file>

<file path=ppt/theme/theme2.xml><?xml version="1.0" encoding="utf-8"?>
<a:theme xmlns:a="http://schemas.openxmlformats.org/drawingml/2006/main" name="Kantoorthema">
  <a:themeElements>
    <a:clrScheme name="Deltares">
      <a:dk1>
        <a:sysClr val="windowText" lastClr="000000"/>
      </a:dk1>
      <a:lt1>
        <a:sysClr val="window" lastClr="FFFFFF"/>
      </a:lt1>
      <a:dk2>
        <a:srgbClr val="0A28A3"/>
      </a:dk2>
      <a:lt2>
        <a:srgbClr val="FFFFFF"/>
      </a:lt2>
      <a:accent1>
        <a:srgbClr val="0A28A3"/>
      </a:accent1>
      <a:accent2>
        <a:srgbClr val="0E43F0"/>
      </a:accent2>
      <a:accent3>
        <a:srgbClr val="0ECAF0"/>
      </a:accent3>
      <a:accent4>
        <a:srgbClr val="00B389"/>
      </a:accent4>
      <a:accent5>
        <a:srgbClr val="00CC96"/>
      </a:accent5>
      <a:accent6>
        <a:srgbClr val="00E6A1"/>
      </a:accent6>
      <a:hlink>
        <a:srgbClr val="0E43F0"/>
      </a:hlink>
      <a:folHlink>
        <a:srgbClr val="0A28A3"/>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Kantoorthema">
  <a:themeElements>
    <a:clrScheme name="Deltares">
      <a:dk1>
        <a:sysClr val="windowText" lastClr="000000"/>
      </a:dk1>
      <a:lt1>
        <a:sysClr val="window" lastClr="FFFFFF"/>
      </a:lt1>
      <a:dk2>
        <a:srgbClr val="0A28A3"/>
      </a:dk2>
      <a:lt2>
        <a:srgbClr val="FFFFFF"/>
      </a:lt2>
      <a:accent1>
        <a:srgbClr val="0A28A3"/>
      </a:accent1>
      <a:accent2>
        <a:srgbClr val="0E43F0"/>
      </a:accent2>
      <a:accent3>
        <a:srgbClr val="0ECAF0"/>
      </a:accent3>
      <a:accent4>
        <a:srgbClr val="00B389"/>
      </a:accent4>
      <a:accent5>
        <a:srgbClr val="00CC96"/>
      </a:accent5>
      <a:accent6>
        <a:srgbClr val="00E6A1"/>
      </a:accent6>
      <a:hlink>
        <a:srgbClr val="0E43F0"/>
      </a:hlink>
      <a:folHlink>
        <a:srgbClr val="0A28A3"/>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dead17b3-d09a-4d17-9633-982b423f4fbc" xsi:nil="true"/>
    <lcf76f155ced4ddcb4097134ff3c332f xmlns="edd774d5-6d8f-4b83-b098-255576e86aac">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0B31082E7F932F4895FF772473B30116" ma:contentTypeVersion="11" ma:contentTypeDescription="Create a new document." ma:contentTypeScope="" ma:versionID="c30b5a7ebc79a8ae4b5672261524501a">
  <xsd:schema xmlns:xsd="http://www.w3.org/2001/XMLSchema" xmlns:xs="http://www.w3.org/2001/XMLSchema" xmlns:p="http://schemas.microsoft.com/office/2006/metadata/properties" xmlns:ns2="edd774d5-6d8f-4b83-b098-255576e86aac" xmlns:ns3="dead17b3-d09a-4d17-9633-982b423f4fbc" targetNamespace="http://schemas.microsoft.com/office/2006/metadata/properties" ma:root="true" ma:fieldsID="d0c78e411dc013314e83d6c65decba18" ns2:_="" ns3:_="">
    <xsd:import namespace="edd774d5-6d8f-4b83-b098-255576e86aac"/>
    <xsd:import namespace="dead17b3-d09a-4d17-9633-982b423f4fbc"/>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3:SharedWithUsers" minOccurs="0"/>
                <xsd:element ref="ns3:SharedWithDetails" minOccurs="0"/>
                <xsd:element ref="ns2:lcf76f155ced4ddcb4097134ff3c332f" minOccurs="0"/>
                <xsd:element ref="ns3:TaxCatchAll"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d774d5-6d8f-4b83-b098-255576e86aa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lcf76f155ced4ddcb4097134ff3c332f" ma:index="14" nillable="true" ma:taxonomy="true" ma:internalName="lcf76f155ced4ddcb4097134ff3c332f" ma:taxonomyFieldName="MediaServiceImageTags" ma:displayName="Image Tags" ma:readOnly="false" ma:fieldId="{5cf76f15-5ced-4ddc-b409-7134ff3c332f}" ma:taxonomyMulti="true" ma:sspId="617baf08-8363-4953-80fd-ae870aee1ce0" ma:termSetId="09814cd3-568e-fe90-9814-8d621ff8fb84" ma:anchorId="fba54fb3-c3e1-fe81-a776-ca4b69148c4d" ma:open="true" ma:isKeyword="false">
      <xsd:complexType>
        <xsd:sequence>
          <xsd:element ref="pc:Terms" minOccurs="0" maxOccurs="1"/>
        </xsd:sequence>
      </xsd:complex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ead17b3-d09a-4d17-9633-982b423f4fbc" elementFormDefault="qualified">
    <xsd:import namespace="http://schemas.microsoft.com/office/2006/documentManagement/types"/>
    <xsd:import namespace="http://schemas.microsoft.com/office/infopath/2007/PartnerControls"/>
    <xsd:element name="SharedWithUsers" ma:index="1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internalName="SharedWithDetails" ma:readOnly="true">
      <xsd:simpleType>
        <xsd:restriction base="dms:Note">
          <xsd:maxLength value="255"/>
        </xsd:restriction>
      </xsd:simpleType>
    </xsd:element>
    <xsd:element name="TaxCatchAll" ma:index="15" nillable="true" ma:displayName="Taxonomy Catch All Column" ma:hidden="true" ma:list="{84005174-1b38-469c-8ebf-12a293d8c4c9}" ma:internalName="TaxCatchAll" ma:showField="CatchAllData" ma:web="dead17b3-d09a-4d17-9633-982b423f4fbc">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4338BAD-8BA4-4C42-A850-147A5D210631}">
  <ds:schemaRefs>
    <ds:schemaRef ds:uri="http://schemas.microsoft.com/office/2006/metadata/properties"/>
    <ds:schemaRef ds:uri="http://schemas.microsoft.com/office/infopath/2007/PartnerControls"/>
    <ds:schemaRef ds:uri="dead17b3-d09a-4d17-9633-982b423f4fbc"/>
    <ds:schemaRef ds:uri="edd774d5-6d8f-4b83-b098-255576e86aac"/>
  </ds:schemaRefs>
</ds:datastoreItem>
</file>

<file path=customXml/itemProps2.xml><?xml version="1.0" encoding="utf-8"?>
<ds:datastoreItem xmlns:ds="http://schemas.openxmlformats.org/officeDocument/2006/customXml" ds:itemID="{5636F5E9-25BB-4734-86C2-FD32BCBA5CBD}">
  <ds:schemaRefs>
    <ds:schemaRef ds:uri="http://schemas.microsoft.com/sharepoint/v3/contenttype/forms"/>
  </ds:schemaRefs>
</ds:datastoreItem>
</file>

<file path=customXml/itemProps3.xml><?xml version="1.0" encoding="utf-8"?>
<ds:datastoreItem xmlns:ds="http://schemas.openxmlformats.org/officeDocument/2006/customXml" ds:itemID="{7B44D4F2-36BF-49E2-8330-5C01CEA3FA8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d774d5-6d8f-4b83-b098-255576e86aac"/>
    <ds:schemaRef ds:uri="dead17b3-d09a-4d17-9633-982b423f4fb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Deltares - Sjabloon NL</Template>
  <TotalTime>1194</TotalTime>
  <Words>1003</Words>
  <Application>Microsoft Office PowerPoint</Application>
  <PresentationFormat>Widescreen</PresentationFormat>
  <Paragraphs>270</Paragraphs>
  <Slides>20</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Cambria Math</vt:lpstr>
      <vt:lpstr>Deltares</vt:lpstr>
      <vt:lpstr>Probabilistische damwand-analyse met Kratos</vt:lpstr>
      <vt:lpstr>Overview</vt:lpstr>
      <vt:lpstr>Probabilistische bibliotheek</vt:lpstr>
      <vt:lpstr>Kratos</vt:lpstr>
      <vt:lpstr>Damwand model</vt:lpstr>
      <vt:lpstr>Damwand model</vt:lpstr>
      <vt:lpstr>Probabilistische berekeningen: input en output</vt:lpstr>
      <vt:lpstr>Onzekerheidsanalyse</vt:lpstr>
      <vt:lpstr>Onzekerheidsanalyse</vt:lpstr>
      <vt:lpstr>Betrouwbaarheidsanalyse</vt:lpstr>
      <vt:lpstr>Betrouwbaarheidsanalyse</vt:lpstr>
      <vt:lpstr>Betrouwbaarheidsanalyse</vt:lpstr>
      <vt:lpstr>Betrouwbaarheidsanalyse</vt:lpstr>
      <vt:lpstr>Betrouwbaarheidsanalyse</vt:lpstr>
      <vt:lpstr>Betrouwbaarheidsanalyse</vt:lpstr>
      <vt:lpstr>Betrouwbaarheidsanalyse</vt:lpstr>
      <vt:lpstr>Bewezen sterkte</vt:lpstr>
      <vt:lpstr>Bewezen sterkte</vt:lpstr>
      <vt:lpstr>Bewezen sterkte</vt:lpstr>
      <vt:lpstr>Doe mee aan de workshop om 14:15 uur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Karolina Wojciechowska</dc:creator>
  <dc:description>Template implementation by HQ Solutions B.V.</dc:description>
  <cp:lastModifiedBy>Karolina Wojciechowska</cp:lastModifiedBy>
  <cp:revision>29</cp:revision>
  <dcterms:created xsi:type="dcterms:W3CDTF">2025-06-05T04:42:54Z</dcterms:created>
  <dcterms:modified xsi:type="dcterms:W3CDTF">2025-06-17T11:09:14Z</dcterms:modified>
  <cp:version>1.0</cp:vers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0x0101000B31082E7F932F4895FF772473B30116</vt:lpwstr>
  </property>
  <property fmtid="{D5CDD505-2E9C-101B-9397-08002B2CF9AE}" pid="3" name="TaxKeyword">
    <vt:lpwstr/>
  </property>
</Properties>
</file>